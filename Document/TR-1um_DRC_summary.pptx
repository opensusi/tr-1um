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2"/>
    <p:restoredTop sz="94313"/>
  </p:normalViewPr>
  <p:slideViewPr>
    <p:cSldViewPr snapToGrid="0">
      <p:cViewPr varScale="1">
        <p:scale>
          <a:sx n="114" d="100"/>
          <a:sy n="114" d="100"/>
        </p:scale>
        <p:origin x="4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2026/06/11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2026/06/09</a:t>
            </a: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355415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22556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67594" y="4867012"/>
            <a:ext cx="4116711" cy="193899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558445"/>
              </p:ext>
            </p:extLst>
          </p:nvPr>
        </p:nvGraphicFramePr>
        <p:xfrm>
          <a:off x="7577820" y="487112"/>
          <a:ext cx="4319999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AR.PW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TieDown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97.5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AR(T)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2.9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910069"/>
              </p:ext>
            </p:extLst>
          </p:nvPr>
        </p:nvGraphicFramePr>
        <p:xfrm>
          <a:off x="7660658" y="287033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1.3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453509"/>
              </p:ext>
            </p:extLst>
          </p:nvPr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3892</TotalTime>
  <Words>2544</Words>
  <Application>Microsoft Macintosh PowerPoint</Application>
  <PresentationFormat>Widescreen</PresentationFormat>
  <Paragraphs>1202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68</cp:revision>
  <cp:lastPrinted>2025-12-26T07:04:29Z</cp:lastPrinted>
  <dcterms:created xsi:type="dcterms:W3CDTF">2025-11-21T00:35:17Z</dcterms:created>
  <dcterms:modified xsi:type="dcterms:W3CDTF">2026-06-10T22:50:19Z</dcterms:modified>
</cp:coreProperties>
</file>