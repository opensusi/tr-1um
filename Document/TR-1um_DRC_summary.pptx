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87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461"/>
    <p:restoredTop sz="94313"/>
  </p:normalViewPr>
  <p:slideViewPr>
    <p:cSldViewPr snapToGrid="0">
      <p:cViewPr varScale="1">
        <p:scale>
          <a:sx n="88" d="100"/>
          <a:sy n="88" d="100"/>
        </p:scale>
        <p:origin x="184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2026/06/02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2026/06/02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2026/06/02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2026/06/02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2026/06/02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2026/06/02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2026/06/02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2026/06/02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2026/06/02</a:t>
            </a: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909728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835655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179728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5989382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69846C-EDB4-36FD-C781-0D2901B35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311259"/>
              </p:ext>
            </p:extLst>
          </p:nvPr>
        </p:nvGraphicFramePr>
        <p:xfrm>
          <a:off x="7740000" y="779233"/>
          <a:ext cx="4320000" cy="2230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49829939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73039436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784412555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139803718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02156968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31035407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8170945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87310067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9482951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0627354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AA+GC+GR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31322252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3019485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014935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4274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5125108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26511512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V1(P)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Exist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5311239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B8C58F6-7C54-02C5-B25D-E7248B7F65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7858575"/>
              </p:ext>
            </p:extLst>
          </p:nvPr>
        </p:nvGraphicFramePr>
        <p:xfrm>
          <a:off x="7666852" y="313075"/>
          <a:ext cx="4320000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801896865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621714302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5265462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67620367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80167762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91210734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2647644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28925602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1689372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1829966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7081304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821742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852108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0932128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13086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870757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0896472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606737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771893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363065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28.5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9438160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8036446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AC.WC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686745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36855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636002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3677541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AC.R1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Donut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68587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AN(M)：AN-DN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AP(M)：AP-DP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4E503E8-3B7A-902E-5498-2E0E64969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576548"/>
              </p:ext>
            </p:extLst>
          </p:nvPr>
        </p:nvGraphicFramePr>
        <p:xfrm>
          <a:off x="7629834" y="514868"/>
          <a:ext cx="4320000" cy="4259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22126902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18960710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889627498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43665324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22724577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8223268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766593938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51923663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2149762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54895463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05874279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7298479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1357760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0281410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8599567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4123534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39936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2786376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14630802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27305929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74801036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8493258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69623298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5643918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8778842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03169020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21366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563556" y="4502857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EB5343D-AED4-BDA5-62E9-8046CFFB8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922556"/>
              </p:ext>
            </p:extLst>
          </p:nvPr>
        </p:nvGraphicFramePr>
        <p:xfrm>
          <a:off x="7457131" y="247708"/>
          <a:ext cx="4320000" cy="36879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073243010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069323268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94959652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395126396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25716007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772288816"/>
                    </a:ext>
                  </a:extLst>
                </a:gridCol>
              </a:tblGrid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45932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23228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52086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8812695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305839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749839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9568498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92428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242985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1192483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AP+AN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7070150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164216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0302006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GC(G)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3862890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GC+GR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114403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817465" y="6128886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689896" y="4900465"/>
            <a:ext cx="4116711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large side on AR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AR.L1 ：allow only 4,6,12,20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90F4D7-1E65-2507-3CCE-2DA6DA336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2558445"/>
              </p:ext>
            </p:extLst>
          </p:nvPr>
        </p:nvGraphicFramePr>
        <p:xfrm>
          <a:off x="7577820" y="487112"/>
          <a:ext cx="4319999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135922636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440654740"/>
                    </a:ext>
                  </a:extLst>
                </a:gridCol>
                <a:gridCol w="1023157">
                  <a:extLst>
                    <a:ext uri="{9D8B030D-6E8A-4147-A177-3AD203B41FA5}">
                      <a16:colId xmlns:a16="http://schemas.microsoft.com/office/drawing/2014/main" val="1448275270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02191789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014041527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53767242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87243375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195945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AR.L1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31094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2558624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AR.PW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117191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39745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835179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GC.R1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Donut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25596197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GC.R2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TieDown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150760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3898894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GR.L1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10205601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027569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0956999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97.5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43306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CR.AT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AR(T)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8673039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CR.AS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9527115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5221288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448178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2.9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53909865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8754834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745101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89896" y="4900465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98DD4F0-4887-9913-9B49-0459B8BB1A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9910069"/>
              </p:ext>
            </p:extLst>
          </p:nvPr>
        </p:nvGraphicFramePr>
        <p:xfrm>
          <a:off x="7660658" y="287033"/>
          <a:ext cx="4320000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665746744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91906466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75590846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94173299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691551388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154051558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2886607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6882309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32487421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4793757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92657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893171585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1.3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140010138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261188229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244014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89059982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28259390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6483919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98972211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81969116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65580190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3325312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4196944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066422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80640DA-CEF4-C6C9-D9DA-6DBF031C54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6453509"/>
              </p:ext>
            </p:extLst>
          </p:nvPr>
        </p:nvGraphicFramePr>
        <p:xfrm>
          <a:off x="7591768" y="299608"/>
          <a:ext cx="4320000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34978704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2642112110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252909093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390784532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48167881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7985066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171947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28657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768026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7865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4346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62555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936583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69678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849753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458097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954498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2746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1.6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0487279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001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87597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74688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39396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cxnSpLocks/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cxnSpLocks/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166659" y="4070687"/>
            <a:ext cx="185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[Import artifact]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3881</TotalTime>
  <Words>2525</Words>
  <Application>Microsoft Macintosh PowerPoint</Application>
  <PresentationFormat>Widescreen</PresentationFormat>
  <Paragraphs>1198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65</cp:revision>
  <cp:lastPrinted>2025-12-26T07:04:29Z</cp:lastPrinted>
  <dcterms:created xsi:type="dcterms:W3CDTF">2025-11-21T00:35:17Z</dcterms:created>
  <dcterms:modified xsi:type="dcterms:W3CDTF">2026-06-01T23:49:53Z</dcterms:modified>
</cp:coreProperties>
</file>