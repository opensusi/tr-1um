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61" r:id="rId2"/>
    <p:sldId id="276" r:id="rId3"/>
    <p:sldId id="288" r:id="rId4"/>
    <p:sldId id="289" r:id="rId5"/>
    <p:sldId id="290" r:id="rId6"/>
    <p:sldId id="291" r:id="rId7"/>
    <p:sldId id="292" r:id="rId8"/>
    <p:sldId id="293" r:id="rId9"/>
    <p:sldId id="284" r:id="rId10"/>
    <p:sldId id="286" r:id="rId11"/>
    <p:sldId id="281" r:id="rId12"/>
    <p:sldId id="282" r:id="rId13"/>
    <p:sldId id="267" r:id="rId14"/>
    <p:sldId id="287" r:id="rId15"/>
    <p:sldId id="294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307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297" r:id="rId34"/>
    <p:sldId id="279" r:id="rId35"/>
    <p:sldId id="262" r:id="rId36"/>
    <p:sldId id="260" r:id="rId37"/>
    <p:sldId id="274" r:id="rId38"/>
    <p:sldId id="265" r:id="rId39"/>
    <p:sldId id="275" r:id="rId40"/>
    <p:sldId id="295" r:id="rId41"/>
    <p:sldId id="296" r:id="rId42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BFBFBF"/>
    <a:srgbClr val="D1D1D1"/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42"/>
    <p:restoredTop sz="91752" autoAdjust="0"/>
  </p:normalViewPr>
  <p:slideViewPr>
    <p:cSldViewPr snapToGrid="0">
      <p:cViewPr>
        <p:scale>
          <a:sx n="100" d="100"/>
          <a:sy n="100" d="100"/>
        </p:scale>
        <p:origin x="330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277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545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513223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3026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025843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01485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50617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84897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538594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130373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40622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04355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07/31/2026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emf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TR-1um</a:t>
            </a:r>
            <a:br>
              <a:rPr lang="en-US" dirty="0"/>
            </a:br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7/31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+ AN + AC + 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468AA40-DA4C-4DFF-8A9A-BCCF1A157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3427566"/>
            <a:ext cx="3307133" cy="257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0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994282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10185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702318" y="31199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48540" y="36517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28522" y="36391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4708808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2815" y="4744818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700864" y="3113922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955778" y="611423"/>
            <a:ext cx="66028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6947262" y="3463548"/>
            <a:ext cx="59136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43365" y="5492302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Resistor(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Capacitor(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MOS/Diode(AP)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ring for Capacitor WN(C)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FFAC0E8-3640-47EB-AA6B-369D9719EF5B}"/>
              </a:ext>
            </a:extLst>
          </p:cNvPr>
          <p:cNvGrpSpPr/>
          <p:nvPr/>
        </p:nvGrpSpPr>
        <p:grpSpPr>
          <a:xfrm>
            <a:off x="6106383" y="5999897"/>
            <a:ext cx="1169657" cy="662327"/>
            <a:chOff x="5984454" y="5922857"/>
            <a:chExt cx="1516751" cy="820844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0998A5-02BE-409D-BB26-F08035364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2240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A1CF0B8-EC22-4646-8BE3-973348EFAF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8047" y="5929186"/>
              <a:ext cx="0" cy="814515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DF67030-B1EC-4BD8-AE96-2E42A8733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92240" y="6736115"/>
              <a:ext cx="1505807" cy="55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849A176-121D-4983-9ABE-607C863B186F}"/>
                </a:ext>
              </a:extLst>
            </p:cNvPr>
            <p:cNvCxnSpPr>
              <a:cxnSpLocks/>
            </p:cNvCxnSpPr>
            <p:nvPr/>
          </p:nvCxnSpPr>
          <p:spPr>
            <a:xfrm>
              <a:off x="5984454" y="5929186"/>
              <a:ext cx="523505" cy="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4332B88-52A6-402D-BE28-257D1FF2C54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667" y="5938155"/>
              <a:ext cx="514538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7E09081-75D3-465C-9791-78A56F6C6670}"/>
                </a:ext>
              </a:extLst>
            </p:cNvPr>
            <p:cNvCxnSpPr>
              <a:cxnSpLocks/>
            </p:cNvCxnSpPr>
            <p:nvPr/>
          </p:nvCxnSpPr>
          <p:spPr>
            <a:xfrm>
              <a:off x="6496681" y="6253124"/>
              <a:ext cx="489986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C793976-3BD3-4806-B8F3-ECD75C53E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01148" y="5922857"/>
              <a:ext cx="0" cy="338839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923AC93-B378-49F8-BAF6-7789E063D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6667" y="5933566"/>
              <a:ext cx="1872" cy="32813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B0B4AF16-59FD-4895-A6EC-EC1BA8E544A1}"/>
              </a:ext>
            </a:extLst>
          </p:cNvPr>
          <p:cNvSpPr txBox="1"/>
          <p:nvPr/>
        </p:nvSpPr>
        <p:spPr>
          <a:xfrm>
            <a:off x="6872163" y="6060234"/>
            <a:ext cx="7114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259026F-B12A-41E9-B177-5BA3804F1223}"/>
              </a:ext>
            </a:extLst>
          </p:cNvPr>
          <p:cNvCxnSpPr>
            <a:cxnSpLocks/>
          </p:cNvCxnSpPr>
          <p:nvPr/>
        </p:nvCxnSpPr>
        <p:spPr>
          <a:xfrm>
            <a:off x="6496681" y="6134624"/>
            <a:ext cx="3825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>
            <a:extLst>
              <a:ext uri="{FF2B5EF4-FFF2-40B4-BE49-F238E27FC236}">
                <a16:creationId xmlns:a16="http://schemas.microsoft.com/office/drawing/2014/main" id="{EC375B13-02C6-4C66-92D4-1DF55A6B932E}"/>
              </a:ext>
            </a:extLst>
          </p:cNvPr>
          <p:cNvSpPr/>
          <p:nvPr/>
        </p:nvSpPr>
        <p:spPr>
          <a:xfrm>
            <a:off x="4982862" y="6008538"/>
            <a:ext cx="653456" cy="65370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0B300B66-254F-4CFC-BCBC-EFA069BCCF32}"/>
              </a:ext>
            </a:extLst>
          </p:cNvPr>
          <p:cNvCxnSpPr>
            <a:cxnSpLocks/>
            <a:stCxn id="125" idx="3"/>
          </p:cNvCxnSpPr>
          <p:nvPr/>
        </p:nvCxnSpPr>
        <p:spPr>
          <a:xfrm>
            <a:off x="5636318" y="6335392"/>
            <a:ext cx="4596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2E55C2-EA6A-4702-BE4B-62DAEA3B76CF}"/>
              </a:ext>
            </a:extLst>
          </p:cNvPr>
          <p:cNvSpPr txBox="1"/>
          <p:nvPr/>
        </p:nvSpPr>
        <p:spPr>
          <a:xfrm>
            <a:off x="6054963" y="5993600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B32D32B2-147F-48EF-8954-CFC2128EA5A1}"/>
              </a:ext>
            </a:extLst>
          </p:cNvPr>
          <p:cNvSpPr txBox="1"/>
          <p:nvPr/>
        </p:nvSpPr>
        <p:spPr>
          <a:xfrm>
            <a:off x="5051339" y="6025495"/>
            <a:ext cx="523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C092DB1-E304-4549-965B-8E35A3B44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970" y="599158"/>
            <a:ext cx="4423071" cy="4842778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C94DC5C-A9AF-42F2-8712-0ABFEDC95E58}"/>
              </a:ext>
            </a:extLst>
          </p:cNvPr>
          <p:cNvSpPr txBox="1"/>
          <p:nvPr/>
        </p:nvSpPr>
        <p:spPr>
          <a:xfrm>
            <a:off x="557443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603A35-A2BE-4E32-B795-EF91B71660B0}"/>
              </a:ext>
            </a:extLst>
          </p:cNvPr>
          <p:cNvCxnSpPr>
            <a:cxnSpLocks/>
            <a:stCxn id="125" idx="1"/>
            <a:endCxn id="125" idx="3"/>
          </p:cNvCxnSpPr>
          <p:nvPr/>
        </p:nvCxnSpPr>
        <p:spPr>
          <a:xfrm>
            <a:off x="4982862" y="6335392"/>
            <a:ext cx="6534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BF1C736F-0434-4323-B7BF-9D5358CC32C0}"/>
              </a:ext>
            </a:extLst>
          </p:cNvPr>
          <p:cNvSpPr txBox="1"/>
          <p:nvPr/>
        </p:nvSpPr>
        <p:spPr>
          <a:xfrm>
            <a:off x="5015288" y="64117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909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197867"/>
            <a:ext cx="4396715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AP(M)/PMOS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5V PMOS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AN(M)/NMOS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5V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AP(D)/DP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P-Diode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AN(D)/DN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N-Diode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covering PMOS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E84060-E6FE-4797-BBD1-9B562BCAF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837" y="533979"/>
            <a:ext cx="4633785" cy="46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1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482765"/>
            <a:ext cx="5916143" cy="295617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66731" y="2495372"/>
            <a:ext cx="658533" cy="1916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4" y="5033806"/>
            <a:ext cx="104144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699144" y="50108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638755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602713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877515" y="5357181"/>
            <a:ext cx="3596585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 (all Poly)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AP/AN for MOS Back-gate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 source/drain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75520" y="36970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879ABD-5637-4E78-8E83-AF89D09DE34D}"/>
              </a:ext>
            </a:extLst>
          </p:cNvPr>
          <p:cNvGrpSpPr/>
          <p:nvPr/>
        </p:nvGrpSpPr>
        <p:grpSpPr>
          <a:xfrm>
            <a:off x="6391708" y="3734723"/>
            <a:ext cx="998382" cy="2037615"/>
            <a:chOff x="6269957" y="3599188"/>
            <a:chExt cx="998382" cy="203761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B7F6163-17AA-4624-A020-C91912ABF8AC}"/>
                </a:ext>
              </a:extLst>
            </p:cNvPr>
            <p:cNvSpPr/>
            <p:nvPr/>
          </p:nvSpPr>
          <p:spPr>
            <a:xfrm rot="16200000">
              <a:off x="6008496" y="4391344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5E5428F-DD04-490C-9009-BBFABC783F18}"/>
                </a:ext>
              </a:extLst>
            </p:cNvPr>
            <p:cNvSpPr txBox="1"/>
            <p:nvPr/>
          </p:nvSpPr>
          <p:spPr>
            <a:xfrm>
              <a:off x="6269957" y="3662814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6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F8120925-62F0-4EB6-9F6A-3AADFA6D8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38856" y="3730641"/>
              <a:ext cx="203200" cy="21590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31FFDFF7-40AA-4ECA-BD1B-7C698AAF6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42152" y="5319687"/>
              <a:ext cx="203200" cy="215900"/>
            </a:xfrm>
            <a:prstGeom prst="rect">
              <a:avLst/>
            </a:prstGeom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B084445-7CF7-4D1B-A36A-7FBD6C55AC04}"/>
                </a:ext>
              </a:extLst>
            </p:cNvPr>
            <p:cNvSpPr/>
            <p:nvPr/>
          </p:nvSpPr>
          <p:spPr>
            <a:xfrm>
              <a:off x="6800652" y="4022287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4840C2C-43D8-45F3-9FD5-631A9B15DBE1}"/>
              </a:ext>
            </a:extLst>
          </p:cNvPr>
          <p:cNvGrpSpPr/>
          <p:nvPr/>
        </p:nvGrpSpPr>
        <p:grpSpPr>
          <a:xfrm>
            <a:off x="6809276" y="2410419"/>
            <a:ext cx="668899" cy="878717"/>
            <a:chOff x="6809276" y="2410419"/>
            <a:chExt cx="668899" cy="878717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883D489-3CE4-4642-AD6E-7BB5F2208E06}"/>
                </a:ext>
              </a:extLst>
            </p:cNvPr>
            <p:cNvSpPr/>
            <p:nvPr/>
          </p:nvSpPr>
          <p:spPr>
            <a:xfrm rot="16200000">
              <a:off x="6708150" y="2623126"/>
              <a:ext cx="878717" cy="45330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C079EA5-9B7C-48A1-9F8A-C0909B59AC47}"/>
                </a:ext>
              </a:extLst>
            </p:cNvPr>
            <p:cNvSpPr txBox="1"/>
            <p:nvPr/>
          </p:nvSpPr>
          <p:spPr>
            <a:xfrm>
              <a:off x="6809276" y="2687563"/>
              <a:ext cx="668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600" dirty="0">
                  <a:latin typeface="Meiryo" panose="020B0604030504040204" pitchFamily="34" charset="-128"/>
                  <a:ea typeface="Meiryo" panose="020B0604030504040204" pitchFamily="34" charset="-128"/>
                </a:rPr>
                <a:t>GC</a:t>
              </a:r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6CDAB659-39E4-4B4C-A878-83B8BF5141D9}"/>
              </a:ext>
            </a:extLst>
          </p:cNvPr>
          <p:cNvCxnSpPr>
            <a:cxnSpLocks/>
            <a:stCxn id="113" idx="1"/>
            <a:endCxn id="104" idx="3"/>
          </p:cNvCxnSpPr>
          <p:nvPr/>
        </p:nvCxnSpPr>
        <p:spPr>
          <a:xfrm>
            <a:off x="7147509" y="3289136"/>
            <a:ext cx="1546" cy="445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03608886-4164-4AD4-86A3-95BD9C22ED66}"/>
              </a:ext>
            </a:extLst>
          </p:cNvPr>
          <p:cNvSpPr txBox="1"/>
          <p:nvPr/>
        </p:nvSpPr>
        <p:spPr>
          <a:xfrm>
            <a:off x="7169032" y="343398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FA6E029A-2146-4961-8FE3-3E967BAB149C}"/>
              </a:ext>
            </a:extLst>
          </p:cNvPr>
          <p:cNvCxnSpPr>
            <a:cxnSpLocks/>
          </p:cNvCxnSpPr>
          <p:nvPr/>
        </p:nvCxnSpPr>
        <p:spPr>
          <a:xfrm>
            <a:off x="4433709" y="561183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12CF3CA-ABCE-4E87-B866-21E7E484BD40}"/>
              </a:ext>
            </a:extLst>
          </p:cNvPr>
          <p:cNvSpPr txBox="1"/>
          <p:nvPr/>
        </p:nvSpPr>
        <p:spPr>
          <a:xfrm>
            <a:off x="4371976" y="5771834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EE2DF24-78DD-4237-B81A-C824C8744F1C}"/>
              </a:ext>
            </a:extLst>
          </p:cNvPr>
          <p:cNvGrpSpPr/>
          <p:nvPr/>
        </p:nvGrpSpPr>
        <p:grpSpPr>
          <a:xfrm>
            <a:off x="4266052" y="6072887"/>
            <a:ext cx="2292091" cy="446215"/>
            <a:chOff x="4266054" y="6072892"/>
            <a:chExt cx="2570908" cy="467687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4A681969-A62B-4D71-BE48-B34FEC69E51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C18456B8-A6AA-4F09-B8BC-94EBD4BC5E55}"/>
                </a:ext>
              </a:extLst>
            </p:cNvPr>
            <p:cNvSpPr txBox="1"/>
            <p:nvPr/>
          </p:nvSpPr>
          <p:spPr>
            <a:xfrm>
              <a:off x="6168065" y="6140305"/>
              <a:ext cx="668897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JP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</a:t>
              </a:r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61" name="Picture 160">
              <a:extLst>
                <a:ext uri="{FF2B5EF4-FFF2-40B4-BE49-F238E27FC236}">
                  <a16:creationId xmlns:a16="http://schemas.microsoft.com/office/drawing/2014/main" id="{54B4B7FA-A49F-49E4-95BC-191F52F9A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334A6D60-DCF9-4746-BE4B-968F9A893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2039B5F-13B9-40F3-8529-0A42F51ED6F8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4ACCF532-020C-48E5-8C28-B2A39C255EE0}"/>
              </a:ext>
            </a:extLst>
          </p:cNvPr>
          <p:cNvCxnSpPr>
            <a:cxnSpLocks/>
          </p:cNvCxnSpPr>
          <p:nvPr/>
        </p:nvCxnSpPr>
        <p:spPr>
          <a:xfrm>
            <a:off x="5724127" y="5591157"/>
            <a:ext cx="0" cy="49611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21529D37-2EB0-441C-B927-3A12DE7DFD71}"/>
              </a:ext>
            </a:extLst>
          </p:cNvPr>
          <p:cNvSpPr txBox="1"/>
          <p:nvPr/>
        </p:nvSpPr>
        <p:spPr>
          <a:xfrm>
            <a:off x="5686728" y="5693871"/>
            <a:ext cx="6331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C88B970-0445-4232-BE05-FD2DE94B957E}"/>
              </a:ext>
            </a:extLst>
          </p:cNvPr>
          <p:cNvGrpSpPr/>
          <p:nvPr/>
        </p:nvGrpSpPr>
        <p:grpSpPr>
          <a:xfrm>
            <a:off x="4142217" y="548008"/>
            <a:ext cx="2243512" cy="446215"/>
            <a:chOff x="4266054" y="6072892"/>
            <a:chExt cx="2516419" cy="467687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2B39A847-4519-4D85-95F3-2179A0555C84}"/>
                </a:ext>
              </a:extLst>
            </p:cNvPr>
            <p:cNvSpPr/>
            <p:nvPr/>
          </p:nvSpPr>
          <p:spPr>
            <a:xfrm rot="10800000">
              <a:off x="4266054" y="6087276"/>
              <a:ext cx="2037615" cy="45330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CA6F2317-1891-4A4E-9F34-E79E71DBBCE6}"/>
                </a:ext>
              </a:extLst>
            </p:cNvPr>
            <p:cNvSpPr txBox="1"/>
            <p:nvPr/>
          </p:nvSpPr>
          <p:spPr>
            <a:xfrm>
              <a:off x="6202454" y="6158746"/>
              <a:ext cx="580019" cy="3225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Meiryo" panose="020B0604030504040204" pitchFamily="34" charset="-128"/>
                  <a:ea typeface="Meiryo" panose="020B0604030504040204" pitchFamily="34" charset="-128"/>
                </a:rPr>
                <a:t>GR</a:t>
              </a:r>
              <a:endParaRPr lang="en-JP" sz="1400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3916A014-A28D-4828-88C3-AFD25C854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4403857" y="6192825"/>
              <a:ext cx="203200" cy="215900"/>
            </a:xfrm>
            <a:prstGeom prst="rect">
              <a:avLst/>
            </a:prstGeom>
          </p:spPr>
        </p:pic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88C4E8E8-061B-4BE3-BE56-AFA68B64F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5992903" y="6189529"/>
              <a:ext cx="203200" cy="215900"/>
            </a:xfrm>
            <a:prstGeom prst="rect">
              <a:avLst/>
            </a:prstGeom>
          </p:spPr>
        </p:pic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F767DDE6-C24C-4BA0-A1A5-334E0CFC5B0C}"/>
                </a:ext>
              </a:extLst>
            </p:cNvPr>
            <p:cNvSpPr/>
            <p:nvPr/>
          </p:nvSpPr>
          <p:spPr>
            <a:xfrm rot="16200000">
              <a:off x="5053402" y="5708643"/>
              <a:ext cx="467687" cy="119618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40A9671E-1C75-4AA8-A7BF-C460CAF59FBF}"/>
              </a:ext>
            </a:extLst>
          </p:cNvPr>
          <p:cNvCxnSpPr>
            <a:cxnSpLocks/>
          </p:cNvCxnSpPr>
          <p:nvPr/>
        </p:nvCxnSpPr>
        <p:spPr>
          <a:xfrm>
            <a:off x="4355656" y="980614"/>
            <a:ext cx="0" cy="1940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641172E-D426-4EC5-9F02-8C60C7A8158B}"/>
              </a:ext>
            </a:extLst>
          </p:cNvPr>
          <p:cNvSpPr txBox="1"/>
          <p:nvPr/>
        </p:nvSpPr>
        <p:spPr>
          <a:xfrm>
            <a:off x="4312331" y="991571"/>
            <a:ext cx="6331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B87D1831-E3B8-4D65-A7B8-F1839B9B9FBE}"/>
              </a:ext>
            </a:extLst>
          </p:cNvPr>
          <p:cNvCxnSpPr>
            <a:cxnSpLocks/>
          </p:cNvCxnSpPr>
          <p:nvPr/>
        </p:nvCxnSpPr>
        <p:spPr>
          <a:xfrm>
            <a:off x="5641480" y="991571"/>
            <a:ext cx="0" cy="2007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FE0FEFD1-B8BD-4F55-AAF5-12B0EEA51CF2}"/>
              </a:ext>
            </a:extLst>
          </p:cNvPr>
          <p:cNvSpPr txBox="1"/>
          <p:nvPr/>
        </p:nvSpPr>
        <p:spPr>
          <a:xfrm>
            <a:off x="5679178" y="1007627"/>
            <a:ext cx="10347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N/GA.BG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C031989-FE33-42B7-A76C-C751F61C69DE}"/>
              </a:ext>
            </a:extLst>
          </p:cNvPr>
          <p:cNvCxnSpPr>
            <a:cxnSpLocks/>
          </p:cNvCxnSpPr>
          <p:nvPr/>
        </p:nvCxnSpPr>
        <p:spPr>
          <a:xfrm flipH="1">
            <a:off x="5214860" y="2826024"/>
            <a:ext cx="180977" cy="3178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B24B5638-3B01-44FC-9645-25156FFC9BBD}"/>
              </a:ext>
            </a:extLst>
          </p:cNvPr>
          <p:cNvSpPr txBox="1"/>
          <p:nvPr/>
        </p:nvSpPr>
        <p:spPr>
          <a:xfrm>
            <a:off x="5246139" y="2873258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GA.AN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780BDB4-6474-422C-A278-C1C73299B950}"/>
              </a:ext>
            </a:extLst>
          </p:cNvPr>
          <p:cNvSpPr txBox="1"/>
          <p:nvPr/>
        </p:nvSpPr>
        <p:spPr>
          <a:xfrm>
            <a:off x="5306787" y="3689614"/>
            <a:ext cx="72709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GA.AP</a:t>
            </a: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GA.BG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DC73E357-3B30-438E-AE41-DB54B24B46AD}"/>
              </a:ext>
            </a:extLst>
          </p:cNvPr>
          <p:cNvCxnSpPr>
            <a:cxnSpLocks/>
          </p:cNvCxnSpPr>
          <p:nvPr/>
        </p:nvCxnSpPr>
        <p:spPr>
          <a:xfrm flipH="1" flipV="1">
            <a:off x="5223743" y="3654136"/>
            <a:ext cx="172094" cy="3699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904E166-75A7-479A-A2B1-4CA5E88C067A}"/>
              </a:ext>
            </a:extLst>
          </p:cNvPr>
          <p:cNvSpPr/>
          <p:nvPr/>
        </p:nvSpPr>
        <p:spPr>
          <a:xfrm>
            <a:off x="7066246" y="247341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A326814-BE9A-4A72-848A-99C17E51A2A1}"/>
              </a:ext>
            </a:extLst>
          </p:cNvPr>
          <p:cNvSpPr/>
          <p:nvPr/>
        </p:nvSpPr>
        <p:spPr>
          <a:xfrm>
            <a:off x="2503683" y="332172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AE9EEFD4-89D0-41CA-AC5A-590EC530B2ED}"/>
              </a:ext>
            </a:extLst>
          </p:cNvPr>
          <p:cNvSpPr txBox="1"/>
          <p:nvPr/>
        </p:nvSpPr>
        <p:spPr>
          <a:xfrm>
            <a:off x="2701580" y="3322846"/>
            <a:ext cx="621030" cy="184666"/>
          </a:xfrm>
          <a:prstGeom prst="rect">
            <a:avLst/>
          </a:prstGeom>
          <a:solidFill>
            <a:srgbClr val="D9D9D9">
              <a:alpha val="47059"/>
            </a:srgb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41DD421-3CF1-46C0-9F9E-DBCA70C14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1763" y="389643"/>
            <a:ext cx="4226451" cy="4828026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C9589D64-2069-4982-AA12-3AE913C01BEE}"/>
              </a:ext>
            </a:extLst>
          </p:cNvPr>
          <p:cNvSpPr txBox="1"/>
          <p:nvPr/>
        </p:nvSpPr>
        <p:spPr>
          <a:xfrm>
            <a:off x="5608007" y="1737665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A78BFB43-116B-4D7A-AB4B-978396BF7471}"/>
              </a:ext>
            </a:extLst>
          </p:cNvPr>
          <p:cNvSpPr txBox="1"/>
          <p:nvPr/>
        </p:nvSpPr>
        <p:spPr>
          <a:xfrm>
            <a:off x="5585889" y="4289739"/>
            <a:ext cx="99050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B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A65A31-86C5-4A34-AC65-49FFA353333C}"/>
              </a:ext>
            </a:extLst>
          </p:cNvPr>
          <p:cNvSpPr/>
          <p:nvPr/>
        </p:nvSpPr>
        <p:spPr>
          <a:xfrm>
            <a:off x="1607722" y="621259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BD7C67A-ED59-40A5-90B4-DEAB25399D83}"/>
              </a:ext>
            </a:extLst>
          </p:cNvPr>
          <p:cNvSpPr txBox="1"/>
          <p:nvPr/>
        </p:nvSpPr>
        <p:spPr>
          <a:xfrm>
            <a:off x="1045143" y="6257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664FE8E-83A5-43D1-B1D6-35E6D16F94D9}"/>
              </a:ext>
            </a:extLst>
          </p:cNvPr>
          <p:cNvSpPr/>
          <p:nvPr/>
        </p:nvSpPr>
        <p:spPr>
          <a:xfrm>
            <a:off x="2131091" y="626769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3608EA5-9091-4CA5-8FCD-04314A891AF0}"/>
              </a:ext>
            </a:extLst>
          </p:cNvPr>
          <p:cNvCxnSpPr>
            <a:cxnSpLocks/>
          </p:cNvCxnSpPr>
          <p:nvPr/>
        </p:nvCxnSpPr>
        <p:spPr>
          <a:xfrm flipH="1">
            <a:off x="1894505" y="6349760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C0C209C2-5616-4E0E-A713-BDF0E33BE921}"/>
              </a:ext>
            </a:extLst>
          </p:cNvPr>
          <p:cNvSpPr txBox="1"/>
          <p:nvPr/>
        </p:nvSpPr>
        <p:spPr>
          <a:xfrm>
            <a:off x="2283168" y="6267696"/>
            <a:ext cx="41841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CB22957-8D06-4E74-B1F7-847554FBEB20}"/>
              </a:ext>
            </a:extLst>
          </p:cNvPr>
          <p:cNvSpPr txBox="1"/>
          <p:nvPr/>
        </p:nvSpPr>
        <p:spPr>
          <a:xfrm flipH="1">
            <a:off x="1845303" y="607625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CO.CL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B6FAD0EB-0C35-4F9E-AEAA-EC7AA12E1147}"/>
              </a:ext>
            </a:extLst>
          </p:cNvPr>
          <p:cNvSpPr txBox="1"/>
          <p:nvPr/>
        </p:nvSpPr>
        <p:spPr>
          <a:xfrm>
            <a:off x="3552915" y="65479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389FEB3-5FEA-495C-A83E-1596BD2CECA4}"/>
              </a:ext>
            </a:extLst>
          </p:cNvPr>
          <p:cNvSpPr txBox="1"/>
          <p:nvPr/>
        </p:nvSpPr>
        <p:spPr>
          <a:xfrm flipH="1">
            <a:off x="4159611" y="6370935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9DC9939-3DAD-4E0E-93DD-8E26E20A59F0}"/>
              </a:ext>
            </a:extLst>
          </p:cNvPr>
          <p:cNvSpPr/>
          <p:nvPr/>
        </p:nvSpPr>
        <p:spPr>
          <a:xfrm>
            <a:off x="4111942" y="6407300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F3547CA-3948-4842-8534-F186EBDC5338}"/>
              </a:ext>
            </a:extLst>
          </p:cNvPr>
          <p:cNvSpPr txBox="1"/>
          <p:nvPr/>
        </p:nvSpPr>
        <p:spPr>
          <a:xfrm>
            <a:off x="1182377" y="3505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B68BE122-6150-48AA-9B1D-1B82913A4253}"/>
              </a:ext>
            </a:extLst>
          </p:cNvPr>
          <p:cNvSpPr txBox="1"/>
          <p:nvPr/>
        </p:nvSpPr>
        <p:spPr>
          <a:xfrm>
            <a:off x="3533654" y="63344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CL.GC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5905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57723" y="5846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341E73-0621-4617-9895-BEE3C3DA6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743" y="93506"/>
            <a:ext cx="3523236" cy="5465956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728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3355153" y="4737690"/>
            <a:ext cx="67733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293619" y="4859145"/>
            <a:ext cx="4242876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GA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GC/GR(all poly)</a:t>
            </a:r>
          </a:p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(W&gt;10.0um)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M1(I)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 outside Pad/Capacitor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M2(I)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 outside Pad/Capacitor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ring for Capacitor WN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C0AC88B-8273-4381-8F1B-17A8A0DBF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169" y="286088"/>
            <a:ext cx="4772312" cy="4545889"/>
          </a:xfrm>
          <a:prstGeom prst="rect">
            <a:avLst/>
          </a:prstGeom>
        </p:spPr>
      </p:pic>
      <p:sp>
        <p:nvSpPr>
          <p:cNvPr id="94" name="Rectangle 93">
            <a:extLst>
              <a:ext uri="{FF2B5EF4-FFF2-40B4-BE49-F238E27FC236}">
                <a16:creationId xmlns:a16="http://schemas.microsoft.com/office/drawing/2014/main" id="{5448310E-CAFE-43C0-8983-5B1941FD5E36}"/>
              </a:ext>
            </a:extLst>
          </p:cNvPr>
          <p:cNvSpPr/>
          <p:nvPr/>
        </p:nvSpPr>
        <p:spPr>
          <a:xfrm rot="16200000">
            <a:off x="3355154" y="5620991"/>
            <a:ext cx="677330" cy="6688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F6B6078-577B-4D75-B12A-DC9BF8807C39}"/>
              </a:ext>
            </a:extLst>
          </p:cNvPr>
          <p:cNvSpPr txBox="1"/>
          <p:nvPr/>
        </p:nvSpPr>
        <p:spPr>
          <a:xfrm>
            <a:off x="3344663" y="5899902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980A53E-1F5A-44E7-8693-E47350F64360}"/>
              </a:ext>
            </a:extLst>
          </p:cNvPr>
          <p:cNvSpPr txBox="1"/>
          <p:nvPr/>
        </p:nvSpPr>
        <p:spPr>
          <a:xfrm>
            <a:off x="4040718" y="555920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V1.G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F2ED8BC-935A-44A5-A747-925767C4BF9E}"/>
              </a:ext>
            </a:extLst>
          </p:cNvPr>
          <p:cNvCxnSpPr>
            <a:cxnSpLocks/>
          </p:cNvCxnSpPr>
          <p:nvPr/>
        </p:nvCxnSpPr>
        <p:spPr>
          <a:xfrm>
            <a:off x="4013562" y="5771688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C72FF24-F698-4F99-BC6C-21A15559E29F}"/>
              </a:ext>
            </a:extLst>
          </p:cNvPr>
          <p:cNvCxnSpPr>
            <a:cxnSpLocks/>
          </p:cNvCxnSpPr>
          <p:nvPr/>
        </p:nvCxnSpPr>
        <p:spPr>
          <a:xfrm>
            <a:off x="6389527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985BF27-22B3-4A0E-8FAC-9B5842028A63}"/>
              </a:ext>
            </a:extLst>
          </p:cNvPr>
          <p:cNvSpPr txBox="1"/>
          <p:nvPr/>
        </p:nvSpPr>
        <p:spPr>
          <a:xfrm flipH="1">
            <a:off x="6168245" y="330186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743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solidFill>
                  <a:schemeClr val="tx1"/>
                </a:solidFill>
              </a:endParaRPr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solidFill>
                  <a:schemeClr val="tx1"/>
                </a:solidFill>
              </a:endParaRPr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solidFill>
            <a:srgbClr val="D9D9D9">
              <a:alpha val="56078"/>
            </a:srgbClr>
          </a:solidFill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for ESD PMOS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for ESD NMOS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PMOS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ESD NMOS Gate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591669" y="5134581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7031EEC-E8E0-456A-A8E4-4020EAD628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903" y="524480"/>
            <a:ext cx="5009532" cy="458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09449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1874158" y="2855262"/>
            <a:ext cx="158956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073379" y="3508237"/>
            <a:ext cx="133762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bbox_max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&gt;=70.0)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8" y="2255100"/>
            <a:ext cx="918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39802" y="2333369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444669"/>
            <a:ext cx="0" cy="11076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631728"/>
            <a:ext cx="0" cy="9206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624670"/>
            <a:ext cx="0" cy="92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4821188" y="4759870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3115311" y="4639582"/>
            <a:ext cx="1077044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(MIN)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034819" y="4631728"/>
            <a:ext cx="105904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.PE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(MAX)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973853" y="5132684"/>
            <a:ext cx="1117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E(MIN)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070609" y="5132684"/>
            <a:ext cx="1128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E(MAX)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51490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PP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PO for Pad (max dimension of the </a:t>
            </a:r>
            <a:r>
              <a:rPr lang="en-US" altLang="ja-JP" sz="1200" dirty="0" err="1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bbox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&gt;=70.0um)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B53BB88-B069-4593-99C5-F659D9041558}"/>
              </a:ext>
            </a:extLst>
          </p:cNvPr>
          <p:cNvCxnSpPr>
            <a:cxnSpLocks/>
          </p:cNvCxnSpPr>
          <p:nvPr/>
        </p:nvCxnSpPr>
        <p:spPr>
          <a:xfrm flipH="1">
            <a:off x="3437704" y="2578434"/>
            <a:ext cx="7546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4C95F16-B9FB-43D4-9C24-F65A32EBD6D9}"/>
              </a:ext>
            </a:extLst>
          </p:cNvPr>
          <p:cNvSpPr txBox="1"/>
          <p:nvPr/>
        </p:nvSpPr>
        <p:spPr>
          <a:xfrm flipH="1">
            <a:off x="3621038" y="265670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.V1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A033070-9E50-4DFD-928E-F7BFF6273236}"/>
              </a:ext>
            </a:extLst>
          </p:cNvPr>
          <p:cNvCxnSpPr>
            <a:cxnSpLocks/>
          </p:cNvCxnSpPr>
          <p:nvPr/>
        </p:nvCxnSpPr>
        <p:spPr>
          <a:xfrm flipV="1">
            <a:off x="6147773" y="4464963"/>
            <a:ext cx="0" cy="1087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43505A3-D9F8-4FBA-8FB9-53241FD26A0E}"/>
              </a:ext>
            </a:extLst>
          </p:cNvPr>
          <p:cNvSpPr txBox="1"/>
          <p:nvPr/>
        </p:nvSpPr>
        <p:spPr>
          <a:xfrm flipH="1">
            <a:off x="5983071" y="478023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M2P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.XX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D3F502-B058-4E09-A30B-FB46D955C604}"/>
              </a:ext>
            </a:extLst>
          </p:cNvPr>
          <p:cNvCxnSpPr/>
          <p:nvPr/>
        </p:nvCxnSpPr>
        <p:spPr>
          <a:xfrm flipH="1">
            <a:off x="955002" y="4444669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BD16BEC-EDA1-4856-BEC0-7C30E9D90DE6}"/>
              </a:ext>
            </a:extLst>
          </p:cNvPr>
          <p:cNvCxnSpPr/>
          <p:nvPr/>
        </p:nvCxnSpPr>
        <p:spPr>
          <a:xfrm flipH="1">
            <a:off x="2854727" y="4624670"/>
            <a:ext cx="1337628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EE67D7D1-DC32-478C-BECF-A9B71550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123" y="584934"/>
            <a:ext cx="5081718" cy="4423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07/27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337809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AP+AN+AC+AR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55E66-5674-4567-A210-CABCA987A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2" y="3338284"/>
            <a:ext cx="3786966" cy="2709093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7C4ACFC6-26FE-49AC-9E89-D7538F24D908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532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5244021-34F4-46B3-B4A6-669E77838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145" y="598771"/>
            <a:ext cx="4477506" cy="4586305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B6DDCE3-2315-4E51-A131-C29DCF2EAFA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804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093092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interacting(GC)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interacting(GC)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EF09B6A-AEE5-4F9B-9E95-1D663B877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542" y="533980"/>
            <a:ext cx="4450957" cy="4559110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32F9A03B-D745-488D-8D60-269EAFFC2E9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16603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52987" y="2551455"/>
            <a:ext cx="102564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4" y="5033806"/>
            <a:ext cx="104144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818278" y="4884883"/>
            <a:ext cx="3255180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10073458" y="4856800"/>
            <a:ext cx="2071697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O.AN/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67379" y="35539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5B16582-4E93-4457-8DAF-671419817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146" y="558460"/>
            <a:ext cx="4458362" cy="4350028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B71D740A-F8AC-4009-B13E-2D3E3F52905F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75660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341E73-0621-4617-9895-BEE3C3DA6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743" y="93506"/>
            <a:ext cx="3523236" cy="5465956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GC_R1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2CF54E-8DD7-4B81-B1DC-8786935BCAA2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10165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E9F44DE-E628-49FF-95E5-E07951898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1970" y="855362"/>
            <a:ext cx="4801952" cy="4218538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684C94D9-F8AD-4313-BB7B-A9C50AF68B0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48735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interacting(GC) &amp;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interacting(GC) -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797216" y="6049359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3873009-E0FE-451B-9A53-25BA67F76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561" y="279795"/>
            <a:ext cx="5095875" cy="4781550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70FE95C2-C1C5-4DCD-ADA8-88A9685A0EA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14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74E925-C440-45C5-9BFC-87CB8CF93BF8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7791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06/30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2102906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158550" y="6102193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0E0C9C9-DAA9-4579-97A3-ACCFDFCCF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3414684"/>
            <a:ext cx="3455369" cy="26875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DDA5BE9-9D95-448B-9F00-8AAE08249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741162"/>
            <a:ext cx="4806135" cy="255853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04391F9E-C126-4B99-A3E4-4EA46005A59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0972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6750C-1487-4AA6-828A-509BA9C2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887" y="596302"/>
            <a:ext cx="4347852" cy="44041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4DD843C-E011-4815-AE4A-5078AD796C5E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669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453327" y="5315791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 GC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 GC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52C864D-FEB9-4AE0-BF2D-D1BDA1941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327" y="533979"/>
            <a:ext cx="4574591" cy="4633782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3AE9CD62-C0B5-45A8-9498-84DA0C1D763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6204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81967" y="249057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43827" y="144025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04548" y="49348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0517" y="4216246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762685" y="5103674"/>
            <a:ext cx="2808366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 for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A1B2ED-5949-4E53-92C5-BCCEF076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813" y="540000"/>
            <a:ext cx="4960221" cy="4547633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9559280" y="5103674"/>
            <a:ext cx="230662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7" y="2595230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277275" y="3849501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O.AN(&gt;=0.8)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209D406-8876-4A8B-BBE1-E844EB92B56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1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955708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41334" y="963695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40093" y="555591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5954059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836922B-F49C-4002-9104-D72A12A3D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2482" y="135305"/>
            <a:ext cx="3529580" cy="5408543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C3DF52FB-3B40-41CD-8255-456E3A9276E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917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370836" y="44998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endParaRPr lang="en-JP" sz="1200" b="1" strike="sngStrik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6FC3145-151F-4220-85FE-9EF804986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220" y="866299"/>
            <a:ext cx="4666639" cy="4269845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EE8ECA6-33FF-4287-9B61-FE5A018D65E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0988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99501" y="138149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142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64040" y="486608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521680" y="43700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811870" y="19602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08191" y="466493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828408" y="46945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9501" y="53235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51212" y="4434104"/>
            <a:ext cx="411671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APE/ANE：AP/AN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ESD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2303007-3E59-451C-924F-7DA16C589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452" y="531585"/>
            <a:ext cx="4811496" cy="3797613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CA49761-6208-478D-9CC4-7DE9042E4A6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602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085539-DFDE-4C9A-A8CA-77A9E59CB21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9688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11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3806144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6386141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E48398-6FCA-46C2-8F04-AFA9CF102FD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26122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Wmin</a:t>
                      </a:r>
                      <a:r>
                        <a:rPr lang="en-US" sz="1100" u="none" strike="noStrike" dirty="0">
                          <a:effectLst/>
                        </a:rPr>
                        <a:t>/max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120.0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AC.S1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AC.R1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Donut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6BE8BBB-A8FA-44B0-B168-9BE308BE7E0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  <p:sp>
        <p:nvSpPr>
          <p:cNvPr id="81" name="TextBox 80">
            <a:extLst>
              <a:ext uri="{FF2B5EF4-FFF2-40B4-BE49-F238E27FC236}">
                <a16:creationId xmlns:a16="http://schemas.microsoft.com/office/drawing/2014/main" id="{00AD8C03-1218-4C27-BFFF-8328F8FD138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291173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1100" u="none" strike="noStrike" dirty="0">
                          <a:effectLst/>
                        </a:rPr>
                        <a:t>1.</a:t>
                      </a:r>
                      <a:r>
                        <a:rPr lang="en-US" altLang="ja-JP" sz="1100" u="none" strike="noStrike" dirty="0">
                          <a:effectLst/>
                        </a:rPr>
                        <a:t>0</a:t>
                      </a:r>
                      <a:endParaRPr lang="en-JP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  <p:sp>
        <p:nvSpPr>
          <p:cNvPr id="96" name="TextBox 95">
            <a:extLst>
              <a:ext uri="{FF2B5EF4-FFF2-40B4-BE49-F238E27FC236}">
                <a16:creationId xmlns:a16="http://schemas.microsoft.com/office/drawing/2014/main" id="{89D40A2C-1080-447D-8AED-30096F1AFCF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729329" y="5055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379011" y="6183679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543636" y="5541370"/>
            <a:ext cx="2378031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long 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AR.W1 ：allow only 2.8,4,6,12,20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GR.W1 ：allow only 4,6,12,20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305590"/>
              </p:ext>
            </p:extLst>
          </p:nvPr>
        </p:nvGraphicFramePr>
        <p:xfrm>
          <a:off x="7586075" y="398869"/>
          <a:ext cx="4319999" cy="519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Rule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L1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L2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Func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MIN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MAX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AR.W1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2.8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AR.WF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Require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5246168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AR.L1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Lmin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/max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13.0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AR.GC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GC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AR.PW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AR.XY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Bevel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XYmin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Donut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WN(R)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TieDown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4.0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GR.L1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GR.S1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CL(RR)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20.0</a:t>
                      </a:r>
                      <a:endParaRPr lang="en-JP" sz="900" b="1" i="0" u="none" strike="noStrike" dirty="0">
                        <a:solidFill>
                          <a:srgbClr val="00B05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CR.AR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CO(RR)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Emin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181918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CR.AT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AR(T)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1.5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CR.AS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AR(S)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Efix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0.9@W=2.8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1.2@W=&gt;4</a:t>
                      </a: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 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Wfix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CC.S1/CO.SC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Sfix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</a:t>
                      </a: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2.9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CO.WS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Wfix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8872103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CS.S1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Sfix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7904938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GR.AT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GR(T)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1489936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012603158"/>
                  </a:ext>
                </a:extLst>
              </a:tr>
            </a:tbl>
          </a:graphicData>
        </a:graphic>
      </p:graphicFrame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06828" y="9636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05587" y="5555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WS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S1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2CDE6B-2914-4163-918C-23162C57774F}"/>
              </a:ext>
            </a:extLst>
          </p:cNvPr>
          <p:cNvSpPr txBox="1"/>
          <p:nvPr/>
        </p:nvSpPr>
        <p:spPr>
          <a:xfrm>
            <a:off x="9746074" y="5621881"/>
            <a:ext cx="23780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Small(1um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□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CO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top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endParaRPr lang="en-US" altLang="ja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03C0AB4-A6E8-47AC-91FE-C358D27A057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79550" y="5203724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37005"/>
              </p:ext>
            </p:extLst>
          </p:nvPr>
        </p:nvGraphicFramePr>
        <p:xfrm>
          <a:off x="7634979" y="606375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1.3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CO(L)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1.2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542317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562247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766874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722317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768216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609474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542585" y="526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48923D-030E-4AC3-9934-982B7674484B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/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  <p:sp>
        <p:nvSpPr>
          <p:cNvPr id="80" name="TextBox 79">
            <a:extLst>
              <a:ext uri="{FF2B5EF4-FFF2-40B4-BE49-F238E27FC236}">
                <a16:creationId xmlns:a16="http://schemas.microsoft.com/office/drawing/2014/main" id="{1C61A5DE-5992-4EC3-B000-C3A3D53FEEF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3230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/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E608EF-D37E-42C0-9FDD-8BF511A7382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79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2">
              <a:lumMod val="50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9748</TotalTime>
  <Words>7204</Words>
  <Application>Microsoft Office PowerPoint</Application>
  <PresentationFormat>Widescreen</PresentationFormat>
  <Paragraphs>2448</Paragraphs>
  <Slides>41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Aptos Display</vt:lpstr>
      <vt:lpstr>HGMaruGothicMPRO</vt:lpstr>
      <vt:lpstr>Meiryo</vt:lpstr>
      <vt:lpstr>Arial</vt:lpstr>
      <vt:lpstr>Courier New</vt:lpstr>
      <vt:lpstr>Office Theme</vt:lpstr>
      <vt:lpstr>TR-1um 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Rules Summary</dc:title>
  <dc:creator>Jun OKAMURA/岡村淳一</dc:creator>
  <cp:lastModifiedBy>Hiroyasu Ojiro</cp:lastModifiedBy>
  <cp:revision>268</cp:revision>
  <cp:lastPrinted>2025-12-26T07:04:29Z</cp:lastPrinted>
  <dcterms:created xsi:type="dcterms:W3CDTF">2025-11-21T00:35:17Z</dcterms:created>
  <dcterms:modified xsi:type="dcterms:W3CDTF">2026-07-31T02:40:42Z</dcterms:modified>
</cp:coreProperties>
</file>