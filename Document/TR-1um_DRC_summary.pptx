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261" r:id="rId2"/>
    <p:sldId id="276" r:id="rId3"/>
    <p:sldId id="288" r:id="rId4"/>
    <p:sldId id="289" r:id="rId5"/>
    <p:sldId id="290" r:id="rId6"/>
    <p:sldId id="291" r:id="rId7"/>
    <p:sldId id="292" r:id="rId8"/>
    <p:sldId id="293" r:id="rId9"/>
    <p:sldId id="284" r:id="rId10"/>
    <p:sldId id="286" r:id="rId11"/>
    <p:sldId id="281" r:id="rId12"/>
    <p:sldId id="282" r:id="rId13"/>
    <p:sldId id="267" r:id="rId14"/>
    <p:sldId id="287" r:id="rId15"/>
    <p:sldId id="294" r:id="rId16"/>
    <p:sldId id="326" r:id="rId17"/>
    <p:sldId id="327" r:id="rId18"/>
    <p:sldId id="328" r:id="rId19"/>
    <p:sldId id="329" r:id="rId20"/>
    <p:sldId id="330" r:id="rId21"/>
    <p:sldId id="331" r:id="rId22"/>
    <p:sldId id="332" r:id="rId23"/>
    <p:sldId id="333" r:id="rId24"/>
    <p:sldId id="325" r:id="rId25"/>
    <p:sldId id="317" r:id="rId26"/>
    <p:sldId id="318" r:id="rId27"/>
    <p:sldId id="319" r:id="rId28"/>
    <p:sldId id="320" r:id="rId29"/>
    <p:sldId id="321" r:id="rId30"/>
    <p:sldId id="322" r:id="rId31"/>
    <p:sldId id="323" r:id="rId32"/>
    <p:sldId id="324" r:id="rId33"/>
    <p:sldId id="316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07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297" r:id="rId52"/>
    <p:sldId id="279" r:id="rId53"/>
    <p:sldId id="262" r:id="rId54"/>
    <p:sldId id="260" r:id="rId55"/>
    <p:sldId id="274" r:id="rId56"/>
    <p:sldId id="265" r:id="rId57"/>
    <p:sldId id="275" r:id="rId58"/>
    <p:sldId id="295" r:id="rId59"/>
    <p:sldId id="296" r:id="rId60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F85FF"/>
    <a:srgbClr val="BFBFBF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42"/>
    <p:restoredTop sz="91752" autoAdjust="0"/>
  </p:normalViewPr>
  <p:slideViewPr>
    <p:cSldViewPr snapToGrid="0">
      <p:cViewPr varScale="1">
        <p:scale>
          <a:sx n="108" d="100"/>
          <a:sy n="108" d="100"/>
        </p:scale>
        <p:origin x="144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77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545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51322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3026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8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145924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243700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986743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0759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614344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0966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80981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025843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1485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50617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848977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38594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130373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40622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52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53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56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04355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08/19/2026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3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emf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emf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emf"/><Relationship Id="rId4" Type="http://schemas.openxmlformats.org/officeDocument/2006/relationships/image" Target="../media/image3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em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TR-1um</a:t>
            </a:r>
            <a:br>
              <a:rPr lang="en-US" dirty="0"/>
            </a:br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8/19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0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B36DA44-1E43-403B-8AF2-0F76478BC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242" y="582244"/>
            <a:ext cx="4444822" cy="471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0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39759C-AD25-4C26-B23C-721BAE01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053" y="540000"/>
            <a:ext cx="4657864" cy="4657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1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5" y="5033806"/>
            <a:ext cx="5738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8412554" y="5568423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400761" y="2923704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18329" y="1599400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56562" y="2478117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78085" y="262296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75299" y="16623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E81A7B47-002C-4789-9261-2497F6F4927A}"/>
              </a:ext>
            </a:extLst>
          </p:cNvPr>
          <p:cNvSpPr/>
          <p:nvPr/>
        </p:nvSpPr>
        <p:spPr>
          <a:xfrm>
            <a:off x="6486217" y="5616011"/>
            <a:ext cx="1483957" cy="104833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3BE4C9F4-51C2-466E-B3CD-BD337F2A14AC}"/>
              </a:ext>
            </a:extLst>
          </p:cNvPr>
          <p:cNvSpPr txBox="1"/>
          <p:nvPr/>
        </p:nvSpPr>
        <p:spPr>
          <a:xfrm>
            <a:off x="7309890" y="639988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9F69F7-9A00-4D48-9FF6-5D36996602C1}"/>
              </a:ext>
            </a:extLst>
          </p:cNvPr>
          <p:cNvSpPr/>
          <p:nvPr/>
        </p:nvSpPr>
        <p:spPr>
          <a:xfrm>
            <a:off x="6929907" y="5611837"/>
            <a:ext cx="543522" cy="379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915947D8-A8FD-4B36-A3D1-2C193AEBA2B8}"/>
              </a:ext>
            </a:extLst>
          </p:cNvPr>
          <p:cNvSpPr/>
          <p:nvPr/>
        </p:nvSpPr>
        <p:spPr>
          <a:xfrm>
            <a:off x="7117951" y="5568422"/>
            <a:ext cx="170241" cy="1285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B69F2EB3-DD70-416A-A57A-93577726E043}"/>
              </a:ext>
            </a:extLst>
          </p:cNvPr>
          <p:cNvCxnSpPr>
            <a:cxnSpLocks/>
            <a:stCxn id="227" idx="0"/>
          </p:cNvCxnSpPr>
          <p:nvPr/>
        </p:nvCxnSpPr>
        <p:spPr>
          <a:xfrm>
            <a:off x="7203072" y="5568422"/>
            <a:ext cx="98" cy="4228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CC3523A-3D5C-42B1-9D5F-CDA487067374}"/>
              </a:ext>
            </a:extLst>
          </p:cNvPr>
          <p:cNvSpPr txBox="1"/>
          <p:nvPr/>
        </p:nvSpPr>
        <p:spPr>
          <a:xfrm>
            <a:off x="6859279" y="53287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GC.E2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5B0128E-53DC-411B-8C7F-B8BA575314FB}"/>
              </a:ext>
            </a:extLst>
          </p:cNvPr>
          <p:cNvCxnSpPr>
            <a:cxnSpLocks/>
          </p:cNvCxnSpPr>
          <p:nvPr/>
        </p:nvCxnSpPr>
        <p:spPr>
          <a:xfrm flipH="1" flipV="1">
            <a:off x="6929910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30C1E413-F317-43C5-8F7A-980F88176329}"/>
              </a:ext>
            </a:extLst>
          </p:cNvPr>
          <p:cNvCxnSpPr>
            <a:cxnSpLocks/>
          </p:cNvCxnSpPr>
          <p:nvPr/>
        </p:nvCxnSpPr>
        <p:spPr>
          <a:xfrm flipH="1" flipV="1">
            <a:off x="7288194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B4112588-4EE6-4ED2-880F-159BD1D92968}"/>
              </a:ext>
            </a:extLst>
          </p:cNvPr>
          <p:cNvSpPr txBox="1"/>
          <p:nvPr/>
        </p:nvSpPr>
        <p:spPr>
          <a:xfrm>
            <a:off x="6520376" y="5859899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2080B61F-7417-4FCE-9B04-D7D513D4B380}"/>
              </a:ext>
            </a:extLst>
          </p:cNvPr>
          <p:cNvSpPr txBox="1"/>
          <p:nvPr/>
        </p:nvSpPr>
        <p:spPr>
          <a:xfrm>
            <a:off x="7396368" y="5868948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0BA71B8-0889-4AC5-8104-A0A220F11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9115" y="179523"/>
            <a:ext cx="4358748" cy="5021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0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0" y="1514534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1621A6D-6B2B-4997-A4E2-025A9BC96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8903" y="127409"/>
            <a:ext cx="3452982" cy="5380795"/>
          </a:xfrm>
          <a:prstGeom prst="rect">
            <a:avLst/>
          </a:prstGeom>
        </p:spPr>
      </p:pic>
      <p:sp>
        <p:nvSpPr>
          <p:cNvPr id="123" name="Rectangle 122">
            <a:extLst>
              <a:ext uri="{FF2B5EF4-FFF2-40B4-BE49-F238E27FC236}">
                <a16:creationId xmlns:a16="http://schemas.microsoft.com/office/drawing/2014/main" id="{9BE346EE-6448-4B39-A4D4-B2BCCF864FDD}"/>
              </a:ext>
            </a:extLst>
          </p:cNvPr>
          <p:cNvSpPr/>
          <p:nvPr/>
        </p:nvSpPr>
        <p:spPr>
          <a:xfrm>
            <a:off x="7474473" y="1307296"/>
            <a:ext cx="540000" cy="68242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892B927-94BD-4AD8-B96B-1EAE50A44E4F}"/>
              </a:ext>
            </a:extLst>
          </p:cNvPr>
          <p:cNvCxnSpPr>
            <a:cxnSpLocks/>
          </p:cNvCxnSpPr>
          <p:nvPr/>
        </p:nvCxnSpPr>
        <p:spPr>
          <a:xfrm>
            <a:off x="7104521" y="1394606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4FF30185-21F3-4183-935F-C47A96AE8C98}"/>
              </a:ext>
            </a:extLst>
          </p:cNvPr>
          <p:cNvSpPr txBox="1"/>
          <p:nvPr/>
        </p:nvSpPr>
        <p:spPr>
          <a:xfrm>
            <a:off x="7134934" y="109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8C1C3A8-3308-47CD-9687-3E32B4F8A881}"/>
              </a:ext>
            </a:extLst>
          </p:cNvPr>
          <p:cNvSpPr txBox="1"/>
          <p:nvPr/>
        </p:nvSpPr>
        <p:spPr>
          <a:xfrm>
            <a:off x="7482572" y="1355296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7BFB898-C703-48AD-9969-270378317A77}"/>
              </a:ext>
            </a:extLst>
          </p:cNvPr>
          <p:cNvSpPr/>
          <p:nvPr/>
        </p:nvSpPr>
        <p:spPr>
          <a:xfrm>
            <a:off x="7475152" y="2746673"/>
            <a:ext cx="540000" cy="68242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387110D-0B1C-4B6B-9961-7F5320BDF7F7}"/>
              </a:ext>
            </a:extLst>
          </p:cNvPr>
          <p:cNvCxnSpPr>
            <a:cxnSpLocks/>
          </p:cNvCxnSpPr>
          <p:nvPr/>
        </p:nvCxnSpPr>
        <p:spPr>
          <a:xfrm>
            <a:off x="7105200" y="2833983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DD29C3FC-864C-4968-BCB3-58FB2942E0D9}"/>
              </a:ext>
            </a:extLst>
          </p:cNvPr>
          <p:cNvSpPr txBox="1"/>
          <p:nvPr/>
        </p:nvSpPr>
        <p:spPr>
          <a:xfrm>
            <a:off x="7135613" y="2537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007E946-5113-4B7A-8195-1CFE3BB71A89}"/>
              </a:ext>
            </a:extLst>
          </p:cNvPr>
          <p:cNvSpPr txBox="1"/>
          <p:nvPr/>
        </p:nvSpPr>
        <p:spPr>
          <a:xfrm>
            <a:off x="7483251" y="2794673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</p:spTree>
    <p:extLst>
      <p:ext uri="{BB962C8B-B14F-4D97-AF65-F5344CB8AC3E}">
        <p14:creationId xmlns:p14="http://schemas.microsoft.com/office/powerpoint/2010/main" val="268272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287583" y="3301860"/>
            <a:ext cx="97709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3999379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26937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449379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583883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599531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303938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2646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04934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1474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599531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583883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10667" y="465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0287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4841589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94685" y="4534424"/>
            <a:ext cx="4242876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/M1C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in scribe ring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in scribe ring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 in core region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 on Pad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474166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645834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645834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532379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532379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4756048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3632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491783" y="330186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D02304D-9423-4640-9DAD-85DAE8282CB1}"/>
              </a:ext>
            </a:extLst>
          </p:cNvPr>
          <p:cNvSpPr/>
          <p:nvPr/>
        </p:nvSpPr>
        <p:spPr>
          <a:xfrm rot="16200000">
            <a:off x="2008942" y="-1234366"/>
            <a:ext cx="93620" cy="3721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DFF4624-7EC6-44F9-8E0D-8533506A3BC3}"/>
              </a:ext>
            </a:extLst>
          </p:cNvPr>
          <p:cNvSpPr/>
          <p:nvPr/>
        </p:nvSpPr>
        <p:spPr>
          <a:xfrm rot="16200000">
            <a:off x="5918732" y="-573797"/>
            <a:ext cx="100627" cy="24010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BBAD52F-94ED-4A07-B009-BDD366FD7078}"/>
              </a:ext>
            </a:extLst>
          </p:cNvPr>
          <p:cNvSpPr txBox="1"/>
          <p:nvPr/>
        </p:nvSpPr>
        <p:spPr>
          <a:xfrm>
            <a:off x="5596496" y="486780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59A2141-A11C-44E4-8261-1E9A7A9C63D3}"/>
              </a:ext>
            </a:extLst>
          </p:cNvPr>
          <p:cNvSpPr txBox="1"/>
          <p:nvPr/>
        </p:nvSpPr>
        <p:spPr>
          <a:xfrm>
            <a:off x="1713770" y="478797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1(S)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5768291-D778-4E85-B245-FA31AA08F271}"/>
              </a:ext>
            </a:extLst>
          </p:cNvPr>
          <p:cNvCxnSpPr>
            <a:cxnSpLocks/>
            <a:stCxn id="57" idx="3"/>
          </p:cNvCxnSpPr>
          <p:nvPr/>
        </p:nvCxnSpPr>
        <p:spPr>
          <a:xfrm flipH="1" flipV="1">
            <a:off x="6746983" y="66072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9C7D791-ECC5-4D66-89C0-FB273602BA3F}"/>
              </a:ext>
            </a:extLst>
          </p:cNvPr>
          <p:cNvCxnSpPr>
            <a:cxnSpLocks/>
          </p:cNvCxnSpPr>
          <p:nvPr/>
        </p:nvCxnSpPr>
        <p:spPr>
          <a:xfrm flipH="1" flipV="1">
            <a:off x="3694083" y="66194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6183F4A-3EA7-4DEB-B0E1-7E7828E917B1}"/>
              </a:ext>
            </a:extLst>
          </p:cNvPr>
          <p:cNvSpPr txBox="1"/>
          <p:nvPr/>
        </p:nvSpPr>
        <p:spPr>
          <a:xfrm flipH="1">
            <a:off x="3818392" y="67182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F08DF8C-49B2-4A36-B202-659DDE545A04}"/>
              </a:ext>
            </a:extLst>
          </p:cNvPr>
          <p:cNvSpPr txBox="1"/>
          <p:nvPr/>
        </p:nvSpPr>
        <p:spPr>
          <a:xfrm flipH="1">
            <a:off x="6799498" y="679128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M2.SCR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BB55C5-6248-4CA2-BE00-B869A3037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308" y="103143"/>
            <a:ext cx="4234300" cy="4488657"/>
          </a:xfrm>
          <a:prstGeom prst="rect">
            <a:avLst/>
          </a:prstGeom>
        </p:spPr>
      </p:pic>
      <p:sp>
        <p:nvSpPr>
          <p:cNvPr id="121" name="Rectangle 120">
            <a:extLst>
              <a:ext uri="{FF2B5EF4-FFF2-40B4-BE49-F238E27FC236}">
                <a16:creationId xmlns:a16="http://schemas.microsoft.com/office/drawing/2014/main" id="{A0155D4A-3C03-4C4B-A837-BDB15B9ABDB5}"/>
              </a:ext>
            </a:extLst>
          </p:cNvPr>
          <p:cNvSpPr/>
          <p:nvPr/>
        </p:nvSpPr>
        <p:spPr>
          <a:xfrm rot="16200000">
            <a:off x="1235703" y="6115446"/>
            <a:ext cx="677330" cy="668899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6BA0FB74-FFB4-4399-AA38-2218C0CFFE9A}"/>
              </a:ext>
            </a:extLst>
          </p:cNvPr>
          <p:cNvSpPr txBox="1"/>
          <p:nvPr/>
        </p:nvSpPr>
        <p:spPr>
          <a:xfrm>
            <a:off x="751265" y="6087136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8641AD7-AEEB-4E03-B436-8041D758D8E8}"/>
              </a:ext>
            </a:extLst>
          </p:cNvPr>
          <p:cNvSpPr/>
          <p:nvPr/>
        </p:nvSpPr>
        <p:spPr>
          <a:xfrm>
            <a:off x="1359375" y="6235124"/>
            <a:ext cx="446001" cy="439552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CA36854-A24D-4EC5-AE79-2D78DBA9E909}"/>
              </a:ext>
            </a:extLst>
          </p:cNvPr>
          <p:cNvSpPr txBox="1"/>
          <p:nvPr/>
        </p:nvSpPr>
        <p:spPr>
          <a:xfrm>
            <a:off x="1283206" y="6243423"/>
            <a:ext cx="6256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  <a:endParaRPr lang="en-JP" sz="12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8A9F36DB-B5F2-4874-AAE5-2F94997969B4}"/>
              </a:ext>
            </a:extLst>
          </p:cNvPr>
          <p:cNvCxnSpPr>
            <a:cxnSpLocks/>
            <a:endCxn id="123" idx="3"/>
          </p:cNvCxnSpPr>
          <p:nvPr/>
        </p:nvCxnSpPr>
        <p:spPr>
          <a:xfrm>
            <a:off x="1357842" y="6449895"/>
            <a:ext cx="447534" cy="5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376A0DE-0D85-46F6-A36A-5FF7315C2E81}"/>
              </a:ext>
            </a:extLst>
          </p:cNvPr>
          <p:cNvSpPr txBox="1"/>
          <p:nvPr/>
        </p:nvSpPr>
        <p:spPr>
          <a:xfrm>
            <a:off x="1756941" y="6320367"/>
            <a:ext cx="787739" cy="276999"/>
          </a:xfrm>
          <a:prstGeom prst="rect">
            <a:avLst/>
          </a:prstGeom>
          <a:solidFill>
            <a:srgbClr val="D9D9D9">
              <a:alpha val="43137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4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PP.W1(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PP.S1(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7D9CB0E6-1AE5-4E5A-9F97-785E19D70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509" y="384991"/>
            <a:ext cx="5191157" cy="43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08/06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33780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4698C8EC-60AF-40D9-AF0F-7505538F078A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43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C4C3AD-30DA-41AC-9060-04D2933CC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845" y="598960"/>
            <a:ext cx="4442431" cy="4863975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B2457349-035B-4583-8FDC-531333CCDEA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63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39759C-AD25-4C26-B23C-721BAE01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053" y="540000"/>
            <a:ext cx="4657864" cy="465786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B92905B0-53C1-4F5C-AB9F-ECC229A683E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78554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5" y="5033806"/>
            <a:ext cx="5738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8412554" y="5568423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400761" y="2923704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18329" y="1599400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56562" y="2478117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78085" y="262296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75299" y="16623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F4C98D-388E-4FCD-AACA-9460D5539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176" y="271650"/>
            <a:ext cx="4345657" cy="5170380"/>
          </a:xfrm>
          <a:prstGeom prst="rect">
            <a:avLst/>
          </a:prstGeom>
        </p:spPr>
      </p:pic>
      <p:sp>
        <p:nvSpPr>
          <p:cNvPr id="225" name="Rectangle 224">
            <a:extLst>
              <a:ext uri="{FF2B5EF4-FFF2-40B4-BE49-F238E27FC236}">
                <a16:creationId xmlns:a16="http://schemas.microsoft.com/office/drawing/2014/main" id="{E81A7B47-002C-4789-9261-2497F6F4927A}"/>
              </a:ext>
            </a:extLst>
          </p:cNvPr>
          <p:cNvSpPr/>
          <p:nvPr/>
        </p:nvSpPr>
        <p:spPr>
          <a:xfrm>
            <a:off x="6486217" y="5616011"/>
            <a:ext cx="1483957" cy="104833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3BE4C9F4-51C2-466E-B3CD-BD337F2A14AC}"/>
              </a:ext>
            </a:extLst>
          </p:cNvPr>
          <p:cNvSpPr txBox="1"/>
          <p:nvPr/>
        </p:nvSpPr>
        <p:spPr>
          <a:xfrm>
            <a:off x="7309890" y="639988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9F69F7-9A00-4D48-9FF6-5D36996602C1}"/>
              </a:ext>
            </a:extLst>
          </p:cNvPr>
          <p:cNvSpPr/>
          <p:nvPr/>
        </p:nvSpPr>
        <p:spPr>
          <a:xfrm>
            <a:off x="6929907" y="5611837"/>
            <a:ext cx="543522" cy="379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915947D8-A8FD-4B36-A3D1-2C193AEBA2B8}"/>
              </a:ext>
            </a:extLst>
          </p:cNvPr>
          <p:cNvSpPr/>
          <p:nvPr/>
        </p:nvSpPr>
        <p:spPr>
          <a:xfrm>
            <a:off x="7117951" y="5568422"/>
            <a:ext cx="170241" cy="1285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B69F2EB3-DD70-416A-A57A-93577726E043}"/>
              </a:ext>
            </a:extLst>
          </p:cNvPr>
          <p:cNvCxnSpPr>
            <a:cxnSpLocks/>
            <a:stCxn id="227" idx="0"/>
          </p:cNvCxnSpPr>
          <p:nvPr/>
        </p:nvCxnSpPr>
        <p:spPr>
          <a:xfrm>
            <a:off x="7203072" y="5568422"/>
            <a:ext cx="98" cy="4228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CC3523A-3D5C-42B1-9D5F-CDA487067374}"/>
              </a:ext>
            </a:extLst>
          </p:cNvPr>
          <p:cNvSpPr txBox="1"/>
          <p:nvPr/>
        </p:nvSpPr>
        <p:spPr>
          <a:xfrm>
            <a:off x="6859279" y="53287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GC.E2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5B0128E-53DC-411B-8C7F-B8BA575314FB}"/>
              </a:ext>
            </a:extLst>
          </p:cNvPr>
          <p:cNvCxnSpPr>
            <a:cxnSpLocks/>
          </p:cNvCxnSpPr>
          <p:nvPr/>
        </p:nvCxnSpPr>
        <p:spPr>
          <a:xfrm flipH="1" flipV="1">
            <a:off x="6929910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30C1E413-F317-43C5-8F7A-980F88176329}"/>
              </a:ext>
            </a:extLst>
          </p:cNvPr>
          <p:cNvCxnSpPr>
            <a:cxnSpLocks/>
          </p:cNvCxnSpPr>
          <p:nvPr/>
        </p:nvCxnSpPr>
        <p:spPr>
          <a:xfrm flipH="1" flipV="1">
            <a:off x="7288194" y="5859896"/>
            <a:ext cx="188042" cy="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B4112588-4EE6-4ED2-880F-159BD1D92968}"/>
              </a:ext>
            </a:extLst>
          </p:cNvPr>
          <p:cNvSpPr txBox="1"/>
          <p:nvPr/>
        </p:nvSpPr>
        <p:spPr>
          <a:xfrm>
            <a:off x="6520376" y="5859899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2080B61F-7417-4FCE-9B04-D7D513D4B380}"/>
              </a:ext>
            </a:extLst>
          </p:cNvPr>
          <p:cNvSpPr txBox="1"/>
          <p:nvPr/>
        </p:nvSpPr>
        <p:spPr>
          <a:xfrm>
            <a:off x="7396368" y="5868948"/>
            <a:ext cx="57380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&lt;=1.2um</a:t>
            </a:r>
            <a:endParaRPr lang="en-JP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F0C1D92B-411A-416B-9EC8-8DA9ECBD896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964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0" y="1514534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174B9E-A209-45E3-89FA-A852EF7E9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4823" y="123354"/>
            <a:ext cx="3538995" cy="5360156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0970BFC9-EF0D-4312-BC68-F6898B08D2BC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0999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287583" y="3301860"/>
            <a:ext cx="97709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10667" y="49395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457356" y="4973401"/>
            <a:ext cx="4242876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/M1C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in scribe ring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M2(S)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in scribe ring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491783" y="330186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01C2A36-E16F-4E70-9BFC-BA3B58662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313" y="97984"/>
            <a:ext cx="4654580" cy="4875417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7D02304D-9423-4640-9DAD-85DAE8282CB1}"/>
              </a:ext>
            </a:extLst>
          </p:cNvPr>
          <p:cNvSpPr/>
          <p:nvPr/>
        </p:nvSpPr>
        <p:spPr>
          <a:xfrm rot="16200000">
            <a:off x="2008942" y="-1234366"/>
            <a:ext cx="93620" cy="3721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DFF4624-7EC6-44F9-8E0D-8533506A3BC3}"/>
              </a:ext>
            </a:extLst>
          </p:cNvPr>
          <p:cNvSpPr/>
          <p:nvPr/>
        </p:nvSpPr>
        <p:spPr>
          <a:xfrm rot="16200000">
            <a:off x="5918732" y="-573797"/>
            <a:ext cx="100627" cy="24010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BBAD52F-94ED-4A07-B009-BDD366FD7078}"/>
              </a:ext>
            </a:extLst>
          </p:cNvPr>
          <p:cNvSpPr txBox="1"/>
          <p:nvPr/>
        </p:nvSpPr>
        <p:spPr>
          <a:xfrm>
            <a:off x="5596496" y="486780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59A2141-A11C-44E4-8261-1E9A7A9C63D3}"/>
              </a:ext>
            </a:extLst>
          </p:cNvPr>
          <p:cNvSpPr txBox="1"/>
          <p:nvPr/>
        </p:nvSpPr>
        <p:spPr>
          <a:xfrm>
            <a:off x="1713770" y="478797"/>
            <a:ext cx="70846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1(S)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5768291-D778-4E85-B245-FA31AA08F271}"/>
              </a:ext>
            </a:extLst>
          </p:cNvPr>
          <p:cNvCxnSpPr>
            <a:cxnSpLocks/>
            <a:stCxn id="57" idx="3"/>
          </p:cNvCxnSpPr>
          <p:nvPr/>
        </p:nvCxnSpPr>
        <p:spPr>
          <a:xfrm flipH="1" flipV="1">
            <a:off x="6746983" y="66072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9C7D791-ECC5-4D66-89C0-FB273602BA3F}"/>
              </a:ext>
            </a:extLst>
          </p:cNvPr>
          <p:cNvCxnSpPr>
            <a:cxnSpLocks/>
          </p:cNvCxnSpPr>
          <p:nvPr/>
        </p:nvCxnSpPr>
        <p:spPr>
          <a:xfrm flipH="1" flipV="1">
            <a:off x="3694083" y="661948"/>
            <a:ext cx="1" cy="1919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6183F4A-3EA7-4DEB-B0E1-7E7828E917B1}"/>
              </a:ext>
            </a:extLst>
          </p:cNvPr>
          <p:cNvSpPr txBox="1"/>
          <p:nvPr/>
        </p:nvSpPr>
        <p:spPr>
          <a:xfrm flipH="1">
            <a:off x="3818392" y="671820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M1.SCR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F08DF8C-49B2-4A36-B202-659DDE545A04}"/>
              </a:ext>
            </a:extLst>
          </p:cNvPr>
          <p:cNvSpPr txBox="1"/>
          <p:nvPr/>
        </p:nvSpPr>
        <p:spPr>
          <a:xfrm flipH="1">
            <a:off x="6799498" y="679128"/>
            <a:ext cx="56502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M2.SCR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F1DCF7B-4DC9-4D51-B835-E3ECAC6BCCDE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22916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E6D1D407-B52F-4B16-8C38-FE2C0935A5DA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6938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solidFill>
                  <a:schemeClr val="tx1"/>
                </a:solidFill>
              </a:rPr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PP.W1(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PP.S1(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959E203-61BE-4D3F-8373-6FD65D9E9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061" y="442917"/>
            <a:ext cx="5219700" cy="454342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A56886-C1A5-4D5E-A8AC-1AC4747A900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3134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07/31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139924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71739C-0482-4F5D-A2C9-DAAD891A714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850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92DB1-E304-4549-965B-8E35A3B44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970" y="599158"/>
            <a:ext cx="4423071" cy="4842778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44C709D-47BA-4C31-B07B-53489B0F51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6861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E84060-E6FE-4797-BBD1-9B562BCAF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837" y="533979"/>
            <a:ext cx="4633785" cy="4633785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03D58A4B-02D0-46BE-8E64-AFE824FB7CC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2252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877515" y="5357181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391708" y="3734723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09276" y="2410419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47509" y="3289136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69032" y="34339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66246" y="247341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41DD421-3CF1-46C0-9F9E-DBCA70C14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763" y="389643"/>
            <a:ext cx="4226451" cy="4828026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0FE3CD-EC3B-43D9-BFDF-84D0427CE7C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7676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23BDFCF-7364-4151-A7FD-949B8847B66C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089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293619" y="4859145"/>
            <a:ext cx="4242876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0AC88B-8273-4381-8F1B-17A8A0DBF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169" y="286088"/>
            <a:ext cx="4772312" cy="4545889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168245" y="330186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7CD1C9C-DCFB-4DA9-95B4-2DAAAE45816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6604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66DA9211-C48D-4F12-9687-0E62C5D77769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4999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EE67D7D1-DC32-478C-BECF-A9B71550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123" y="584934"/>
            <a:ext cx="5081718" cy="442332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17AAFD2-D50E-443F-ADB9-D49E668FB79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29740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07/27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7306251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AP+AN+AC+AR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55E66-5674-4567-A210-CABCA987A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2" y="3338284"/>
            <a:ext cx="3786966" cy="270909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7C4ACFC6-26FE-49AC-9E89-D7538F24D90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532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244021-34F4-46B3-B4A6-669E77838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145" y="598771"/>
            <a:ext cx="4477506" cy="4586305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B6DDCE3-2315-4E51-A131-C29DCF2EAFA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8048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093092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interacting(GC)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interacting(GC)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EF09B6A-AEE5-4F9B-9E95-1D663B877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542" y="533980"/>
            <a:ext cx="4450957" cy="4559110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2F9A03B-D745-488D-8D60-269EAFFC2E9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1660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52987" y="2551455"/>
            <a:ext cx="102564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818278" y="4884883"/>
            <a:ext cx="3255180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10073458" y="4856800"/>
            <a:ext cx="2071697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O.AN/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67379" y="35539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B16582-4E93-4457-8DAF-67141981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146" y="558460"/>
            <a:ext cx="4458362" cy="4350028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B71D740A-F8AC-4009-B13E-2D3E3F52905F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566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GC_R1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2CF54E-8DD7-4B81-B1DC-8786935BCAA2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016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9F44DE-E628-49FF-95E5-E07951898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1970" y="855362"/>
            <a:ext cx="4801952" cy="4218538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684C94D9-F8AD-4313-BB7B-A9C50AF68B0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48735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interacting(GC) &amp;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interacting(GC) -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797216" y="6049359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873009-E0FE-451B-9A53-25BA67F76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561" y="279795"/>
            <a:ext cx="5095875" cy="478155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70FE95C2-C1C5-4DCD-ADA8-88A9685A0EA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147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4E925-C440-45C5-9BFC-87CB8CF93BF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7791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06/30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210290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158550" y="6102193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E0C9C9-DAA9-4579-97A3-ACCFDFCCF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3414684"/>
            <a:ext cx="3455369" cy="26875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A5BE9-9D95-448B-9F00-8AAE08249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741162"/>
            <a:ext cx="4806135" cy="255853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04391F9E-C126-4B99-A3E4-4EA46005A59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0972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6750C-1487-4AA6-828A-509BA9C2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887" y="596302"/>
            <a:ext cx="4347852" cy="4404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4DD843C-E011-4815-AE4A-5078AD796C5E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669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453327" y="5315791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 GC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 GC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52C864D-FEB9-4AE0-BF2D-D1BDA1941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327" y="533979"/>
            <a:ext cx="4574591" cy="4633782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AE9CD62-C0B5-45A8-9498-84DA0C1D763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6204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81967" y="249057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43827" y="144025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04548" y="49348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0517" y="4216246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762685" y="5103674"/>
            <a:ext cx="280836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 for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1B2ED-5949-4E53-92C5-BCCEF076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813" y="540000"/>
            <a:ext cx="4960221" cy="4547633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9559280" y="5103674"/>
            <a:ext cx="230662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7" y="2595230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277275" y="3849501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O.AN(&gt;=0.8)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209D406-8876-4A8B-BBE1-E844EB92B56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11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955708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41334" y="963695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40093" y="555591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5954059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836922B-F49C-4002-9104-D72A12A3D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482" y="135305"/>
            <a:ext cx="3529580" cy="5408543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C3DF52FB-3B40-41CD-8255-456E3A9276E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9172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370836" y="44998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endParaRPr lang="en-JP" sz="1200" b="1" strike="sngStrik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FC3145-151F-4220-85FE-9EF80498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220" y="866299"/>
            <a:ext cx="4666639" cy="4269845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E8ECA6-33FF-4287-9B61-FE5A018D65E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9888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99501" y="138149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142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64040" y="486608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521680" y="43700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811870" y="19602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08191" y="466493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828408" y="46945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9501" y="53235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51212" y="4434104"/>
            <a:ext cx="411671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APE/ANE：AP/AN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ESD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303007-3E59-451C-924F-7DA16C58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452" y="531585"/>
            <a:ext cx="4811496" cy="3797613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CA49761-6208-478D-9CC4-7DE9042E4A6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6024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085539-DFDE-4C9A-A8CA-77A9E59CB21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9688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11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806144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6386141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E48398-6FCA-46C2-8F04-AFA9CF102FD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26122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Wmin</a:t>
                      </a:r>
                      <a:r>
                        <a:rPr lang="en-US" sz="1100" u="none" strike="noStrike" dirty="0">
                          <a:effectLst/>
                        </a:rPr>
                        <a:t>/max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120.0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AC.S1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AC.R1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Donut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BE8BBB-A8FA-44B0-B168-9BE308BE7E0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  <p:sp>
        <p:nvSpPr>
          <p:cNvPr id="81" name="TextBox 80">
            <a:extLst>
              <a:ext uri="{FF2B5EF4-FFF2-40B4-BE49-F238E27FC236}">
                <a16:creationId xmlns:a16="http://schemas.microsoft.com/office/drawing/2014/main" id="{00AD8C03-1218-4C27-BFFF-8328F8FD138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291173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1100" u="none" strike="noStrike" dirty="0">
                          <a:effectLst/>
                        </a:rPr>
                        <a:t>1.</a:t>
                      </a:r>
                      <a:r>
                        <a:rPr lang="en-US" altLang="ja-JP" sz="1100" u="none" strike="noStrike" dirty="0">
                          <a:effectLst/>
                        </a:rPr>
                        <a:t>0</a:t>
                      </a:r>
                      <a:endParaRPr lang="en-JP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  <p:sp>
        <p:nvSpPr>
          <p:cNvPr id="96" name="TextBox 95">
            <a:extLst>
              <a:ext uri="{FF2B5EF4-FFF2-40B4-BE49-F238E27FC236}">
                <a16:creationId xmlns:a16="http://schemas.microsoft.com/office/drawing/2014/main" id="{89D40A2C-1080-447D-8AED-30096F1AFCF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729329" y="5055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379011" y="6183679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543636" y="5541370"/>
            <a:ext cx="2378031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305590"/>
              </p:ext>
            </p:extLst>
          </p:nvPr>
        </p:nvGraphicFramePr>
        <p:xfrm>
          <a:off x="7586075" y="398869"/>
          <a:ext cx="4319999" cy="519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Rule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L1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L2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Func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MIN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MAX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AR.W1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2.8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AR.WF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Require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5246168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AR.L1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Lmin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/max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13.0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AR.GC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GC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AR.PW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AR.XY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Bevel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XYmin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Donut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WN(R)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TieDown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4.0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GR.L1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GR.S1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CL(RR)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20.0</a:t>
                      </a:r>
                      <a:endParaRPr lang="en-JP" sz="900" b="1" i="0" u="none" strike="noStrike" dirty="0">
                        <a:solidFill>
                          <a:srgbClr val="00B05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CR.AR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CO(RR)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Emin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181918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AR(T)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1.5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AR(S)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Efix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0.9@W=2.8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1.2@W=&gt;4</a:t>
                      </a: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 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Wfix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CC.S1/CO.SC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Sfix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</a:t>
                      </a: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2.9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CO.WS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Wfix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872103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CS.S1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Sfix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904938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GR.AT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GR(T)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1489936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12603158"/>
                  </a:ext>
                </a:extLst>
              </a:tr>
            </a:tbl>
          </a:graphicData>
        </a:graphic>
      </p:graphicFrame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06828" y="9636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05587" y="5555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WS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S1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CDE6B-2914-4163-918C-23162C57774F}"/>
              </a:ext>
            </a:extLst>
          </p:cNvPr>
          <p:cNvSpPr txBox="1"/>
          <p:nvPr/>
        </p:nvSpPr>
        <p:spPr>
          <a:xfrm>
            <a:off x="9746074" y="5621881"/>
            <a:ext cx="23780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Small(1um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□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CO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top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endParaRPr lang="en-US" altLang="ja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3C0AB4-A6E8-47AC-91FE-C358D27A057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79550" y="5203724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37005"/>
              </p:ext>
            </p:extLst>
          </p:nvPr>
        </p:nvGraphicFramePr>
        <p:xfrm>
          <a:off x="7634979" y="606375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1.3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CO(L)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1.2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542317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562247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766874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722317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768216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609474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542585" y="526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48923D-030E-4AC3-9934-982B7674484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/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  <p:sp>
        <p:nvSpPr>
          <p:cNvPr id="80" name="TextBox 79">
            <a:extLst>
              <a:ext uri="{FF2B5EF4-FFF2-40B4-BE49-F238E27FC236}">
                <a16:creationId xmlns:a16="http://schemas.microsoft.com/office/drawing/2014/main" id="{1C61A5DE-5992-4EC3-B000-C3A3D53FEE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3230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/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E608EF-D37E-42C0-9FDD-8BF511A7382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79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2">
              <a:lumMod val="50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10063</TotalTime>
  <Words>10559</Words>
  <Application>Microsoft Office PowerPoint</Application>
  <PresentationFormat>Widescreen</PresentationFormat>
  <Paragraphs>3337</Paragraphs>
  <Slides>59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6" baseType="lpstr">
      <vt:lpstr>Aptos</vt:lpstr>
      <vt:lpstr>Aptos Display</vt:lpstr>
      <vt:lpstr>HGMaruGothicMPRO</vt:lpstr>
      <vt:lpstr>Meiryo</vt:lpstr>
      <vt:lpstr>Arial</vt:lpstr>
      <vt:lpstr>Courier New</vt:lpstr>
      <vt:lpstr>Office Theme</vt:lpstr>
      <vt:lpstr>TR-1um 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Rules Summary</dc:title>
  <dc:creator>Jun OKAMURA/岡村淳一</dc:creator>
  <cp:lastModifiedBy>Hiroyasu Ojiro</cp:lastModifiedBy>
  <cp:revision>284</cp:revision>
  <cp:lastPrinted>2025-12-26T07:04:29Z</cp:lastPrinted>
  <dcterms:created xsi:type="dcterms:W3CDTF">2025-11-21T00:35:17Z</dcterms:created>
  <dcterms:modified xsi:type="dcterms:W3CDTF">2026-08-19T04:13:53Z</dcterms:modified>
</cp:coreProperties>
</file>