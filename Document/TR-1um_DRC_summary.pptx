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</p:sldIdLst>
  <p:sldSz cy="6858000" cx="12192000"/>
  <p:notesSz cx="6858000" cy="9144000"/>
  <p:embeddedFontLst>
    <p:embeddedFont>
      <p:font typeface="Play"/>
      <p:regular r:id="rId65"/>
      <p:bold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1C53A63-FCD8-45D1-99B7-E1A805D13903}">
  <a:tblStyle styleId="{01C53A63-FCD8-45D1-99B7-E1A805D13903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font" Target="fonts/Play-bold.fntdata"/><Relationship Id="rId21" Type="http://schemas.openxmlformats.org/officeDocument/2006/relationships/slide" Target="slides/slide16.xml"/><Relationship Id="rId65" Type="http://schemas.openxmlformats.org/officeDocument/2006/relationships/font" Target="fonts/Play-regular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JP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5" name="Google Shape;7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86" name="Google Shape;78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3" name="Google Shape;93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2" name="Google Shape;96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2" name="Google Shape;100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1" name="Google Shape;107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5" name="Google Shape;144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2" name="Google Shape;167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73" name="Google Shape;167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6" name="Google Shape;181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1" name="Google Shape;182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2" name="Google Shape;182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3" name="Google Shape;1823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1" name="Google Shape;189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2" name="Google Shape;189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7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Google Shape;201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9" name="Google Shape;201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9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1" name="Google Shape;210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3" name="Shape 2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Google Shape;225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5" name="Google Shape;225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6" name="Google Shape;225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4" name="Shape 2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" name="Google Shape;237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6" name="Google Shape;237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2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4" name="Google Shape;247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75" name="Google Shape;2475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3" name="Shape 2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4" name="Google Shape;256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5" name="Google Shape;256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6" name="Shape 2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7" name="Google Shape;261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8" name="Google Shape;261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2" name="Shape 2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3" name="Google Shape;262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4" name="Google Shape;262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5" name="Google Shape;2625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1" name="Shape 2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2" name="Google Shape;269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3" name="Google Shape;269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4" name="Google Shape;2694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1" name="Shape 2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2" name="Google Shape;280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3" name="Google Shape;280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3" name="Shape 2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4" name="Google Shape;2884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5" name="Google Shape;2885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9" name="Shape 2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" name="Google Shape;299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1" name="Google Shape;299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2" name="Google Shape;2992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0" name="Shape 3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1" name="Google Shape;311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2" name="Google Shape;311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3" name="Shape 3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4" name="Google Shape;3204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5" name="Google Shape;3205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06" name="Google Shape;3206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4" name="Shape 3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5" name="Google Shape;3295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6" name="Google Shape;3296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3" name="Shape 3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4" name="Google Shape;3344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5" name="Google Shape;3345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9" name="Shape 3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0" name="Google Shape;3350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1" name="Google Shape;3351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2" name="Google Shape;3352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2" name="Shape 3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3" name="Google Shape;3403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4" name="Google Shape;3404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5" name="Google Shape;3405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0" name="Shape 3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1" name="Google Shape;3511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2" name="Google Shape;3512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2" name="Shape 3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3" name="Google Shape;3593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4" name="Google Shape;3594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5" name="Shape 3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" name="Google Shape;3696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7" name="Google Shape;3697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8" name="Google Shape;3698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6" name="Shape 3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7" name="Google Shape;3807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8" name="Google Shape;3808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0" name="Shape 3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" name="Google Shape;3901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2" name="Google Shape;3902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3" name="Shape 3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4" name="Google Shape;3984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5" name="Google Shape;3985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2" name="Shape 4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3" name="Google Shape;4033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4" name="Google Shape;4034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8" name="Shape 4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9" name="Google Shape;4039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0" name="Google Shape;4040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1" name="Google Shape;4041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1" name="Shape 4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2" name="Google Shape;4092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3" name="Google Shape;4093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4" name="Google Shape;4094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9" name="Shape 4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0" name="Google Shape;4200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1" name="Google Shape;4201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1" name="Shape 4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2" name="Google Shape;4282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3" name="Google Shape;4283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9" name="Shape 4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0" name="Google Shape;4380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1" name="Google Shape;4381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2" name="Google Shape;4382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4" name="Shape 4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" name="Google Shape;4485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6" name="Google Shape;4486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1" name="Shape 4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2" name="Google Shape;4572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3" name="Google Shape;4573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4" name="Shape 4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5" name="Google Shape;4655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6" name="Google Shape;4656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JP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5.png"/><Relationship Id="rId4" Type="http://schemas.openxmlformats.org/officeDocument/2006/relationships/image" Target="../media/image3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JP"/>
              <a:t>TR-1um</a:t>
            </a:r>
            <a:br>
              <a:rPr lang="en-JP"/>
            </a:br>
            <a:r>
              <a:rPr lang="en-JP"/>
              <a:t>Design Rules Summary</a:t>
            </a:r>
            <a:endParaRPr/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1524000" y="3602037"/>
            <a:ext cx="9144000" cy="2133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JP"/>
              <a:t>for Drawing Layers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JP">
                <a:latin typeface="Arial"/>
                <a:ea typeface="Arial"/>
                <a:cs typeface="Arial"/>
                <a:sym typeface="Arial"/>
              </a:rPr>
              <a:t>2026/0</a:t>
            </a:r>
            <a:r>
              <a:rPr lang="en-JP"/>
              <a:t>9/09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JP">
                <a:latin typeface="Arial"/>
                <a:ea typeface="Arial"/>
                <a:cs typeface="Arial"/>
                <a:sym typeface="Arial"/>
              </a:rPr>
              <a:t>Reflected GitHub issues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JP"/>
              <a:t>https://github.com/OpenSUSI/TR-1um/issues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3081992" y="58755"/>
            <a:ext cx="602801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JP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Drawing Layers Table</a:t>
            </a:r>
            <a:endParaRPr/>
          </a:p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3019" y="520420"/>
            <a:ext cx="6165961" cy="611896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0" y="520420"/>
            <a:ext cx="3047506" cy="24468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JP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*IMPORTANT*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JP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DBU: 0.001um</a:t>
            </a:r>
            <a:endParaRPr/>
          </a:p>
          <a:p>
            <a:pPr indent="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JP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Scale Factor: 1.0</a:t>
            </a:r>
            <a:endParaRPr/>
          </a:p>
          <a:p>
            <a:pPr indent="0" lvl="1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JP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 Grid: 0.05um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1205872" y="2242345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JP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Cat-1: Prohibited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725272" y="780030"/>
            <a:ext cx="1501200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1145729" y="2327679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1205872" y="1294040"/>
            <a:ext cx="54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725272" y="837262"/>
            <a:ext cx="9740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WN(R)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2420371" y="765375"/>
            <a:ext cx="1501200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2420371" y="822607"/>
            <a:ext cx="9671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WN(C)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1145729" y="1430233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2900971" y="2227690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2840828" y="2313024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2900971" y="1279385"/>
            <a:ext cx="540000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2840828" y="141557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888218" y="3969495"/>
            <a:ext cx="22049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6" name="Google Shape;116;p15"/>
          <p:cNvSpPr/>
          <p:nvPr/>
        </p:nvSpPr>
        <p:spPr>
          <a:xfrm rot="-5400000">
            <a:off x="590049" y="3807445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1258890" y="3669030"/>
            <a:ext cx="12966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AP+AN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+AC+AR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+GC+GR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888531" y="5058904"/>
            <a:ext cx="22049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9" name="Google Shape;119;p15"/>
          <p:cNvSpPr/>
          <p:nvPr/>
        </p:nvSpPr>
        <p:spPr>
          <a:xfrm rot="-5400000">
            <a:off x="590362" y="4896854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316633" y="4758440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 rot="-5400000">
            <a:off x="2452205" y="3807445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3215960" y="3669030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 rot="-5400000">
            <a:off x="2452205" y="4896855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3215960" y="4758440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28463" y="3299697"/>
            <a:ext cx="6425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2590618" y="3299697"/>
            <a:ext cx="6425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V1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2770618" y="398234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2765833" y="5071750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5"/>
          <p:cNvSpPr/>
          <p:nvPr/>
        </p:nvSpPr>
        <p:spPr>
          <a:xfrm rot="-5400000">
            <a:off x="3964164" y="3807444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4727919" y="3669029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 rot="-5400000">
            <a:off x="3964164" y="4896854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4727919" y="4758439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4102577" y="3299696"/>
            <a:ext cx="6425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PO</a:t>
            </a: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4282577" y="3982340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4277792" y="5071749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5"/>
          <p:cNvSpPr/>
          <p:nvPr/>
        </p:nvSpPr>
        <p:spPr>
          <a:xfrm rot="-5400000">
            <a:off x="5772992" y="765375"/>
            <a:ext cx="1080000" cy="1080000"/>
          </a:xfrm>
          <a:prstGeom prst="rect">
            <a:avLst/>
          </a:prstGeom>
          <a:noFill/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5698919" y="754427"/>
            <a:ext cx="6425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PO</a:t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6042992" y="1035375"/>
            <a:ext cx="540000" cy="540000"/>
          </a:xfrm>
          <a:prstGeom prst="rect">
            <a:avLst/>
          </a:prstGeom>
          <a:noFill/>
          <a:ln cap="flat" cmpd="sng" w="19050">
            <a:solidFill>
              <a:srgbClr val="7030A0"/>
            </a:solidFill>
            <a:prstDash val="lg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6287150" y="1134707"/>
            <a:ext cx="871400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V1(P)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7231101" y="6027003"/>
            <a:ext cx="4116711" cy="830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AA   ：AP + AN + AC + AR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WN(R)：WN covering 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WN(C)：WN covering AC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V1(P)：V1 interacting PO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4108620" y="765375"/>
            <a:ext cx="1501200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4108620" y="822607"/>
            <a:ext cx="1020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WN(C)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4589220" y="1279385"/>
            <a:ext cx="540000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4529077" y="141557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4589220" y="2222461"/>
            <a:ext cx="54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4529077" y="2358654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pic>
        <p:nvPicPr>
          <p:cNvPr id="147" name="Google Shape;14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1101" y="734103"/>
            <a:ext cx="4739792" cy="255151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5"/>
          <p:cNvSpPr txBox="1"/>
          <p:nvPr/>
        </p:nvSpPr>
        <p:spPr>
          <a:xfrm>
            <a:off x="4067055" y="42011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PO.Z1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4067055" y="528475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PO.Z2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6041382" y="163471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PO.Z3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4548705" y="282389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WN.Z3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" name="Google Shape;152;p15"/>
          <p:cNvCxnSpPr/>
          <p:nvPr/>
        </p:nvCxnSpPr>
        <p:spPr>
          <a:xfrm>
            <a:off x="2900971" y="2222461"/>
            <a:ext cx="540000" cy="54000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53" name="Google Shape;153;p15"/>
          <p:cNvCxnSpPr/>
          <p:nvPr/>
        </p:nvCxnSpPr>
        <p:spPr>
          <a:xfrm flipH="1" rot="10800000">
            <a:off x="2900971" y="2242345"/>
            <a:ext cx="540000" cy="520116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4" name="Google Shape;154;p15"/>
          <p:cNvSpPr txBox="1"/>
          <p:nvPr/>
        </p:nvSpPr>
        <p:spPr>
          <a:xfrm>
            <a:off x="2894935" y="282389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WN.Z2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1169186" y="282389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WN.Z1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" name="Google Shape;156;p15"/>
          <p:cNvCxnSpPr/>
          <p:nvPr/>
        </p:nvCxnSpPr>
        <p:spPr>
          <a:xfrm>
            <a:off x="4589220" y="2222460"/>
            <a:ext cx="540000" cy="54000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57" name="Google Shape;157;p15"/>
          <p:cNvCxnSpPr/>
          <p:nvPr/>
        </p:nvCxnSpPr>
        <p:spPr>
          <a:xfrm flipH="1" rot="10800000">
            <a:off x="4589220" y="2242344"/>
            <a:ext cx="540000" cy="520116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58" name="Google Shape;158;p15"/>
          <p:cNvCxnSpPr/>
          <p:nvPr/>
        </p:nvCxnSpPr>
        <p:spPr>
          <a:xfrm>
            <a:off x="1202275" y="2228847"/>
            <a:ext cx="540000" cy="54000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59" name="Google Shape;159;p15"/>
          <p:cNvCxnSpPr/>
          <p:nvPr/>
        </p:nvCxnSpPr>
        <p:spPr>
          <a:xfrm flipH="1" rot="10800000">
            <a:off x="1202275" y="2248731"/>
            <a:ext cx="540000" cy="520116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0" name="Google Shape;160;p15"/>
          <p:cNvSpPr txBox="1"/>
          <p:nvPr/>
        </p:nvSpPr>
        <p:spPr>
          <a:xfrm>
            <a:off x="2539425" y="42011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V1.Z1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5"/>
          <p:cNvSpPr txBox="1"/>
          <p:nvPr/>
        </p:nvSpPr>
        <p:spPr>
          <a:xfrm>
            <a:off x="2539425" y="528475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V1.Z2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5"/>
          <p:cNvSpPr txBox="1"/>
          <p:nvPr/>
        </p:nvSpPr>
        <p:spPr>
          <a:xfrm>
            <a:off x="695603" y="420402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CO.Z1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5"/>
          <p:cNvSpPr txBox="1"/>
          <p:nvPr/>
        </p:nvSpPr>
        <p:spPr>
          <a:xfrm>
            <a:off x="695603" y="530099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CO.Z3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1101" y="3427566"/>
            <a:ext cx="3307133" cy="2576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8672" y="556053"/>
            <a:ext cx="4444826" cy="444482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6"/>
          <p:cNvSpPr/>
          <p:nvPr/>
        </p:nvSpPr>
        <p:spPr>
          <a:xfrm>
            <a:off x="2539707" y="3627645"/>
            <a:ext cx="2364182" cy="109377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72" name="Google Shape;172;p16"/>
          <p:cNvSpPr/>
          <p:nvPr/>
        </p:nvSpPr>
        <p:spPr>
          <a:xfrm rot="-5400000">
            <a:off x="3264832" y="3370611"/>
            <a:ext cx="826049" cy="145488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173" name="Google Shape;173;p16"/>
          <p:cNvGrpSpPr/>
          <p:nvPr/>
        </p:nvGrpSpPr>
        <p:grpSpPr>
          <a:xfrm>
            <a:off x="2539708" y="4542049"/>
            <a:ext cx="2364182" cy="1093773"/>
            <a:chOff x="1473910" y="3899640"/>
            <a:chExt cx="2340000" cy="2340000"/>
          </a:xfrm>
        </p:grpSpPr>
        <p:sp>
          <p:nvSpPr>
            <p:cNvPr id="174" name="Google Shape;174;p16"/>
            <p:cNvSpPr/>
            <p:nvPr/>
          </p:nvSpPr>
          <p:spPr>
            <a:xfrm>
              <a:off x="1473910" y="3899640"/>
              <a:ext cx="2340000" cy="2340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75" name="Google Shape;175;p16"/>
            <p:cNvSpPr/>
            <p:nvPr/>
          </p:nvSpPr>
          <p:spPr>
            <a:xfrm rot="-5400000">
              <a:off x="1880418" y="4349640"/>
              <a:ext cx="1440000" cy="144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176" name="Google Shape;176;p16"/>
          <p:cNvSpPr/>
          <p:nvPr/>
        </p:nvSpPr>
        <p:spPr>
          <a:xfrm>
            <a:off x="2932237" y="1048610"/>
            <a:ext cx="1009574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5996847" y="596304"/>
            <a:ext cx="1501200" cy="234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5996847" y="3457702"/>
            <a:ext cx="1501200" cy="1542709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4469043" y="1058018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2201296" y="596304"/>
            <a:ext cx="3246910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2914109" y="1985355"/>
            <a:ext cx="1021704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4469043" y="1990898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2934149" y="105801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4371107" y="1121743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185" name="Google Shape;185;p16"/>
          <p:cNvCxnSpPr/>
          <p:nvPr/>
        </p:nvCxnSpPr>
        <p:spPr>
          <a:xfrm>
            <a:off x="5448943" y="994282"/>
            <a:ext cx="53087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86" name="Google Shape;186;p16"/>
          <p:cNvCxnSpPr/>
          <p:nvPr/>
        </p:nvCxnSpPr>
        <p:spPr>
          <a:xfrm>
            <a:off x="3935813" y="2244845"/>
            <a:ext cx="53104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87" name="Google Shape;187;p16"/>
          <p:cNvSpPr txBox="1"/>
          <p:nvPr/>
        </p:nvSpPr>
        <p:spPr>
          <a:xfrm>
            <a:off x="5424573" y="101858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WN.S2</a:t>
            </a:r>
            <a:endParaRPr/>
          </a:p>
        </p:txBody>
      </p:sp>
      <p:cxnSp>
        <p:nvCxnSpPr>
          <p:cNvPr id="188" name="Google Shape;188;p16"/>
          <p:cNvCxnSpPr/>
          <p:nvPr/>
        </p:nvCxnSpPr>
        <p:spPr>
          <a:xfrm>
            <a:off x="4897953" y="2244508"/>
            <a:ext cx="539114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89" name="Google Shape;189;p16"/>
          <p:cNvSpPr/>
          <p:nvPr/>
        </p:nvSpPr>
        <p:spPr>
          <a:xfrm>
            <a:off x="169599" y="596302"/>
            <a:ext cx="1500657" cy="1544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6"/>
          <p:cNvSpPr txBox="1"/>
          <p:nvPr/>
        </p:nvSpPr>
        <p:spPr>
          <a:xfrm>
            <a:off x="4875037" y="231093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1" name="Google Shape;191;p16"/>
          <p:cNvSpPr txBox="1"/>
          <p:nvPr/>
        </p:nvSpPr>
        <p:spPr>
          <a:xfrm>
            <a:off x="3901301" y="231093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AR.AN</a:t>
            </a:r>
            <a:endParaRPr/>
          </a:p>
        </p:txBody>
      </p:sp>
      <p:cxnSp>
        <p:nvCxnSpPr>
          <p:cNvPr id="192" name="Google Shape;192;p16"/>
          <p:cNvCxnSpPr/>
          <p:nvPr/>
        </p:nvCxnSpPr>
        <p:spPr>
          <a:xfrm>
            <a:off x="3669006" y="1588610"/>
            <a:ext cx="0" cy="392998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93" name="Google Shape;193;p16"/>
          <p:cNvSpPr txBox="1"/>
          <p:nvPr/>
        </p:nvSpPr>
        <p:spPr>
          <a:xfrm>
            <a:off x="3624043" y="168143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AR.S1</a:t>
            </a:r>
            <a:endParaRPr/>
          </a:p>
        </p:txBody>
      </p:sp>
      <p:sp>
        <p:nvSpPr>
          <p:cNvPr id="194" name="Google Shape;194;p16"/>
          <p:cNvSpPr/>
          <p:nvPr/>
        </p:nvSpPr>
        <p:spPr>
          <a:xfrm>
            <a:off x="2220650" y="3457703"/>
            <a:ext cx="3231142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6"/>
          <p:cNvSpPr/>
          <p:nvPr/>
        </p:nvSpPr>
        <p:spPr>
          <a:xfrm>
            <a:off x="3156173" y="4809727"/>
            <a:ext cx="1009573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6" name="Google Shape;196;p16"/>
          <p:cNvSpPr txBox="1"/>
          <p:nvPr/>
        </p:nvSpPr>
        <p:spPr>
          <a:xfrm>
            <a:off x="2170368" y="3492175"/>
            <a:ext cx="525666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(C)</a:t>
            </a:r>
            <a:endParaRPr/>
          </a:p>
        </p:txBody>
      </p:sp>
      <p:cxnSp>
        <p:nvCxnSpPr>
          <p:cNvPr id="197" name="Google Shape;197;p16"/>
          <p:cNvCxnSpPr>
            <a:endCxn id="175" idx="2"/>
          </p:cNvCxnSpPr>
          <p:nvPr/>
        </p:nvCxnSpPr>
        <p:spPr>
          <a:xfrm flipH="1" rot="10800000">
            <a:off x="4165598" y="5088936"/>
            <a:ext cx="239700" cy="4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98" name="Google Shape;198;p16"/>
          <p:cNvCxnSpPr/>
          <p:nvPr/>
        </p:nvCxnSpPr>
        <p:spPr>
          <a:xfrm>
            <a:off x="4903891" y="5093522"/>
            <a:ext cx="5479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99" name="Google Shape;199;p16"/>
          <p:cNvSpPr txBox="1"/>
          <p:nvPr/>
        </p:nvSpPr>
        <p:spPr>
          <a:xfrm>
            <a:off x="4883823" y="51284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AN.WC</a:t>
            </a:r>
            <a:endParaRPr/>
          </a:p>
        </p:txBody>
      </p:sp>
      <p:sp>
        <p:nvSpPr>
          <p:cNvPr id="200" name="Google Shape;200;p16"/>
          <p:cNvSpPr txBox="1"/>
          <p:nvPr/>
        </p:nvSpPr>
        <p:spPr>
          <a:xfrm>
            <a:off x="4186432" y="485699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AC.AN</a:t>
            </a:r>
            <a:endParaRPr/>
          </a:p>
        </p:txBody>
      </p:sp>
      <p:sp>
        <p:nvSpPr>
          <p:cNvPr id="201" name="Google Shape;201;p16"/>
          <p:cNvSpPr/>
          <p:nvPr/>
        </p:nvSpPr>
        <p:spPr>
          <a:xfrm>
            <a:off x="6477447" y="2058619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02" name="Google Shape;202;p16"/>
          <p:cNvSpPr txBox="1"/>
          <p:nvPr/>
        </p:nvSpPr>
        <p:spPr>
          <a:xfrm>
            <a:off x="6417304" y="2143953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203" name="Google Shape;203;p16"/>
          <p:cNvCxnSpPr/>
          <p:nvPr/>
        </p:nvCxnSpPr>
        <p:spPr>
          <a:xfrm rot="10800000">
            <a:off x="3685646" y="2933024"/>
            <a:ext cx="0" cy="52467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04" name="Google Shape;204;p16"/>
          <p:cNvSpPr txBox="1"/>
          <p:nvPr/>
        </p:nvSpPr>
        <p:spPr>
          <a:xfrm>
            <a:off x="3702318" y="311996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WN.S4</a:t>
            </a:r>
            <a:endParaRPr/>
          </a:p>
        </p:txBody>
      </p:sp>
      <p:sp>
        <p:nvSpPr>
          <p:cNvPr id="205" name="Google Shape;205;p16"/>
          <p:cNvSpPr/>
          <p:nvPr/>
        </p:nvSpPr>
        <p:spPr>
          <a:xfrm>
            <a:off x="168560" y="3457701"/>
            <a:ext cx="1507146" cy="1487735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6"/>
          <p:cNvSpPr/>
          <p:nvPr/>
        </p:nvSpPr>
        <p:spPr>
          <a:xfrm>
            <a:off x="649927" y="1098502"/>
            <a:ext cx="54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649927" y="3931568"/>
            <a:ext cx="540000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08" name="Google Shape;208;p16"/>
          <p:cNvSpPr txBox="1"/>
          <p:nvPr/>
        </p:nvSpPr>
        <p:spPr>
          <a:xfrm>
            <a:off x="589784" y="4016902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209" name="Google Shape;209;p16"/>
          <p:cNvSpPr txBox="1"/>
          <p:nvPr/>
        </p:nvSpPr>
        <p:spPr>
          <a:xfrm>
            <a:off x="589784" y="1183836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cxnSp>
        <p:nvCxnSpPr>
          <p:cNvPr id="210" name="Google Shape;210;p16"/>
          <p:cNvCxnSpPr/>
          <p:nvPr/>
        </p:nvCxnSpPr>
        <p:spPr>
          <a:xfrm>
            <a:off x="1670256" y="949589"/>
            <a:ext cx="53104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11" name="Google Shape;211;p16"/>
          <p:cNvSpPr txBox="1"/>
          <p:nvPr/>
        </p:nvSpPr>
        <p:spPr>
          <a:xfrm>
            <a:off x="1614646" y="97981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WN.S5</a:t>
            </a:r>
            <a:endParaRPr/>
          </a:p>
        </p:txBody>
      </p:sp>
      <p:cxnSp>
        <p:nvCxnSpPr>
          <p:cNvPr id="212" name="Google Shape;212;p16"/>
          <p:cNvCxnSpPr/>
          <p:nvPr/>
        </p:nvCxnSpPr>
        <p:spPr>
          <a:xfrm>
            <a:off x="1670256" y="3884941"/>
            <a:ext cx="55108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13" name="Google Shape;213;p16"/>
          <p:cNvSpPr txBox="1"/>
          <p:nvPr/>
        </p:nvSpPr>
        <p:spPr>
          <a:xfrm>
            <a:off x="1648540" y="365175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WN.S6</a:t>
            </a:r>
            <a:endParaRPr/>
          </a:p>
        </p:txBody>
      </p:sp>
      <p:cxnSp>
        <p:nvCxnSpPr>
          <p:cNvPr id="214" name="Google Shape;214;p16"/>
          <p:cNvCxnSpPr/>
          <p:nvPr/>
        </p:nvCxnSpPr>
        <p:spPr>
          <a:xfrm>
            <a:off x="5458787" y="3884941"/>
            <a:ext cx="5605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15" name="Google Shape;215;p16"/>
          <p:cNvSpPr txBox="1"/>
          <p:nvPr/>
        </p:nvSpPr>
        <p:spPr>
          <a:xfrm>
            <a:off x="5428522" y="363914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WN.S3</a:t>
            </a:r>
            <a:endParaRPr/>
          </a:p>
        </p:txBody>
      </p:sp>
      <p:cxnSp>
        <p:nvCxnSpPr>
          <p:cNvPr id="216" name="Google Shape;216;p16"/>
          <p:cNvCxnSpPr/>
          <p:nvPr/>
        </p:nvCxnSpPr>
        <p:spPr>
          <a:xfrm>
            <a:off x="3913962" y="4818852"/>
            <a:ext cx="0" cy="528306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17" name="Google Shape;217;p16"/>
          <p:cNvSpPr txBox="1"/>
          <p:nvPr/>
        </p:nvSpPr>
        <p:spPr>
          <a:xfrm>
            <a:off x="3320330" y="500041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AC.W1</a:t>
            </a:r>
            <a:endParaRPr/>
          </a:p>
        </p:txBody>
      </p:sp>
      <p:cxnSp>
        <p:nvCxnSpPr>
          <p:cNvPr id="218" name="Google Shape;218;p16"/>
          <p:cNvCxnSpPr/>
          <p:nvPr/>
        </p:nvCxnSpPr>
        <p:spPr>
          <a:xfrm>
            <a:off x="2201296" y="2262080"/>
            <a:ext cx="72215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19" name="Google Shape;219;p16"/>
          <p:cNvSpPr txBox="1"/>
          <p:nvPr/>
        </p:nvSpPr>
        <p:spPr>
          <a:xfrm>
            <a:off x="2225983" y="231093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AR.WR</a:t>
            </a:r>
            <a:endParaRPr/>
          </a:p>
        </p:txBody>
      </p:sp>
      <p:cxnSp>
        <p:nvCxnSpPr>
          <p:cNvPr id="220" name="Google Shape;220;p16"/>
          <p:cNvCxnSpPr/>
          <p:nvPr/>
        </p:nvCxnSpPr>
        <p:spPr>
          <a:xfrm>
            <a:off x="2220751" y="5064622"/>
            <a:ext cx="92663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21" name="Google Shape;221;p16"/>
          <p:cNvSpPr txBox="1"/>
          <p:nvPr/>
        </p:nvSpPr>
        <p:spPr>
          <a:xfrm>
            <a:off x="2245438" y="51284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AC.WC</a:t>
            </a:r>
            <a:endParaRPr/>
          </a:p>
        </p:txBody>
      </p:sp>
      <p:sp>
        <p:nvSpPr>
          <p:cNvPr id="222" name="Google Shape;222;p16"/>
          <p:cNvSpPr txBox="1"/>
          <p:nvPr/>
        </p:nvSpPr>
        <p:spPr>
          <a:xfrm>
            <a:off x="3856495" y="451709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AC.S1</a:t>
            </a:r>
            <a:endParaRPr/>
          </a:p>
        </p:txBody>
      </p:sp>
      <p:cxnSp>
        <p:nvCxnSpPr>
          <p:cNvPr id="223" name="Google Shape;223;p16"/>
          <p:cNvCxnSpPr/>
          <p:nvPr/>
        </p:nvCxnSpPr>
        <p:spPr>
          <a:xfrm>
            <a:off x="6001493" y="4708808"/>
            <a:ext cx="15188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24" name="Google Shape;224;p16"/>
          <p:cNvCxnSpPr/>
          <p:nvPr/>
        </p:nvCxnSpPr>
        <p:spPr>
          <a:xfrm rot="10800000">
            <a:off x="6747447" y="2936304"/>
            <a:ext cx="1" cy="52139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25" name="Google Shape;225;p16"/>
          <p:cNvSpPr txBox="1"/>
          <p:nvPr/>
        </p:nvSpPr>
        <p:spPr>
          <a:xfrm>
            <a:off x="6412815" y="4744818"/>
            <a:ext cx="655948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WN.W1</a:t>
            </a:r>
            <a:endParaRPr/>
          </a:p>
        </p:txBody>
      </p:sp>
      <p:sp>
        <p:nvSpPr>
          <p:cNvPr id="226" name="Google Shape;226;p16"/>
          <p:cNvSpPr txBox="1"/>
          <p:nvPr/>
        </p:nvSpPr>
        <p:spPr>
          <a:xfrm>
            <a:off x="6700864" y="3113922"/>
            <a:ext cx="71147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WN.S7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7" name="Google Shape;227;p16"/>
          <p:cNvSpPr/>
          <p:nvPr/>
        </p:nvSpPr>
        <p:spPr>
          <a:xfrm>
            <a:off x="6477447" y="3959056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6417304" y="4044390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229" name="Google Shape;229;p16"/>
          <p:cNvSpPr/>
          <p:nvPr/>
        </p:nvSpPr>
        <p:spPr>
          <a:xfrm>
            <a:off x="6477447" y="1110314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30" name="Google Shape;230;p16"/>
          <p:cNvSpPr txBox="1"/>
          <p:nvPr/>
        </p:nvSpPr>
        <p:spPr>
          <a:xfrm>
            <a:off x="6417304" y="119564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231" name="Google Shape;231;p16"/>
          <p:cNvSpPr/>
          <p:nvPr/>
        </p:nvSpPr>
        <p:spPr>
          <a:xfrm>
            <a:off x="247602" y="5365703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32" name="Google Shape;232;p16"/>
          <p:cNvSpPr txBox="1"/>
          <p:nvPr/>
        </p:nvSpPr>
        <p:spPr>
          <a:xfrm>
            <a:off x="133459" y="5428371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233" name="Google Shape;233;p16"/>
          <p:cNvCxnSpPr>
            <a:endCxn id="231" idx="0"/>
          </p:cNvCxnSpPr>
          <p:nvPr/>
        </p:nvCxnSpPr>
        <p:spPr>
          <a:xfrm>
            <a:off x="463602" y="4955303"/>
            <a:ext cx="0" cy="410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34" name="Google Shape;234;p16"/>
          <p:cNvSpPr/>
          <p:nvPr/>
        </p:nvSpPr>
        <p:spPr>
          <a:xfrm>
            <a:off x="1118919" y="5365703"/>
            <a:ext cx="4320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35" name="Google Shape;235;p16"/>
          <p:cNvSpPr txBox="1"/>
          <p:nvPr/>
        </p:nvSpPr>
        <p:spPr>
          <a:xfrm>
            <a:off x="1004776" y="5428371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236" name="Google Shape;236;p16"/>
          <p:cNvCxnSpPr>
            <a:endCxn id="234" idx="0"/>
          </p:cNvCxnSpPr>
          <p:nvPr/>
        </p:nvCxnSpPr>
        <p:spPr>
          <a:xfrm>
            <a:off x="1334919" y="4945403"/>
            <a:ext cx="0" cy="420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37" name="Google Shape;237;p16"/>
          <p:cNvSpPr txBox="1"/>
          <p:nvPr/>
        </p:nvSpPr>
        <p:spPr>
          <a:xfrm>
            <a:off x="137958" y="3502633"/>
            <a:ext cx="64226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(C)</a:t>
            </a:r>
            <a:endParaRPr/>
          </a:p>
        </p:txBody>
      </p:sp>
      <p:sp>
        <p:nvSpPr>
          <p:cNvPr id="238" name="Google Shape;238;p16"/>
          <p:cNvSpPr txBox="1"/>
          <p:nvPr/>
        </p:nvSpPr>
        <p:spPr>
          <a:xfrm>
            <a:off x="2222941" y="630145"/>
            <a:ext cx="53545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(R)</a:t>
            </a:r>
            <a:endParaRPr/>
          </a:p>
        </p:txBody>
      </p:sp>
      <p:sp>
        <p:nvSpPr>
          <p:cNvPr id="239" name="Google Shape;239;p16"/>
          <p:cNvSpPr txBox="1"/>
          <p:nvPr/>
        </p:nvSpPr>
        <p:spPr>
          <a:xfrm>
            <a:off x="175012" y="626114"/>
            <a:ext cx="64226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(R)</a:t>
            </a:r>
            <a:endParaRPr/>
          </a:p>
        </p:txBody>
      </p:sp>
      <p:sp>
        <p:nvSpPr>
          <p:cNvPr id="240" name="Google Shape;240;p16"/>
          <p:cNvSpPr/>
          <p:nvPr/>
        </p:nvSpPr>
        <p:spPr>
          <a:xfrm>
            <a:off x="205492" y="2504304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1" name="Google Shape;241;p16"/>
          <p:cNvSpPr txBox="1"/>
          <p:nvPr/>
        </p:nvSpPr>
        <p:spPr>
          <a:xfrm>
            <a:off x="91349" y="2566972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242" name="Google Shape;242;p16"/>
          <p:cNvCxnSpPr>
            <a:endCxn id="240" idx="0"/>
          </p:cNvCxnSpPr>
          <p:nvPr/>
        </p:nvCxnSpPr>
        <p:spPr>
          <a:xfrm>
            <a:off x="421492" y="2151804"/>
            <a:ext cx="0" cy="352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43" name="Google Shape;243;p16"/>
          <p:cNvSpPr/>
          <p:nvPr/>
        </p:nvSpPr>
        <p:spPr>
          <a:xfrm>
            <a:off x="1074468" y="2504304"/>
            <a:ext cx="4320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4" name="Google Shape;244;p16"/>
          <p:cNvSpPr txBox="1"/>
          <p:nvPr/>
        </p:nvSpPr>
        <p:spPr>
          <a:xfrm>
            <a:off x="954359" y="2566972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245" name="Google Shape;245;p16"/>
          <p:cNvCxnSpPr>
            <a:endCxn id="243" idx="0"/>
          </p:cNvCxnSpPr>
          <p:nvPr/>
        </p:nvCxnSpPr>
        <p:spPr>
          <a:xfrm>
            <a:off x="1290468" y="2173404"/>
            <a:ext cx="0" cy="330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46" name="Google Shape;246;p16"/>
          <p:cNvSpPr/>
          <p:nvPr/>
        </p:nvSpPr>
        <p:spPr>
          <a:xfrm>
            <a:off x="6106383" y="5355493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7" name="Google Shape;247;p16"/>
          <p:cNvSpPr txBox="1"/>
          <p:nvPr/>
        </p:nvSpPr>
        <p:spPr>
          <a:xfrm>
            <a:off x="5992240" y="541921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248" name="Google Shape;248;p16"/>
          <p:cNvCxnSpPr>
            <a:endCxn id="246" idx="0"/>
          </p:cNvCxnSpPr>
          <p:nvPr/>
        </p:nvCxnSpPr>
        <p:spPr>
          <a:xfrm>
            <a:off x="6322383" y="5016493"/>
            <a:ext cx="0" cy="339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49" name="Google Shape;249;p16"/>
          <p:cNvSpPr txBox="1"/>
          <p:nvPr/>
        </p:nvSpPr>
        <p:spPr>
          <a:xfrm>
            <a:off x="5639840" y="5053679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WN.AN</a:t>
            </a:r>
            <a:endParaRPr/>
          </a:p>
        </p:txBody>
      </p:sp>
      <p:sp>
        <p:nvSpPr>
          <p:cNvPr id="250" name="Google Shape;250;p16"/>
          <p:cNvSpPr/>
          <p:nvPr/>
        </p:nvSpPr>
        <p:spPr>
          <a:xfrm>
            <a:off x="6977700" y="5345648"/>
            <a:ext cx="4320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51" name="Google Shape;251;p16"/>
          <p:cNvSpPr txBox="1"/>
          <p:nvPr/>
        </p:nvSpPr>
        <p:spPr>
          <a:xfrm>
            <a:off x="6863557" y="5409373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252" name="Google Shape;252;p16"/>
          <p:cNvCxnSpPr>
            <a:endCxn id="250" idx="0"/>
          </p:cNvCxnSpPr>
          <p:nvPr/>
        </p:nvCxnSpPr>
        <p:spPr>
          <a:xfrm>
            <a:off x="7193700" y="5006648"/>
            <a:ext cx="0" cy="339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53" name="Google Shape;253;p16"/>
          <p:cNvSpPr txBox="1"/>
          <p:nvPr/>
        </p:nvSpPr>
        <p:spPr>
          <a:xfrm>
            <a:off x="6488301" y="5053679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WN.AP</a:t>
            </a:r>
            <a:endParaRPr/>
          </a:p>
        </p:txBody>
      </p:sp>
      <p:sp>
        <p:nvSpPr>
          <p:cNvPr id="254" name="Google Shape;254;p16"/>
          <p:cNvSpPr txBox="1"/>
          <p:nvPr/>
        </p:nvSpPr>
        <p:spPr>
          <a:xfrm>
            <a:off x="6955778" y="611423"/>
            <a:ext cx="66028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(M)</a:t>
            </a:r>
            <a:endParaRPr sz="16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55" name="Google Shape;255;p16"/>
          <p:cNvSpPr txBox="1"/>
          <p:nvPr/>
        </p:nvSpPr>
        <p:spPr>
          <a:xfrm>
            <a:off x="6947262" y="3463548"/>
            <a:ext cx="591361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(M)</a:t>
            </a:r>
            <a:endParaRPr sz="16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56" name="Google Shape;256;p16"/>
          <p:cNvSpPr txBox="1"/>
          <p:nvPr/>
        </p:nvSpPr>
        <p:spPr>
          <a:xfrm>
            <a:off x="388730" y="2204628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WN.AN</a:t>
            </a:r>
            <a:endParaRPr/>
          </a:p>
        </p:txBody>
      </p:sp>
      <p:sp>
        <p:nvSpPr>
          <p:cNvPr id="257" name="Google Shape;257;p16"/>
          <p:cNvSpPr txBox="1"/>
          <p:nvPr/>
        </p:nvSpPr>
        <p:spPr>
          <a:xfrm>
            <a:off x="1237191" y="2204628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WN.AP</a:t>
            </a:r>
            <a:endParaRPr/>
          </a:p>
        </p:txBody>
      </p:sp>
      <p:sp>
        <p:nvSpPr>
          <p:cNvPr id="258" name="Google Shape;258;p16"/>
          <p:cNvSpPr txBox="1"/>
          <p:nvPr/>
        </p:nvSpPr>
        <p:spPr>
          <a:xfrm>
            <a:off x="417698" y="5017070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WN.AN</a:t>
            </a:r>
            <a:endParaRPr/>
          </a:p>
        </p:txBody>
      </p:sp>
      <p:sp>
        <p:nvSpPr>
          <p:cNvPr id="259" name="Google Shape;259;p16"/>
          <p:cNvSpPr txBox="1"/>
          <p:nvPr/>
        </p:nvSpPr>
        <p:spPr>
          <a:xfrm>
            <a:off x="1266159" y="5017070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WN.AP</a:t>
            </a:r>
            <a:endParaRPr/>
          </a:p>
        </p:txBody>
      </p:sp>
      <p:sp>
        <p:nvSpPr>
          <p:cNvPr id="260" name="Google Shape;260;p16"/>
          <p:cNvSpPr txBox="1"/>
          <p:nvPr/>
        </p:nvSpPr>
        <p:spPr>
          <a:xfrm>
            <a:off x="-1" y="7376"/>
            <a:ext cx="795664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Cat-2: WN to AP/AN/AR/AC related</a:t>
            </a:r>
            <a:endParaRPr/>
          </a:p>
        </p:txBody>
      </p:sp>
      <p:sp>
        <p:nvSpPr>
          <p:cNvPr id="261" name="Google Shape;261;p16"/>
          <p:cNvSpPr txBox="1"/>
          <p:nvPr/>
        </p:nvSpPr>
        <p:spPr>
          <a:xfrm>
            <a:off x="4314535" y="3884247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262" name="Google Shape;262;p16"/>
          <p:cNvCxnSpPr/>
          <p:nvPr/>
        </p:nvCxnSpPr>
        <p:spPr>
          <a:xfrm>
            <a:off x="3147386" y="5185079"/>
            <a:ext cx="101836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63" name="Google Shape;263;p16"/>
          <p:cNvSpPr/>
          <p:nvPr/>
        </p:nvSpPr>
        <p:spPr>
          <a:xfrm rot="-5400000">
            <a:off x="3292780" y="3477508"/>
            <a:ext cx="742654" cy="12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4" name="Google Shape;264;p16"/>
          <p:cNvSpPr txBox="1"/>
          <p:nvPr/>
        </p:nvSpPr>
        <p:spPr>
          <a:xfrm>
            <a:off x="2579756" y="426597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AC.GC</a:t>
            </a:r>
            <a:endParaRPr/>
          </a:p>
        </p:txBody>
      </p:sp>
      <p:sp>
        <p:nvSpPr>
          <p:cNvPr id="265" name="Google Shape;265;p16"/>
          <p:cNvSpPr/>
          <p:nvPr/>
        </p:nvSpPr>
        <p:spPr>
          <a:xfrm>
            <a:off x="3156912" y="3836445"/>
            <a:ext cx="1010424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6" name="Google Shape;266;p16"/>
          <p:cNvSpPr txBox="1"/>
          <p:nvPr/>
        </p:nvSpPr>
        <p:spPr>
          <a:xfrm>
            <a:off x="3156911" y="3858605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cxnSp>
        <p:nvCxnSpPr>
          <p:cNvPr id="267" name="Google Shape;267;p16"/>
          <p:cNvCxnSpPr/>
          <p:nvPr/>
        </p:nvCxnSpPr>
        <p:spPr>
          <a:xfrm>
            <a:off x="3913962" y="4386234"/>
            <a:ext cx="0" cy="437363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68" name="Google Shape;268;p16"/>
          <p:cNvCxnSpPr/>
          <p:nvPr/>
        </p:nvCxnSpPr>
        <p:spPr>
          <a:xfrm rot="10800000">
            <a:off x="2857115" y="4222808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sm" w="sm" type="none"/>
          </a:ln>
        </p:spPr>
      </p:cxnSp>
      <p:cxnSp>
        <p:nvCxnSpPr>
          <p:cNvPr id="269" name="Google Shape;269;p16"/>
          <p:cNvCxnSpPr/>
          <p:nvPr/>
        </p:nvCxnSpPr>
        <p:spPr>
          <a:xfrm>
            <a:off x="3147386" y="4220870"/>
            <a:ext cx="16912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sm" w="sm" type="none"/>
          </a:ln>
        </p:spPr>
      </p:cxnSp>
      <p:sp>
        <p:nvSpPr>
          <p:cNvPr id="270" name="Google Shape;270;p16"/>
          <p:cNvSpPr txBox="1"/>
          <p:nvPr/>
        </p:nvSpPr>
        <p:spPr>
          <a:xfrm>
            <a:off x="7643365" y="5492302"/>
            <a:ext cx="4116600" cy="101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WN(R)：WN covering Resistor(AR)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WN(C)：WN covering Capacitor(AC)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WN(M)：WN covering MOS/Diode(AP)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AN(C)：AN ring for Capacitor WN(C)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GA(CX): GC+GR not covering AC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4339650" y="419012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AC.R1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2" name="Google Shape;272;p16"/>
          <p:cNvSpPr txBox="1"/>
          <p:nvPr/>
        </p:nvSpPr>
        <p:spPr>
          <a:xfrm>
            <a:off x="3951867" y="3635016"/>
            <a:ext cx="48243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</p:txBody>
      </p:sp>
      <p:sp>
        <p:nvSpPr>
          <p:cNvPr id="273" name="Google Shape;273;p16"/>
          <p:cNvSpPr txBox="1"/>
          <p:nvPr/>
        </p:nvSpPr>
        <p:spPr>
          <a:xfrm>
            <a:off x="3101334" y="5462935"/>
            <a:ext cx="125803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AC.R1(Donut)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74" name="Google Shape;274;p16"/>
          <p:cNvGrpSpPr/>
          <p:nvPr/>
        </p:nvGrpSpPr>
        <p:grpSpPr>
          <a:xfrm>
            <a:off x="6106383" y="5999897"/>
            <a:ext cx="1169657" cy="662327"/>
            <a:chOff x="5984454" y="5922857"/>
            <a:chExt cx="1516751" cy="820844"/>
          </a:xfrm>
        </p:grpSpPr>
        <p:cxnSp>
          <p:nvCxnSpPr>
            <p:cNvPr id="275" name="Google Shape;275;p16"/>
            <p:cNvCxnSpPr/>
            <p:nvPr/>
          </p:nvCxnSpPr>
          <p:spPr>
            <a:xfrm rot="10800000">
              <a:off x="5992240" y="5929186"/>
              <a:ext cx="0" cy="814515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6"/>
            <p:cNvCxnSpPr/>
            <p:nvPr/>
          </p:nvCxnSpPr>
          <p:spPr>
            <a:xfrm rot="10800000">
              <a:off x="7498047" y="5929186"/>
              <a:ext cx="0" cy="814515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6"/>
            <p:cNvCxnSpPr/>
            <p:nvPr/>
          </p:nvCxnSpPr>
          <p:spPr>
            <a:xfrm flipH="1">
              <a:off x="5992240" y="6736115"/>
              <a:ext cx="1505807" cy="551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6"/>
            <p:cNvCxnSpPr/>
            <p:nvPr/>
          </p:nvCxnSpPr>
          <p:spPr>
            <a:xfrm>
              <a:off x="5984454" y="5929186"/>
              <a:ext cx="523505" cy="2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6"/>
            <p:cNvCxnSpPr/>
            <p:nvPr/>
          </p:nvCxnSpPr>
          <p:spPr>
            <a:xfrm>
              <a:off x="6986667" y="5938155"/>
              <a:ext cx="514538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6"/>
            <p:cNvCxnSpPr/>
            <p:nvPr/>
          </p:nvCxnSpPr>
          <p:spPr>
            <a:xfrm>
              <a:off x="6496681" y="6253124"/>
              <a:ext cx="489986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6"/>
            <p:cNvCxnSpPr/>
            <p:nvPr/>
          </p:nvCxnSpPr>
          <p:spPr>
            <a:xfrm rot="10800000">
              <a:off x="6501148" y="5922857"/>
              <a:ext cx="0" cy="338839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6"/>
            <p:cNvCxnSpPr/>
            <p:nvPr/>
          </p:nvCxnSpPr>
          <p:spPr>
            <a:xfrm flipH="1" rot="10800000">
              <a:off x="6986667" y="5933566"/>
              <a:ext cx="1872" cy="32813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83" name="Google Shape;283;p16"/>
          <p:cNvSpPr txBox="1"/>
          <p:nvPr/>
        </p:nvSpPr>
        <p:spPr>
          <a:xfrm>
            <a:off x="6872163" y="6060234"/>
            <a:ext cx="71147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WN.N1</a:t>
            </a:r>
            <a:endParaRPr/>
          </a:p>
        </p:txBody>
      </p:sp>
      <p:cxnSp>
        <p:nvCxnSpPr>
          <p:cNvPr id="284" name="Google Shape;284;p16"/>
          <p:cNvCxnSpPr/>
          <p:nvPr/>
        </p:nvCxnSpPr>
        <p:spPr>
          <a:xfrm>
            <a:off x="6496681" y="6134624"/>
            <a:ext cx="38256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85" name="Google Shape;285;p16"/>
          <p:cNvSpPr/>
          <p:nvPr/>
        </p:nvSpPr>
        <p:spPr>
          <a:xfrm>
            <a:off x="4982862" y="6008538"/>
            <a:ext cx="653456" cy="653707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" name="Google Shape;286;p16"/>
          <p:cNvCxnSpPr>
            <a:stCxn id="285" idx="3"/>
          </p:cNvCxnSpPr>
          <p:nvPr/>
        </p:nvCxnSpPr>
        <p:spPr>
          <a:xfrm>
            <a:off x="5636318" y="6335392"/>
            <a:ext cx="459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87" name="Google Shape;287;p16"/>
          <p:cNvSpPr txBox="1"/>
          <p:nvPr/>
        </p:nvSpPr>
        <p:spPr>
          <a:xfrm>
            <a:off x="6054963" y="5993600"/>
            <a:ext cx="5230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288" name="Google Shape;288;p16"/>
          <p:cNvSpPr txBox="1"/>
          <p:nvPr/>
        </p:nvSpPr>
        <p:spPr>
          <a:xfrm>
            <a:off x="5051339" y="6025495"/>
            <a:ext cx="5230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289" name="Google Shape;289;p16"/>
          <p:cNvSpPr txBox="1"/>
          <p:nvPr/>
        </p:nvSpPr>
        <p:spPr>
          <a:xfrm>
            <a:off x="5574438" y="641179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90" name="Google Shape;290;p16"/>
          <p:cNvCxnSpPr>
            <a:stCxn id="285" idx="1"/>
            <a:endCxn id="285" idx="3"/>
          </p:cNvCxnSpPr>
          <p:nvPr/>
        </p:nvCxnSpPr>
        <p:spPr>
          <a:xfrm>
            <a:off x="4982862" y="6335392"/>
            <a:ext cx="6534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91" name="Google Shape;291;p16"/>
          <p:cNvSpPr txBox="1"/>
          <p:nvPr/>
        </p:nvSpPr>
        <p:spPr>
          <a:xfrm>
            <a:off x="5015288" y="641179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WN.W1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2" name="Google Shape;292;p16"/>
          <p:cNvSpPr/>
          <p:nvPr/>
        </p:nvSpPr>
        <p:spPr>
          <a:xfrm rot="-5400000">
            <a:off x="2679363" y="5703598"/>
            <a:ext cx="421800" cy="12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93" name="Google Shape;293;p16"/>
          <p:cNvSpPr txBox="1"/>
          <p:nvPr/>
        </p:nvSpPr>
        <p:spPr>
          <a:xfrm>
            <a:off x="2084880" y="6122693"/>
            <a:ext cx="166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 + GR</a:t>
            </a:r>
            <a:endParaRPr/>
          </a:p>
        </p:txBody>
      </p:sp>
      <p:cxnSp>
        <p:nvCxnSpPr>
          <p:cNvPr id="294" name="Google Shape;294;p16"/>
          <p:cNvCxnSpPr/>
          <p:nvPr/>
        </p:nvCxnSpPr>
        <p:spPr>
          <a:xfrm flipH="1">
            <a:off x="3170175" y="5806950"/>
            <a:ext cx="3600" cy="323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95" name="Google Shape;295;p16"/>
          <p:cNvSpPr txBox="1"/>
          <p:nvPr/>
        </p:nvSpPr>
        <p:spPr>
          <a:xfrm>
            <a:off x="2409813" y="5867791"/>
            <a:ext cx="62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GA.CX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"/>
          <p:cNvSpPr/>
          <p:nvPr/>
        </p:nvSpPr>
        <p:spPr>
          <a:xfrm>
            <a:off x="6083248" y="5006894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672663" y="540000"/>
            <a:ext cx="6558454" cy="2898938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7"/>
          <p:cNvSpPr/>
          <p:nvPr/>
        </p:nvSpPr>
        <p:spPr>
          <a:xfrm>
            <a:off x="3303701" y="3996620"/>
            <a:ext cx="1943845" cy="8121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3303701" y="1171930"/>
            <a:ext cx="1943845" cy="4843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4" name="Google Shape;304;p17"/>
          <p:cNvSpPr/>
          <p:nvPr/>
        </p:nvSpPr>
        <p:spPr>
          <a:xfrm>
            <a:off x="3284065" y="5167765"/>
            <a:ext cx="1943845" cy="48439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5" name="Google Shape;305;p17"/>
          <p:cNvSpPr/>
          <p:nvPr/>
        </p:nvSpPr>
        <p:spPr>
          <a:xfrm>
            <a:off x="3303701" y="2059372"/>
            <a:ext cx="1943845" cy="76665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6" name="Google Shape;306;p17"/>
          <p:cNvSpPr/>
          <p:nvPr/>
        </p:nvSpPr>
        <p:spPr>
          <a:xfrm>
            <a:off x="6071942" y="2182695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7" name="Google Shape;307;p17"/>
          <p:cNvSpPr/>
          <p:nvPr/>
        </p:nvSpPr>
        <p:spPr>
          <a:xfrm>
            <a:off x="3915702" y="906179"/>
            <a:ext cx="180000" cy="4917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8" name="Google Shape;308;p17"/>
          <p:cNvSpPr/>
          <p:nvPr/>
        </p:nvSpPr>
        <p:spPr>
          <a:xfrm>
            <a:off x="6078589" y="4013944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9" name="Google Shape;309;p17"/>
          <p:cNvSpPr txBox="1"/>
          <p:nvPr/>
        </p:nvSpPr>
        <p:spPr>
          <a:xfrm>
            <a:off x="672663" y="666687"/>
            <a:ext cx="59136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(M)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0" name="Google Shape;310;p17"/>
          <p:cNvSpPr txBox="1"/>
          <p:nvPr/>
        </p:nvSpPr>
        <p:spPr>
          <a:xfrm>
            <a:off x="3290688" y="2170808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(M)</a:t>
            </a:r>
            <a:endParaRPr/>
          </a:p>
        </p:txBody>
      </p:sp>
      <p:sp>
        <p:nvSpPr>
          <p:cNvPr id="311" name="Google Shape;311;p17"/>
          <p:cNvSpPr txBox="1"/>
          <p:nvPr/>
        </p:nvSpPr>
        <p:spPr>
          <a:xfrm>
            <a:off x="3316574" y="4162280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(M)</a:t>
            </a:r>
            <a:endParaRPr/>
          </a:p>
        </p:txBody>
      </p:sp>
      <p:sp>
        <p:nvSpPr>
          <p:cNvPr id="312" name="Google Shape;312;p17"/>
          <p:cNvSpPr txBox="1"/>
          <p:nvPr/>
        </p:nvSpPr>
        <p:spPr>
          <a:xfrm>
            <a:off x="6080778" y="5335683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313" name="Google Shape;313;p17"/>
          <p:cNvCxnSpPr/>
          <p:nvPr/>
        </p:nvCxnSpPr>
        <p:spPr>
          <a:xfrm>
            <a:off x="2801355" y="2559635"/>
            <a:ext cx="50234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14" name="Google Shape;314;p17"/>
          <p:cNvCxnSpPr>
            <a:endCxn id="306" idx="1"/>
          </p:cNvCxnSpPr>
          <p:nvPr/>
        </p:nvCxnSpPr>
        <p:spPr>
          <a:xfrm>
            <a:off x="5247542" y="2506695"/>
            <a:ext cx="8244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15" name="Google Shape;315;p17"/>
          <p:cNvCxnSpPr/>
          <p:nvPr/>
        </p:nvCxnSpPr>
        <p:spPr>
          <a:xfrm>
            <a:off x="4906987" y="2059372"/>
            <a:ext cx="8394" cy="78141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16" name="Google Shape;316;p17"/>
          <p:cNvCxnSpPr>
            <a:stCxn id="306" idx="1"/>
            <a:endCxn id="306" idx="3"/>
          </p:cNvCxnSpPr>
          <p:nvPr/>
        </p:nvCxnSpPr>
        <p:spPr>
          <a:xfrm>
            <a:off x="6071942" y="2506695"/>
            <a:ext cx="648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17" name="Google Shape;317;p17"/>
          <p:cNvSpPr/>
          <p:nvPr/>
        </p:nvSpPr>
        <p:spPr>
          <a:xfrm>
            <a:off x="6066478" y="1166315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318" name="Google Shape;318;p17"/>
          <p:cNvCxnSpPr>
            <a:stCxn id="317" idx="2"/>
            <a:endCxn id="306" idx="0"/>
          </p:cNvCxnSpPr>
          <p:nvPr/>
        </p:nvCxnSpPr>
        <p:spPr>
          <a:xfrm>
            <a:off x="6390478" y="1814315"/>
            <a:ext cx="5400" cy="368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19" name="Google Shape;319;p17"/>
          <p:cNvCxnSpPr/>
          <p:nvPr/>
        </p:nvCxnSpPr>
        <p:spPr>
          <a:xfrm>
            <a:off x="2805858" y="4325419"/>
            <a:ext cx="50360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20" name="Google Shape;320;p17"/>
          <p:cNvCxnSpPr/>
          <p:nvPr/>
        </p:nvCxnSpPr>
        <p:spPr>
          <a:xfrm>
            <a:off x="5231984" y="4337944"/>
            <a:ext cx="85108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21" name="Google Shape;321;p17"/>
          <p:cNvCxnSpPr>
            <a:stCxn id="308" idx="1"/>
            <a:endCxn id="308" idx="3"/>
          </p:cNvCxnSpPr>
          <p:nvPr/>
        </p:nvCxnSpPr>
        <p:spPr>
          <a:xfrm>
            <a:off x="6078589" y="4337944"/>
            <a:ext cx="648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22" name="Google Shape;322;p17"/>
          <p:cNvCxnSpPr/>
          <p:nvPr/>
        </p:nvCxnSpPr>
        <p:spPr>
          <a:xfrm>
            <a:off x="4906987" y="4025151"/>
            <a:ext cx="0" cy="78362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23" name="Google Shape;323;p17"/>
          <p:cNvCxnSpPr>
            <a:stCxn id="308" idx="2"/>
            <a:endCxn id="300" idx="0"/>
          </p:cNvCxnSpPr>
          <p:nvPr/>
        </p:nvCxnSpPr>
        <p:spPr>
          <a:xfrm>
            <a:off x="6402589" y="4661944"/>
            <a:ext cx="4800" cy="345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24" name="Google Shape;324;p17"/>
          <p:cNvSpPr txBox="1"/>
          <p:nvPr/>
        </p:nvSpPr>
        <p:spPr>
          <a:xfrm>
            <a:off x="6356204" y="1934732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AN.S1</a:t>
            </a:r>
            <a:endParaRPr/>
          </a:p>
        </p:txBody>
      </p:sp>
      <p:sp>
        <p:nvSpPr>
          <p:cNvPr id="325" name="Google Shape;325;p17"/>
          <p:cNvSpPr txBox="1"/>
          <p:nvPr/>
        </p:nvSpPr>
        <p:spPr>
          <a:xfrm>
            <a:off x="6128741" y="413058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AP.W1</a:t>
            </a:r>
            <a:endParaRPr/>
          </a:p>
        </p:txBody>
      </p:sp>
      <p:sp>
        <p:nvSpPr>
          <p:cNvPr id="326" name="Google Shape;326;p17"/>
          <p:cNvSpPr txBox="1"/>
          <p:nvPr/>
        </p:nvSpPr>
        <p:spPr>
          <a:xfrm>
            <a:off x="5332719" y="413058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AN.AP</a:t>
            </a:r>
            <a:endParaRPr/>
          </a:p>
        </p:txBody>
      </p:sp>
      <p:sp>
        <p:nvSpPr>
          <p:cNvPr id="327" name="Google Shape;327;p17"/>
          <p:cNvSpPr txBox="1"/>
          <p:nvPr/>
        </p:nvSpPr>
        <p:spPr>
          <a:xfrm>
            <a:off x="6467224" y="4742142"/>
            <a:ext cx="52053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AP.S1</a:t>
            </a:r>
            <a:endParaRPr/>
          </a:p>
        </p:txBody>
      </p:sp>
      <p:sp>
        <p:nvSpPr>
          <p:cNvPr id="328" name="Google Shape;328;p17"/>
          <p:cNvSpPr txBox="1"/>
          <p:nvPr/>
        </p:nvSpPr>
        <p:spPr>
          <a:xfrm>
            <a:off x="2756337" y="409109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DN.AN</a:t>
            </a:r>
            <a:endParaRPr/>
          </a:p>
        </p:txBody>
      </p:sp>
      <p:sp>
        <p:nvSpPr>
          <p:cNvPr id="329" name="Google Shape;329;p17"/>
          <p:cNvSpPr txBox="1"/>
          <p:nvPr/>
        </p:nvSpPr>
        <p:spPr>
          <a:xfrm>
            <a:off x="4876843" y="449481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AN.WM</a:t>
            </a:r>
            <a:endParaRPr/>
          </a:p>
        </p:txBody>
      </p:sp>
      <p:cxnSp>
        <p:nvCxnSpPr>
          <p:cNvPr id="330" name="Google Shape;330;p17"/>
          <p:cNvCxnSpPr/>
          <p:nvPr/>
        </p:nvCxnSpPr>
        <p:spPr>
          <a:xfrm>
            <a:off x="4906987" y="1650660"/>
            <a:ext cx="0" cy="40871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31" name="Google Shape;331;p17"/>
          <p:cNvSpPr txBox="1"/>
          <p:nvPr/>
        </p:nvSpPr>
        <p:spPr>
          <a:xfrm>
            <a:off x="4899534" y="490842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AN.S1</a:t>
            </a:r>
            <a:endParaRPr/>
          </a:p>
        </p:txBody>
      </p:sp>
      <p:cxnSp>
        <p:nvCxnSpPr>
          <p:cNvPr id="332" name="Google Shape;332;p17"/>
          <p:cNvCxnSpPr/>
          <p:nvPr/>
        </p:nvCxnSpPr>
        <p:spPr>
          <a:xfrm>
            <a:off x="4906987" y="4808780"/>
            <a:ext cx="0" cy="3589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33" name="Google Shape;333;p17"/>
          <p:cNvSpPr/>
          <p:nvPr/>
        </p:nvSpPr>
        <p:spPr>
          <a:xfrm>
            <a:off x="4576790" y="3143829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4" name="Google Shape;334;p17"/>
          <p:cNvSpPr txBox="1"/>
          <p:nvPr/>
        </p:nvSpPr>
        <p:spPr>
          <a:xfrm>
            <a:off x="4461569" y="3249099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</p:txBody>
      </p:sp>
      <p:sp>
        <p:nvSpPr>
          <p:cNvPr id="335" name="Google Shape;335;p17"/>
          <p:cNvSpPr/>
          <p:nvPr/>
        </p:nvSpPr>
        <p:spPr>
          <a:xfrm>
            <a:off x="4398611" y="915358"/>
            <a:ext cx="180000" cy="49079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6" name="Google Shape;336;p17"/>
          <p:cNvSpPr txBox="1"/>
          <p:nvPr/>
        </p:nvSpPr>
        <p:spPr>
          <a:xfrm>
            <a:off x="6064831" y="121665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337" name="Google Shape;337;p17"/>
          <p:cNvSpPr txBox="1"/>
          <p:nvPr/>
        </p:nvSpPr>
        <p:spPr>
          <a:xfrm>
            <a:off x="6078589" y="2551198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AN.W1</a:t>
            </a:r>
            <a:endParaRPr/>
          </a:p>
        </p:txBody>
      </p:sp>
      <p:sp>
        <p:nvSpPr>
          <p:cNvPr id="338" name="Google Shape;338;p17"/>
          <p:cNvSpPr txBox="1"/>
          <p:nvPr/>
        </p:nvSpPr>
        <p:spPr>
          <a:xfrm>
            <a:off x="4877195" y="2221567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AP.WM</a:t>
            </a:r>
            <a:endParaRPr/>
          </a:p>
        </p:txBody>
      </p:sp>
      <p:sp>
        <p:nvSpPr>
          <p:cNvPr id="339" name="Google Shape;339;p17"/>
          <p:cNvSpPr txBox="1"/>
          <p:nvPr/>
        </p:nvSpPr>
        <p:spPr>
          <a:xfrm>
            <a:off x="2758637" y="2611005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DP.AP</a:t>
            </a:r>
            <a:endParaRPr/>
          </a:p>
        </p:txBody>
      </p:sp>
      <p:sp>
        <p:nvSpPr>
          <p:cNvPr id="340" name="Google Shape;340;p17"/>
          <p:cNvSpPr txBox="1"/>
          <p:nvPr/>
        </p:nvSpPr>
        <p:spPr>
          <a:xfrm>
            <a:off x="5359410" y="2573110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AP.AN</a:t>
            </a:r>
            <a:endParaRPr/>
          </a:p>
        </p:txBody>
      </p:sp>
      <p:sp>
        <p:nvSpPr>
          <p:cNvPr id="341" name="Google Shape;341;p17"/>
          <p:cNvSpPr txBox="1"/>
          <p:nvPr/>
        </p:nvSpPr>
        <p:spPr>
          <a:xfrm>
            <a:off x="4910381" y="1770330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AP.S1</a:t>
            </a:r>
            <a:endParaRPr/>
          </a:p>
        </p:txBody>
      </p:sp>
      <p:sp>
        <p:nvSpPr>
          <p:cNvPr id="342" name="Google Shape;342;p17"/>
          <p:cNvSpPr txBox="1"/>
          <p:nvPr/>
        </p:nvSpPr>
        <p:spPr>
          <a:xfrm>
            <a:off x="2435383" y="4715531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DN.S1</a:t>
            </a:r>
            <a:endParaRPr/>
          </a:p>
        </p:txBody>
      </p:sp>
      <p:sp>
        <p:nvSpPr>
          <p:cNvPr id="343" name="Google Shape;343;p17"/>
          <p:cNvSpPr/>
          <p:nvPr/>
        </p:nvSpPr>
        <p:spPr>
          <a:xfrm>
            <a:off x="2162160" y="215565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2162160" y="116270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45" name="Google Shape;345;p17"/>
          <p:cNvSpPr txBox="1"/>
          <p:nvPr/>
        </p:nvSpPr>
        <p:spPr>
          <a:xfrm>
            <a:off x="2156017" y="2200667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(D)</a:t>
            </a:r>
            <a:endParaRPr/>
          </a:p>
        </p:txBody>
      </p:sp>
      <p:cxnSp>
        <p:nvCxnSpPr>
          <p:cNvPr id="346" name="Google Shape;346;p17"/>
          <p:cNvCxnSpPr/>
          <p:nvPr/>
        </p:nvCxnSpPr>
        <p:spPr>
          <a:xfrm>
            <a:off x="2162160" y="1486706"/>
            <a:ext cx="648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47" name="Google Shape;347;p17"/>
          <p:cNvCxnSpPr/>
          <p:nvPr/>
        </p:nvCxnSpPr>
        <p:spPr>
          <a:xfrm>
            <a:off x="2483831" y="1810706"/>
            <a:ext cx="0" cy="34495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48" name="Google Shape;348;p17"/>
          <p:cNvSpPr txBox="1"/>
          <p:nvPr/>
        </p:nvSpPr>
        <p:spPr>
          <a:xfrm>
            <a:off x="2175645" y="127934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DP.W1</a:t>
            </a:r>
            <a:endParaRPr/>
          </a:p>
        </p:txBody>
      </p:sp>
      <p:sp>
        <p:nvSpPr>
          <p:cNvPr id="349" name="Google Shape;349;p17"/>
          <p:cNvSpPr txBox="1"/>
          <p:nvPr/>
        </p:nvSpPr>
        <p:spPr>
          <a:xfrm>
            <a:off x="2539479" y="1890904"/>
            <a:ext cx="52053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DP.S1</a:t>
            </a: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2162160" y="4991791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2162160" y="3998841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352" name="Google Shape;352;p17"/>
          <p:cNvCxnSpPr/>
          <p:nvPr/>
        </p:nvCxnSpPr>
        <p:spPr>
          <a:xfrm>
            <a:off x="2162160" y="5326018"/>
            <a:ext cx="648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53" name="Google Shape;353;p17"/>
          <p:cNvCxnSpPr/>
          <p:nvPr/>
        </p:nvCxnSpPr>
        <p:spPr>
          <a:xfrm>
            <a:off x="2483831" y="4646841"/>
            <a:ext cx="0" cy="34495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54" name="Google Shape;354;p17"/>
          <p:cNvSpPr txBox="1"/>
          <p:nvPr/>
        </p:nvSpPr>
        <p:spPr>
          <a:xfrm>
            <a:off x="2175645" y="511865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DN.W1</a:t>
            </a:r>
            <a:endParaRPr/>
          </a:p>
        </p:txBody>
      </p:sp>
      <p:sp>
        <p:nvSpPr>
          <p:cNvPr id="355" name="Google Shape;355;p17"/>
          <p:cNvSpPr txBox="1"/>
          <p:nvPr/>
        </p:nvSpPr>
        <p:spPr>
          <a:xfrm>
            <a:off x="2155501" y="4043336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(D)</a:t>
            </a:r>
            <a:endParaRPr/>
          </a:p>
        </p:txBody>
      </p:sp>
      <p:sp>
        <p:nvSpPr>
          <p:cNvPr id="356" name="Google Shape;356;p17"/>
          <p:cNvSpPr txBox="1"/>
          <p:nvPr/>
        </p:nvSpPr>
        <p:spPr>
          <a:xfrm>
            <a:off x="-1" y="7376"/>
            <a:ext cx="56397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Cat-3: MOS transistor related</a:t>
            </a:r>
            <a:endParaRPr/>
          </a:p>
        </p:txBody>
      </p:sp>
      <p:sp>
        <p:nvSpPr>
          <p:cNvPr id="357" name="Google Shape;357;p17"/>
          <p:cNvSpPr/>
          <p:nvPr/>
        </p:nvSpPr>
        <p:spPr>
          <a:xfrm>
            <a:off x="1014109" y="2171960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58" name="Google Shape;358;p17"/>
          <p:cNvSpPr txBox="1"/>
          <p:nvPr/>
        </p:nvSpPr>
        <p:spPr>
          <a:xfrm>
            <a:off x="1012462" y="2222303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359" name="Google Shape;359;p17"/>
          <p:cNvCxnSpPr/>
          <p:nvPr/>
        </p:nvCxnSpPr>
        <p:spPr>
          <a:xfrm>
            <a:off x="1667673" y="2507766"/>
            <a:ext cx="50234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60" name="Google Shape;360;p17"/>
          <p:cNvSpPr txBox="1"/>
          <p:nvPr/>
        </p:nvSpPr>
        <p:spPr>
          <a:xfrm>
            <a:off x="1624955" y="2559136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DP.AN</a:t>
            </a:r>
            <a:endParaRPr/>
          </a:p>
        </p:txBody>
      </p:sp>
      <p:sp>
        <p:nvSpPr>
          <p:cNvPr id="361" name="Google Shape;361;p17"/>
          <p:cNvSpPr/>
          <p:nvPr/>
        </p:nvSpPr>
        <p:spPr>
          <a:xfrm>
            <a:off x="1027787" y="3991249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62" name="Google Shape;362;p17"/>
          <p:cNvSpPr txBox="1"/>
          <p:nvPr/>
        </p:nvSpPr>
        <p:spPr>
          <a:xfrm>
            <a:off x="1025317" y="432003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363" name="Google Shape;363;p17"/>
          <p:cNvCxnSpPr/>
          <p:nvPr/>
        </p:nvCxnSpPr>
        <p:spPr>
          <a:xfrm>
            <a:off x="1671106" y="4313767"/>
            <a:ext cx="50360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64" name="Google Shape;364;p17"/>
          <p:cNvSpPr txBox="1"/>
          <p:nvPr/>
        </p:nvSpPr>
        <p:spPr>
          <a:xfrm>
            <a:off x="1621585" y="407944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DN.AP</a:t>
            </a:r>
            <a:endParaRPr/>
          </a:p>
        </p:txBody>
      </p:sp>
      <p:cxnSp>
        <p:nvCxnSpPr>
          <p:cNvPr id="365" name="Google Shape;365;p17"/>
          <p:cNvCxnSpPr/>
          <p:nvPr/>
        </p:nvCxnSpPr>
        <p:spPr>
          <a:xfrm>
            <a:off x="4398611" y="2551198"/>
            <a:ext cx="174399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66" name="Google Shape;366;p17"/>
          <p:cNvSpPr txBox="1"/>
          <p:nvPr/>
        </p:nvSpPr>
        <p:spPr>
          <a:xfrm>
            <a:off x="4112926" y="2283317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AP.LM</a:t>
            </a:r>
            <a:endParaRPr/>
          </a:p>
        </p:txBody>
      </p:sp>
      <p:cxnSp>
        <p:nvCxnSpPr>
          <p:cNvPr id="367" name="Google Shape;367;p17"/>
          <p:cNvCxnSpPr/>
          <p:nvPr/>
        </p:nvCxnSpPr>
        <p:spPr>
          <a:xfrm>
            <a:off x="4400671" y="4597914"/>
            <a:ext cx="174399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68" name="Google Shape;368;p17"/>
          <p:cNvSpPr txBox="1"/>
          <p:nvPr/>
        </p:nvSpPr>
        <p:spPr>
          <a:xfrm>
            <a:off x="4114986" y="4330033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AN.LM</a:t>
            </a:r>
            <a:endParaRPr/>
          </a:p>
        </p:txBody>
      </p:sp>
      <p:sp>
        <p:nvSpPr>
          <p:cNvPr id="369" name="Google Shape;369;p17"/>
          <p:cNvSpPr txBox="1"/>
          <p:nvPr/>
        </p:nvSpPr>
        <p:spPr>
          <a:xfrm>
            <a:off x="2984297" y="3012906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AP.WN</a:t>
            </a:r>
            <a:endParaRPr/>
          </a:p>
        </p:txBody>
      </p:sp>
      <p:cxnSp>
        <p:nvCxnSpPr>
          <p:cNvPr id="370" name="Google Shape;370;p17"/>
          <p:cNvCxnSpPr/>
          <p:nvPr/>
        </p:nvCxnSpPr>
        <p:spPr>
          <a:xfrm>
            <a:off x="3632007" y="2819960"/>
            <a:ext cx="0" cy="62726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71" name="Google Shape;371;p17"/>
          <p:cNvSpPr txBox="1"/>
          <p:nvPr/>
        </p:nvSpPr>
        <p:spPr>
          <a:xfrm>
            <a:off x="1824815" y="3013645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AP.WN</a:t>
            </a:r>
            <a:endParaRPr/>
          </a:p>
        </p:txBody>
      </p:sp>
      <p:cxnSp>
        <p:nvCxnSpPr>
          <p:cNvPr id="372" name="Google Shape;372;p17"/>
          <p:cNvCxnSpPr/>
          <p:nvPr/>
        </p:nvCxnSpPr>
        <p:spPr>
          <a:xfrm>
            <a:off x="2472525" y="2820699"/>
            <a:ext cx="0" cy="62726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73" name="Google Shape;373;p17"/>
          <p:cNvCxnSpPr/>
          <p:nvPr/>
        </p:nvCxnSpPr>
        <p:spPr>
          <a:xfrm>
            <a:off x="6402589" y="2830975"/>
            <a:ext cx="0" cy="59615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74" name="Google Shape;374;p17"/>
          <p:cNvSpPr txBox="1"/>
          <p:nvPr/>
        </p:nvSpPr>
        <p:spPr>
          <a:xfrm>
            <a:off x="6285456" y="3027857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AN.WN</a:t>
            </a:r>
            <a:endParaRPr/>
          </a:p>
        </p:txBody>
      </p:sp>
      <p:sp>
        <p:nvSpPr>
          <p:cNvPr id="375" name="Google Shape;375;p17"/>
          <p:cNvSpPr txBox="1"/>
          <p:nvPr/>
        </p:nvSpPr>
        <p:spPr>
          <a:xfrm>
            <a:off x="7399602" y="5197867"/>
            <a:ext cx="4396715" cy="10156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AP(M)/PMOS：AP for 5V PMOS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AN(M)/NMOS：AN for 5V NMOS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AP(D)/DP  ：AP for P-Diode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AN(D)/DN  ：AN for N-Diode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WN(M)     ：WN covering PMOS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76" name="Google Shape;3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3053" y="540000"/>
            <a:ext cx="4657864" cy="4657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8"/>
          <p:cNvSpPr/>
          <p:nvPr/>
        </p:nvSpPr>
        <p:spPr>
          <a:xfrm>
            <a:off x="672663" y="482765"/>
            <a:ext cx="5916143" cy="2956173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8"/>
          <p:cNvSpPr/>
          <p:nvPr/>
        </p:nvSpPr>
        <p:spPr>
          <a:xfrm>
            <a:off x="2620949" y="3996620"/>
            <a:ext cx="1943845" cy="16160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83" name="Google Shape;383;p18"/>
          <p:cNvSpPr/>
          <p:nvPr/>
        </p:nvSpPr>
        <p:spPr>
          <a:xfrm>
            <a:off x="2620949" y="1178924"/>
            <a:ext cx="1943845" cy="16471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84" name="Google Shape;384;p18"/>
          <p:cNvSpPr/>
          <p:nvPr/>
        </p:nvSpPr>
        <p:spPr>
          <a:xfrm>
            <a:off x="5389190" y="1174701"/>
            <a:ext cx="648000" cy="16471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85" name="Google Shape;385;p18"/>
          <p:cNvSpPr/>
          <p:nvPr/>
        </p:nvSpPr>
        <p:spPr>
          <a:xfrm>
            <a:off x="3232950" y="906179"/>
            <a:ext cx="180000" cy="49788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86" name="Google Shape;386;p18"/>
          <p:cNvSpPr/>
          <p:nvPr/>
        </p:nvSpPr>
        <p:spPr>
          <a:xfrm>
            <a:off x="5395837" y="4013943"/>
            <a:ext cx="648000" cy="159873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87" name="Google Shape;387;p18"/>
          <p:cNvSpPr txBox="1"/>
          <p:nvPr/>
        </p:nvSpPr>
        <p:spPr>
          <a:xfrm>
            <a:off x="3890258" y="121665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388" name="Google Shape;388;p18"/>
          <p:cNvSpPr txBox="1"/>
          <p:nvPr/>
        </p:nvSpPr>
        <p:spPr>
          <a:xfrm>
            <a:off x="3915265" y="5335683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389" name="Google Shape;389;p18"/>
          <p:cNvSpPr txBox="1"/>
          <p:nvPr/>
        </p:nvSpPr>
        <p:spPr>
          <a:xfrm>
            <a:off x="5398026" y="5335683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390" name="Google Shape;390;p18"/>
          <p:cNvCxnSpPr>
            <a:stCxn id="385" idx="0"/>
          </p:cNvCxnSpPr>
          <p:nvPr/>
        </p:nvCxnSpPr>
        <p:spPr>
          <a:xfrm>
            <a:off x="3322950" y="906179"/>
            <a:ext cx="5700" cy="273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91" name="Google Shape;391;p18"/>
          <p:cNvSpPr/>
          <p:nvPr/>
        </p:nvSpPr>
        <p:spPr>
          <a:xfrm>
            <a:off x="3894038" y="3143829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92" name="Google Shape;392;p18"/>
          <p:cNvSpPr txBox="1"/>
          <p:nvPr/>
        </p:nvSpPr>
        <p:spPr>
          <a:xfrm>
            <a:off x="3778817" y="3249099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</p:txBody>
      </p:sp>
      <p:sp>
        <p:nvSpPr>
          <p:cNvPr id="393" name="Google Shape;393;p18"/>
          <p:cNvSpPr/>
          <p:nvPr/>
        </p:nvSpPr>
        <p:spPr>
          <a:xfrm>
            <a:off x="3715859" y="915358"/>
            <a:ext cx="180000" cy="49695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94" name="Google Shape;394;p18"/>
          <p:cNvSpPr txBox="1"/>
          <p:nvPr/>
        </p:nvSpPr>
        <p:spPr>
          <a:xfrm>
            <a:off x="5382079" y="121665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395" name="Google Shape;395;p18"/>
          <p:cNvSpPr txBox="1"/>
          <p:nvPr/>
        </p:nvSpPr>
        <p:spPr>
          <a:xfrm flipH="1">
            <a:off x="2587039" y="936695"/>
            <a:ext cx="611277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GC.EP</a:t>
            </a:r>
            <a:endParaRPr/>
          </a:p>
        </p:txBody>
      </p:sp>
      <p:sp>
        <p:nvSpPr>
          <p:cNvPr id="396" name="Google Shape;396;p18"/>
          <p:cNvSpPr/>
          <p:nvPr/>
        </p:nvSpPr>
        <p:spPr>
          <a:xfrm>
            <a:off x="4871369" y="3334855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8"/>
          <p:cNvSpPr/>
          <p:nvPr/>
        </p:nvSpPr>
        <p:spPr>
          <a:xfrm>
            <a:off x="4153792" y="2325452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8"/>
          <p:cNvSpPr/>
          <p:nvPr/>
        </p:nvSpPr>
        <p:spPr>
          <a:xfrm>
            <a:off x="4153792" y="1771340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8"/>
          <p:cNvSpPr/>
          <p:nvPr/>
        </p:nvSpPr>
        <p:spPr>
          <a:xfrm>
            <a:off x="5622813" y="2325452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8"/>
          <p:cNvSpPr/>
          <p:nvPr/>
        </p:nvSpPr>
        <p:spPr>
          <a:xfrm>
            <a:off x="5622093" y="1771340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1" name="Google Shape;401;p18"/>
          <p:cNvCxnSpPr/>
          <p:nvPr/>
        </p:nvCxnSpPr>
        <p:spPr>
          <a:xfrm rot="10800000">
            <a:off x="5389190" y="2415452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02" name="Google Shape;402;p18"/>
          <p:cNvCxnSpPr/>
          <p:nvPr/>
        </p:nvCxnSpPr>
        <p:spPr>
          <a:xfrm rot="10800000">
            <a:off x="5622093" y="2415452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03" name="Google Shape;403;p18"/>
          <p:cNvSpPr txBox="1"/>
          <p:nvPr/>
        </p:nvSpPr>
        <p:spPr>
          <a:xfrm>
            <a:off x="5666731" y="2495372"/>
            <a:ext cx="658533" cy="191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CO.WB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04" name="Google Shape;404;p18"/>
          <p:cNvCxnSpPr/>
          <p:nvPr/>
        </p:nvCxnSpPr>
        <p:spPr>
          <a:xfrm>
            <a:off x="5712093" y="1979967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05" name="Google Shape;405;p18"/>
          <p:cNvSpPr txBox="1"/>
          <p:nvPr/>
        </p:nvSpPr>
        <p:spPr>
          <a:xfrm>
            <a:off x="5724127" y="208932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CO.S1</a:t>
            </a:r>
            <a:endParaRPr/>
          </a:p>
        </p:txBody>
      </p:sp>
      <p:sp>
        <p:nvSpPr>
          <p:cNvPr id="406" name="Google Shape;406;p18"/>
          <p:cNvSpPr txBox="1"/>
          <p:nvPr/>
        </p:nvSpPr>
        <p:spPr>
          <a:xfrm>
            <a:off x="4835560" y="232599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CO.AN</a:t>
            </a:r>
            <a:endParaRPr/>
          </a:p>
        </p:txBody>
      </p:sp>
      <p:cxnSp>
        <p:nvCxnSpPr>
          <p:cNvPr id="407" name="Google Shape;407;p18"/>
          <p:cNvCxnSpPr/>
          <p:nvPr/>
        </p:nvCxnSpPr>
        <p:spPr>
          <a:xfrm rot="10800000">
            <a:off x="3905060" y="2415048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08" name="Google Shape;408;p18"/>
          <p:cNvCxnSpPr/>
          <p:nvPr/>
        </p:nvCxnSpPr>
        <p:spPr>
          <a:xfrm rot="10800000">
            <a:off x="4154533" y="1856648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09" name="Google Shape;409;p18"/>
          <p:cNvCxnSpPr/>
          <p:nvPr/>
        </p:nvCxnSpPr>
        <p:spPr>
          <a:xfrm rot="10800000">
            <a:off x="4326089" y="1866895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10" name="Google Shape;410;p18"/>
          <p:cNvCxnSpPr/>
          <p:nvPr/>
        </p:nvCxnSpPr>
        <p:spPr>
          <a:xfrm>
            <a:off x="4241387" y="1970710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11" name="Google Shape;411;p18"/>
          <p:cNvSpPr txBox="1"/>
          <p:nvPr/>
        </p:nvSpPr>
        <p:spPr>
          <a:xfrm>
            <a:off x="4280382" y="2043433"/>
            <a:ext cx="102084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CO.SM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2" name="Google Shape;412;p18"/>
          <p:cNvSpPr txBox="1"/>
          <p:nvPr/>
        </p:nvSpPr>
        <p:spPr>
          <a:xfrm>
            <a:off x="4530495" y="177801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CO.AP</a:t>
            </a:r>
            <a:endParaRPr/>
          </a:p>
        </p:txBody>
      </p:sp>
      <p:sp>
        <p:nvSpPr>
          <p:cNvPr id="413" name="Google Shape;413;p18"/>
          <p:cNvSpPr txBox="1"/>
          <p:nvPr/>
        </p:nvSpPr>
        <p:spPr>
          <a:xfrm>
            <a:off x="4218086" y="1559444"/>
            <a:ext cx="103446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CO.WM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4" name="Google Shape;414;p18"/>
          <p:cNvSpPr txBox="1"/>
          <p:nvPr/>
        </p:nvSpPr>
        <p:spPr>
          <a:xfrm>
            <a:off x="3597056" y="222575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CO.GG</a:t>
            </a:r>
            <a:endParaRPr/>
          </a:p>
        </p:txBody>
      </p:sp>
      <p:sp>
        <p:nvSpPr>
          <p:cNvPr id="415" name="Google Shape;415;p18"/>
          <p:cNvSpPr/>
          <p:nvPr/>
        </p:nvSpPr>
        <p:spPr>
          <a:xfrm>
            <a:off x="4153792" y="4832111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8"/>
          <p:cNvSpPr/>
          <p:nvPr/>
        </p:nvSpPr>
        <p:spPr>
          <a:xfrm>
            <a:off x="4153792" y="4277999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8"/>
          <p:cNvSpPr/>
          <p:nvPr/>
        </p:nvSpPr>
        <p:spPr>
          <a:xfrm>
            <a:off x="5622813" y="483211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8"/>
          <p:cNvSpPr/>
          <p:nvPr/>
        </p:nvSpPr>
        <p:spPr>
          <a:xfrm>
            <a:off x="5622093" y="4277999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9" name="Google Shape;419;p18"/>
          <p:cNvCxnSpPr/>
          <p:nvPr/>
        </p:nvCxnSpPr>
        <p:spPr>
          <a:xfrm rot="10800000">
            <a:off x="5389190" y="4922111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20" name="Google Shape;420;p18"/>
          <p:cNvCxnSpPr/>
          <p:nvPr/>
        </p:nvCxnSpPr>
        <p:spPr>
          <a:xfrm rot="10800000">
            <a:off x="5622093" y="4922111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21" name="Google Shape;421;p18"/>
          <p:cNvSpPr txBox="1"/>
          <p:nvPr/>
        </p:nvSpPr>
        <p:spPr>
          <a:xfrm>
            <a:off x="5661895" y="5033806"/>
            <a:ext cx="573806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CO.WB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22" name="Google Shape;422;p18"/>
          <p:cNvCxnSpPr/>
          <p:nvPr/>
        </p:nvCxnSpPr>
        <p:spPr>
          <a:xfrm>
            <a:off x="5712093" y="4486626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23" name="Google Shape;423;p18"/>
          <p:cNvSpPr txBox="1"/>
          <p:nvPr/>
        </p:nvSpPr>
        <p:spPr>
          <a:xfrm>
            <a:off x="5724127" y="459598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CO.S1</a:t>
            </a:r>
            <a:endParaRPr/>
          </a:p>
        </p:txBody>
      </p:sp>
      <p:sp>
        <p:nvSpPr>
          <p:cNvPr id="424" name="Google Shape;424;p18"/>
          <p:cNvSpPr txBox="1"/>
          <p:nvPr/>
        </p:nvSpPr>
        <p:spPr>
          <a:xfrm>
            <a:off x="4835560" y="479255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CO.AP</a:t>
            </a:r>
            <a:endParaRPr/>
          </a:p>
        </p:txBody>
      </p:sp>
      <p:cxnSp>
        <p:nvCxnSpPr>
          <p:cNvPr id="425" name="Google Shape;425;p18"/>
          <p:cNvCxnSpPr/>
          <p:nvPr/>
        </p:nvCxnSpPr>
        <p:spPr>
          <a:xfrm rot="10800000">
            <a:off x="3905060" y="4921707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26" name="Google Shape;426;p18"/>
          <p:cNvCxnSpPr/>
          <p:nvPr/>
        </p:nvCxnSpPr>
        <p:spPr>
          <a:xfrm rot="10800000">
            <a:off x="4154533" y="4363307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27" name="Google Shape;427;p18"/>
          <p:cNvCxnSpPr/>
          <p:nvPr/>
        </p:nvCxnSpPr>
        <p:spPr>
          <a:xfrm rot="10800000">
            <a:off x="4326643" y="4931406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28" name="Google Shape;428;p18"/>
          <p:cNvCxnSpPr/>
          <p:nvPr/>
        </p:nvCxnSpPr>
        <p:spPr>
          <a:xfrm>
            <a:off x="4241387" y="4477369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29" name="Google Shape;429;p18"/>
          <p:cNvSpPr txBox="1"/>
          <p:nvPr/>
        </p:nvSpPr>
        <p:spPr>
          <a:xfrm>
            <a:off x="4268904" y="4605728"/>
            <a:ext cx="1043807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CO.SM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0" name="Google Shape;430;p18"/>
          <p:cNvSpPr txBox="1"/>
          <p:nvPr/>
        </p:nvSpPr>
        <p:spPr>
          <a:xfrm>
            <a:off x="4365539" y="493812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CO.AN</a:t>
            </a:r>
            <a:endParaRPr/>
          </a:p>
        </p:txBody>
      </p:sp>
      <p:sp>
        <p:nvSpPr>
          <p:cNvPr id="431" name="Google Shape;431;p18"/>
          <p:cNvSpPr txBox="1"/>
          <p:nvPr/>
        </p:nvSpPr>
        <p:spPr>
          <a:xfrm>
            <a:off x="4348698" y="4289739"/>
            <a:ext cx="101940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CO.WM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2" name="Google Shape;432;p18"/>
          <p:cNvSpPr txBox="1"/>
          <p:nvPr/>
        </p:nvSpPr>
        <p:spPr>
          <a:xfrm>
            <a:off x="3699144" y="501088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CO.GG</a:t>
            </a:r>
            <a:endParaRPr/>
          </a:p>
        </p:txBody>
      </p:sp>
      <p:cxnSp>
        <p:nvCxnSpPr>
          <p:cNvPr id="433" name="Google Shape;433;p18"/>
          <p:cNvCxnSpPr/>
          <p:nvPr/>
        </p:nvCxnSpPr>
        <p:spPr>
          <a:xfrm>
            <a:off x="3305999" y="5611837"/>
            <a:ext cx="5765" cy="273036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34" name="Google Shape;434;p18"/>
          <p:cNvSpPr txBox="1"/>
          <p:nvPr/>
        </p:nvSpPr>
        <p:spPr>
          <a:xfrm flipH="1">
            <a:off x="2570088" y="5642353"/>
            <a:ext cx="611277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GC.EN</a:t>
            </a:r>
            <a:endParaRPr/>
          </a:p>
        </p:txBody>
      </p:sp>
      <p:cxnSp>
        <p:nvCxnSpPr>
          <p:cNvPr id="435" name="Google Shape;435;p18"/>
          <p:cNvCxnSpPr/>
          <p:nvPr/>
        </p:nvCxnSpPr>
        <p:spPr>
          <a:xfrm flipH="1">
            <a:off x="4858875" y="3424807"/>
            <a:ext cx="176064" cy="1030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36" name="Google Shape;436;p18"/>
          <p:cNvCxnSpPr>
            <a:endCxn id="396" idx="0"/>
          </p:cNvCxnSpPr>
          <p:nvPr/>
        </p:nvCxnSpPr>
        <p:spPr>
          <a:xfrm>
            <a:off x="4961369" y="3143755"/>
            <a:ext cx="0" cy="191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37" name="Google Shape;437;p18"/>
          <p:cNvSpPr txBox="1"/>
          <p:nvPr/>
        </p:nvSpPr>
        <p:spPr>
          <a:xfrm>
            <a:off x="4638755" y="35055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CO.W1</a:t>
            </a:r>
            <a:endParaRPr/>
          </a:p>
        </p:txBody>
      </p:sp>
      <p:sp>
        <p:nvSpPr>
          <p:cNvPr id="438" name="Google Shape;438;p18"/>
          <p:cNvSpPr txBox="1"/>
          <p:nvPr/>
        </p:nvSpPr>
        <p:spPr>
          <a:xfrm>
            <a:off x="4602713" y="296537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CO.GC</a:t>
            </a:r>
            <a:endParaRPr/>
          </a:p>
        </p:txBody>
      </p:sp>
      <p:sp>
        <p:nvSpPr>
          <p:cNvPr id="439" name="Google Shape;439;p18"/>
          <p:cNvSpPr/>
          <p:nvPr/>
        </p:nvSpPr>
        <p:spPr>
          <a:xfrm>
            <a:off x="4433709" y="3334855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0" name="Google Shape;440;p18"/>
          <p:cNvCxnSpPr/>
          <p:nvPr/>
        </p:nvCxnSpPr>
        <p:spPr>
          <a:xfrm rot="10800000">
            <a:off x="4624324" y="3429959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41" name="Google Shape;441;p18"/>
          <p:cNvSpPr txBox="1"/>
          <p:nvPr/>
        </p:nvSpPr>
        <p:spPr>
          <a:xfrm>
            <a:off x="4240030" y="313133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CO.S1</a:t>
            </a:r>
            <a:endParaRPr/>
          </a:p>
        </p:txBody>
      </p:sp>
      <p:sp>
        <p:nvSpPr>
          <p:cNvPr id="442" name="Google Shape;442;p18"/>
          <p:cNvSpPr/>
          <p:nvPr/>
        </p:nvSpPr>
        <p:spPr>
          <a:xfrm>
            <a:off x="1905161" y="3171020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443" name="Google Shape;443;p18"/>
          <p:cNvCxnSpPr/>
          <p:nvPr/>
        </p:nvCxnSpPr>
        <p:spPr>
          <a:xfrm>
            <a:off x="3045101" y="2817762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44" name="Google Shape;444;p18"/>
          <p:cNvSpPr txBox="1"/>
          <p:nvPr/>
        </p:nvSpPr>
        <p:spPr>
          <a:xfrm>
            <a:off x="2402231" y="291292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GA.AP</a:t>
            </a:r>
            <a:endParaRPr/>
          </a:p>
        </p:txBody>
      </p:sp>
      <p:cxnSp>
        <p:nvCxnSpPr>
          <p:cNvPr id="445" name="Google Shape;445;p18"/>
          <p:cNvCxnSpPr/>
          <p:nvPr/>
        </p:nvCxnSpPr>
        <p:spPr>
          <a:xfrm>
            <a:off x="3027192" y="3665849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46" name="Google Shape;446;p18"/>
          <p:cNvSpPr txBox="1"/>
          <p:nvPr/>
        </p:nvSpPr>
        <p:spPr>
          <a:xfrm>
            <a:off x="2402231" y="375096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GA.AN</a:t>
            </a:r>
            <a:endParaRPr/>
          </a:p>
        </p:txBody>
      </p:sp>
      <p:cxnSp>
        <p:nvCxnSpPr>
          <p:cNvPr id="447" name="Google Shape;447;p18"/>
          <p:cNvCxnSpPr/>
          <p:nvPr/>
        </p:nvCxnSpPr>
        <p:spPr>
          <a:xfrm rot="10800000">
            <a:off x="3232950" y="1982526"/>
            <a:ext cx="18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48" name="Google Shape;448;p18"/>
          <p:cNvCxnSpPr/>
          <p:nvPr/>
        </p:nvCxnSpPr>
        <p:spPr>
          <a:xfrm rot="10800000">
            <a:off x="3412950" y="1982526"/>
            <a:ext cx="302909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49" name="Google Shape;449;p18"/>
          <p:cNvSpPr txBox="1"/>
          <p:nvPr/>
        </p:nvSpPr>
        <p:spPr>
          <a:xfrm>
            <a:off x="3265202" y="206550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GC.S1</a:t>
            </a:r>
            <a:endParaRPr/>
          </a:p>
        </p:txBody>
      </p:sp>
      <p:sp>
        <p:nvSpPr>
          <p:cNvPr id="450" name="Google Shape;450;p18"/>
          <p:cNvSpPr txBox="1"/>
          <p:nvPr/>
        </p:nvSpPr>
        <p:spPr>
          <a:xfrm>
            <a:off x="3006936" y="173535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GC.W1</a:t>
            </a:r>
            <a:endParaRPr/>
          </a:p>
        </p:txBody>
      </p:sp>
      <p:sp>
        <p:nvSpPr>
          <p:cNvPr id="451" name="Google Shape;451;p18"/>
          <p:cNvSpPr/>
          <p:nvPr/>
        </p:nvSpPr>
        <p:spPr>
          <a:xfrm>
            <a:off x="1479408" y="215565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1479408" y="116270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53" name="Google Shape;453;p18"/>
          <p:cNvSpPr txBox="1"/>
          <p:nvPr/>
        </p:nvSpPr>
        <p:spPr>
          <a:xfrm>
            <a:off x="1473265" y="2200667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(D)</a:t>
            </a:r>
            <a:endParaRPr/>
          </a:p>
        </p:txBody>
      </p:sp>
      <p:sp>
        <p:nvSpPr>
          <p:cNvPr id="454" name="Google Shape;454;p18"/>
          <p:cNvSpPr/>
          <p:nvPr/>
        </p:nvSpPr>
        <p:spPr>
          <a:xfrm>
            <a:off x="1479408" y="4988804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1479408" y="3998841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56" name="Google Shape;456;p18"/>
          <p:cNvSpPr txBox="1"/>
          <p:nvPr/>
        </p:nvSpPr>
        <p:spPr>
          <a:xfrm>
            <a:off x="1473265" y="5048653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(D)</a:t>
            </a:r>
            <a:endParaRPr/>
          </a:p>
        </p:txBody>
      </p:sp>
      <p:sp>
        <p:nvSpPr>
          <p:cNvPr id="457" name="Google Shape;457;p18"/>
          <p:cNvSpPr/>
          <p:nvPr/>
        </p:nvSpPr>
        <p:spPr>
          <a:xfrm>
            <a:off x="1713408" y="4227737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8" name="Google Shape;458;p18"/>
          <p:cNvCxnSpPr/>
          <p:nvPr/>
        </p:nvCxnSpPr>
        <p:spPr>
          <a:xfrm rot="10800000">
            <a:off x="1479234" y="4322841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59" name="Google Shape;459;p18"/>
          <p:cNvCxnSpPr/>
          <p:nvPr/>
        </p:nvCxnSpPr>
        <p:spPr>
          <a:xfrm rot="10800000">
            <a:off x="1716554" y="4322841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60" name="Google Shape;460;p18"/>
          <p:cNvSpPr txBox="1"/>
          <p:nvPr/>
        </p:nvSpPr>
        <p:spPr>
          <a:xfrm>
            <a:off x="1623826" y="444078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CO.WD</a:t>
            </a:r>
            <a:endParaRPr/>
          </a:p>
        </p:txBody>
      </p:sp>
      <p:sp>
        <p:nvSpPr>
          <p:cNvPr id="461" name="Google Shape;461;p18"/>
          <p:cNvSpPr txBox="1"/>
          <p:nvPr/>
        </p:nvSpPr>
        <p:spPr>
          <a:xfrm>
            <a:off x="925604" y="423050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CO.AD</a:t>
            </a:r>
            <a:endParaRPr/>
          </a:p>
        </p:txBody>
      </p:sp>
      <p:sp>
        <p:nvSpPr>
          <p:cNvPr id="462" name="Google Shape;462;p18"/>
          <p:cNvSpPr/>
          <p:nvPr/>
        </p:nvSpPr>
        <p:spPr>
          <a:xfrm>
            <a:off x="1713408" y="1391602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3" name="Google Shape;463;p18"/>
          <p:cNvCxnSpPr/>
          <p:nvPr/>
        </p:nvCxnSpPr>
        <p:spPr>
          <a:xfrm rot="10800000">
            <a:off x="1478810" y="1486706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64" name="Google Shape;464;p18"/>
          <p:cNvCxnSpPr/>
          <p:nvPr/>
        </p:nvCxnSpPr>
        <p:spPr>
          <a:xfrm rot="10800000">
            <a:off x="1716554" y="1486706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65" name="Google Shape;465;p18"/>
          <p:cNvSpPr txBox="1"/>
          <p:nvPr/>
        </p:nvSpPr>
        <p:spPr>
          <a:xfrm>
            <a:off x="1623402" y="160556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CO.WD</a:t>
            </a:r>
            <a:endParaRPr/>
          </a:p>
        </p:txBody>
      </p:sp>
      <p:sp>
        <p:nvSpPr>
          <p:cNvPr id="466" name="Google Shape;466;p18"/>
          <p:cNvSpPr txBox="1"/>
          <p:nvPr/>
        </p:nvSpPr>
        <p:spPr>
          <a:xfrm>
            <a:off x="925180" y="139437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CO.AD</a:t>
            </a:r>
            <a:endParaRPr/>
          </a:p>
        </p:txBody>
      </p:sp>
      <p:sp>
        <p:nvSpPr>
          <p:cNvPr id="467" name="Google Shape;467;p18"/>
          <p:cNvSpPr txBox="1"/>
          <p:nvPr/>
        </p:nvSpPr>
        <p:spPr>
          <a:xfrm>
            <a:off x="672663" y="666687"/>
            <a:ext cx="12198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468" name="Google Shape;468;p18"/>
          <p:cNvSpPr txBox="1"/>
          <p:nvPr/>
        </p:nvSpPr>
        <p:spPr>
          <a:xfrm>
            <a:off x="-1" y="7376"/>
            <a:ext cx="56397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Cat-4: Contact and Poly related</a:t>
            </a:r>
            <a:endParaRPr/>
          </a:p>
        </p:txBody>
      </p:sp>
      <p:sp>
        <p:nvSpPr>
          <p:cNvPr id="469" name="Google Shape;469;p18"/>
          <p:cNvSpPr txBox="1"/>
          <p:nvPr/>
        </p:nvSpPr>
        <p:spPr>
          <a:xfrm>
            <a:off x="1236135" y="4024037"/>
            <a:ext cx="113454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CO(D)</a:t>
            </a:r>
            <a:endParaRPr/>
          </a:p>
        </p:txBody>
      </p:sp>
      <p:sp>
        <p:nvSpPr>
          <p:cNvPr id="470" name="Google Shape;470;p18"/>
          <p:cNvSpPr txBox="1"/>
          <p:nvPr/>
        </p:nvSpPr>
        <p:spPr>
          <a:xfrm>
            <a:off x="8412554" y="5568423"/>
            <a:ext cx="3596585" cy="12003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   ：GC/GR (all Poly)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BG   ：AP/AN for MOS Back-gate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CO(M)：CO on PMOS/NMOS source/drain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CO(B)：CO on BG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CO(D)：CO on AP(D)/AN(D)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CO(L)：CO(Area&gt;=1.5um</a:t>
            </a:r>
            <a:r>
              <a:rPr baseline="30000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</p:txBody>
      </p:sp>
      <p:cxnSp>
        <p:nvCxnSpPr>
          <p:cNvPr id="471" name="Google Shape;471;p18"/>
          <p:cNvCxnSpPr/>
          <p:nvPr/>
        </p:nvCxnSpPr>
        <p:spPr>
          <a:xfrm>
            <a:off x="4240030" y="2505452"/>
            <a:ext cx="0" cy="31634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72" name="Google Shape;472;p18"/>
          <p:cNvSpPr txBox="1"/>
          <p:nvPr/>
        </p:nvSpPr>
        <p:spPr>
          <a:xfrm>
            <a:off x="4248296" y="2595230"/>
            <a:ext cx="1076164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CO.SM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73" name="Google Shape;473;p18"/>
          <p:cNvCxnSpPr/>
          <p:nvPr/>
        </p:nvCxnSpPr>
        <p:spPr>
          <a:xfrm>
            <a:off x="4240030" y="3996620"/>
            <a:ext cx="0" cy="28805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74" name="Google Shape;474;p18"/>
          <p:cNvSpPr txBox="1"/>
          <p:nvPr/>
        </p:nvSpPr>
        <p:spPr>
          <a:xfrm>
            <a:off x="4322929" y="4002978"/>
            <a:ext cx="1023846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CO.SM</a:t>
            </a:r>
            <a:endParaRPr/>
          </a:p>
        </p:txBody>
      </p:sp>
      <p:sp>
        <p:nvSpPr>
          <p:cNvPr id="475" name="Google Shape;475;p18"/>
          <p:cNvSpPr/>
          <p:nvPr/>
        </p:nvSpPr>
        <p:spPr>
          <a:xfrm>
            <a:off x="1798212" y="3497116"/>
            <a:ext cx="284298" cy="30042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8"/>
          <p:cNvSpPr txBox="1"/>
          <p:nvPr/>
        </p:nvSpPr>
        <p:spPr>
          <a:xfrm>
            <a:off x="1275520" y="369709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CO(L)</a:t>
            </a:r>
            <a:endParaRPr/>
          </a:p>
        </p:txBody>
      </p:sp>
      <p:sp>
        <p:nvSpPr>
          <p:cNvPr id="477" name="Google Shape;477;p18"/>
          <p:cNvSpPr txBox="1"/>
          <p:nvPr/>
        </p:nvSpPr>
        <p:spPr>
          <a:xfrm flipH="1">
            <a:off x="1844837" y="3473124"/>
            <a:ext cx="2740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✕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478" name="Google Shape;478;p18"/>
          <p:cNvGrpSpPr/>
          <p:nvPr/>
        </p:nvGrpSpPr>
        <p:grpSpPr>
          <a:xfrm>
            <a:off x="6400761" y="2923704"/>
            <a:ext cx="998382" cy="2037615"/>
            <a:chOff x="6269957" y="3599188"/>
            <a:chExt cx="998382" cy="2037615"/>
          </a:xfrm>
        </p:grpSpPr>
        <p:sp>
          <p:nvSpPr>
            <p:cNvPr id="479" name="Google Shape;479;p18"/>
            <p:cNvSpPr/>
            <p:nvPr/>
          </p:nvSpPr>
          <p:spPr>
            <a:xfrm rot="-5400000">
              <a:off x="6008496" y="4391344"/>
              <a:ext cx="2037615" cy="453303"/>
            </a:xfrm>
            <a:prstGeom prst="rect">
              <a:avLst/>
            </a:prstGeom>
            <a:solidFill>
              <a:srgbClr val="BF4F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80" name="Google Shape;480;p18"/>
            <p:cNvSpPr txBox="1"/>
            <p:nvPr/>
          </p:nvSpPr>
          <p:spPr>
            <a:xfrm>
              <a:off x="6269957" y="3662814"/>
              <a:ext cx="66889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JP" sz="160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GR</a:t>
              </a:r>
              <a:endParaRPr sz="16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81" name="Google Shape;481;p18"/>
            <p:cNvSpPr/>
            <p:nvPr/>
          </p:nvSpPr>
          <p:spPr>
            <a:xfrm>
              <a:off x="6938856" y="3730641"/>
              <a:ext cx="203200" cy="21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2" name="Google Shape;482;p18"/>
            <p:cNvSpPr/>
            <p:nvPr/>
          </p:nvSpPr>
          <p:spPr>
            <a:xfrm>
              <a:off x="6942152" y="5319687"/>
              <a:ext cx="203200" cy="21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3" name="Google Shape;483;p18"/>
            <p:cNvSpPr/>
            <p:nvPr/>
          </p:nvSpPr>
          <p:spPr>
            <a:xfrm>
              <a:off x="6800652" y="4022287"/>
              <a:ext cx="467687" cy="119618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4" name="Google Shape;484;p18"/>
          <p:cNvGrpSpPr/>
          <p:nvPr/>
        </p:nvGrpSpPr>
        <p:grpSpPr>
          <a:xfrm>
            <a:off x="6818329" y="1599400"/>
            <a:ext cx="668899" cy="878717"/>
            <a:chOff x="6809276" y="2410419"/>
            <a:chExt cx="668899" cy="878717"/>
          </a:xfrm>
        </p:grpSpPr>
        <p:sp>
          <p:nvSpPr>
            <p:cNvPr id="485" name="Google Shape;485;p18"/>
            <p:cNvSpPr/>
            <p:nvPr/>
          </p:nvSpPr>
          <p:spPr>
            <a:xfrm rot="-5400000">
              <a:off x="6708150" y="2623126"/>
              <a:ext cx="878717" cy="45330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86" name="Google Shape;486;p18"/>
            <p:cNvSpPr txBox="1"/>
            <p:nvPr/>
          </p:nvSpPr>
          <p:spPr>
            <a:xfrm>
              <a:off x="6809276" y="2687563"/>
              <a:ext cx="66889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JP" sz="160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GC</a:t>
              </a:r>
              <a:endParaRPr/>
            </a:p>
          </p:txBody>
        </p:sp>
      </p:grpSp>
      <p:cxnSp>
        <p:nvCxnSpPr>
          <p:cNvPr id="487" name="Google Shape;487;p18"/>
          <p:cNvCxnSpPr>
            <a:stCxn id="485" idx="1"/>
            <a:endCxn id="479" idx="3"/>
          </p:cNvCxnSpPr>
          <p:nvPr/>
        </p:nvCxnSpPr>
        <p:spPr>
          <a:xfrm>
            <a:off x="7156562" y="2478117"/>
            <a:ext cx="1500" cy="445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88" name="Google Shape;488;p18"/>
          <p:cNvSpPr txBox="1"/>
          <p:nvPr/>
        </p:nvSpPr>
        <p:spPr>
          <a:xfrm>
            <a:off x="7178085" y="262296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GC.GR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89" name="Google Shape;489;p18"/>
          <p:cNvCxnSpPr/>
          <p:nvPr/>
        </p:nvCxnSpPr>
        <p:spPr>
          <a:xfrm>
            <a:off x="4433709" y="5611837"/>
            <a:ext cx="0" cy="49611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90" name="Google Shape;490;p18"/>
          <p:cNvSpPr txBox="1"/>
          <p:nvPr/>
        </p:nvSpPr>
        <p:spPr>
          <a:xfrm>
            <a:off x="4371976" y="5771834"/>
            <a:ext cx="633175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GA.AN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491" name="Google Shape;491;p18"/>
          <p:cNvGrpSpPr/>
          <p:nvPr/>
        </p:nvGrpSpPr>
        <p:grpSpPr>
          <a:xfrm>
            <a:off x="4266052" y="6072887"/>
            <a:ext cx="2292091" cy="446215"/>
            <a:chOff x="4266054" y="6072892"/>
            <a:chExt cx="2570908" cy="467687"/>
          </a:xfrm>
        </p:grpSpPr>
        <p:sp>
          <p:nvSpPr>
            <p:cNvPr id="492" name="Google Shape;492;p18"/>
            <p:cNvSpPr/>
            <p:nvPr/>
          </p:nvSpPr>
          <p:spPr>
            <a:xfrm rot="10800000">
              <a:off x="4266054" y="6087276"/>
              <a:ext cx="2037615" cy="453303"/>
            </a:xfrm>
            <a:prstGeom prst="rect">
              <a:avLst/>
            </a:prstGeom>
            <a:solidFill>
              <a:srgbClr val="BF4F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93" name="Google Shape;493;p18"/>
            <p:cNvSpPr txBox="1"/>
            <p:nvPr/>
          </p:nvSpPr>
          <p:spPr>
            <a:xfrm>
              <a:off x="6168065" y="6140305"/>
              <a:ext cx="668897" cy="322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JP" sz="140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GR</a:t>
              </a:r>
              <a:endParaRPr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94" name="Google Shape;494;p18"/>
            <p:cNvSpPr/>
            <p:nvPr/>
          </p:nvSpPr>
          <p:spPr>
            <a:xfrm rot="-5400000">
              <a:off x="4403857" y="6192825"/>
              <a:ext cx="203200" cy="21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5" name="Google Shape;495;p18"/>
            <p:cNvSpPr/>
            <p:nvPr/>
          </p:nvSpPr>
          <p:spPr>
            <a:xfrm rot="-5400000">
              <a:off x="5992903" y="6189529"/>
              <a:ext cx="203200" cy="21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6" name="Google Shape;496;p18"/>
            <p:cNvSpPr/>
            <p:nvPr/>
          </p:nvSpPr>
          <p:spPr>
            <a:xfrm rot="-5400000">
              <a:off x="5053402" y="5708643"/>
              <a:ext cx="467687" cy="119618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97" name="Google Shape;497;p18"/>
          <p:cNvCxnSpPr/>
          <p:nvPr/>
        </p:nvCxnSpPr>
        <p:spPr>
          <a:xfrm>
            <a:off x="5724127" y="5591157"/>
            <a:ext cx="0" cy="49611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98" name="Google Shape;498;p18"/>
          <p:cNvSpPr txBox="1"/>
          <p:nvPr/>
        </p:nvSpPr>
        <p:spPr>
          <a:xfrm>
            <a:off x="5686728" y="5693871"/>
            <a:ext cx="6331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GA.AP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GA.BG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499" name="Google Shape;499;p18"/>
          <p:cNvGrpSpPr/>
          <p:nvPr/>
        </p:nvGrpSpPr>
        <p:grpSpPr>
          <a:xfrm>
            <a:off x="4142217" y="548008"/>
            <a:ext cx="2243512" cy="446215"/>
            <a:chOff x="4266054" y="6072892"/>
            <a:chExt cx="2516419" cy="467687"/>
          </a:xfrm>
        </p:grpSpPr>
        <p:sp>
          <p:nvSpPr>
            <p:cNvPr id="500" name="Google Shape;500;p18"/>
            <p:cNvSpPr/>
            <p:nvPr/>
          </p:nvSpPr>
          <p:spPr>
            <a:xfrm rot="10800000">
              <a:off x="4266054" y="6087276"/>
              <a:ext cx="2037615" cy="453303"/>
            </a:xfrm>
            <a:prstGeom prst="rect">
              <a:avLst/>
            </a:prstGeom>
            <a:solidFill>
              <a:srgbClr val="BF4F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501" name="Google Shape;501;p18"/>
            <p:cNvSpPr txBox="1"/>
            <p:nvPr/>
          </p:nvSpPr>
          <p:spPr>
            <a:xfrm>
              <a:off x="6202454" y="6158746"/>
              <a:ext cx="580019" cy="322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JP" sz="140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GR</a:t>
              </a:r>
              <a:endParaRPr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502" name="Google Shape;502;p18"/>
            <p:cNvSpPr/>
            <p:nvPr/>
          </p:nvSpPr>
          <p:spPr>
            <a:xfrm rot="-5400000">
              <a:off x="4403857" y="6192825"/>
              <a:ext cx="203200" cy="21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3" name="Google Shape;503;p18"/>
            <p:cNvSpPr/>
            <p:nvPr/>
          </p:nvSpPr>
          <p:spPr>
            <a:xfrm rot="-5400000">
              <a:off x="5992903" y="6189529"/>
              <a:ext cx="203200" cy="21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4" name="Google Shape;504;p18"/>
            <p:cNvSpPr/>
            <p:nvPr/>
          </p:nvSpPr>
          <p:spPr>
            <a:xfrm rot="-5400000">
              <a:off x="5053402" y="5708643"/>
              <a:ext cx="467687" cy="119618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05" name="Google Shape;505;p18"/>
          <p:cNvCxnSpPr/>
          <p:nvPr/>
        </p:nvCxnSpPr>
        <p:spPr>
          <a:xfrm>
            <a:off x="4355656" y="980614"/>
            <a:ext cx="0" cy="194087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506" name="Google Shape;506;p18"/>
          <p:cNvSpPr txBox="1"/>
          <p:nvPr/>
        </p:nvSpPr>
        <p:spPr>
          <a:xfrm>
            <a:off x="4312331" y="991571"/>
            <a:ext cx="633175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GA.AP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07" name="Google Shape;507;p18"/>
          <p:cNvCxnSpPr/>
          <p:nvPr/>
        </p:nvCxnSpPr>
        <p:spPr>
          <a:xfrm>
            <a:off x="5641480" y="991571"/>
            <a:ext cx="0" cy="20072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508" name="Google Shape;508;p18"/>
          <p:cNvSpPr txBox="1"/>
          <p:nvPr/>
        </p:nvSpPr>
        <p:spPr>
          <a:xfrm>
            <a:off x="5679178" y="1007627"/>
            <a:ext cx="1034792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GA.AN/GA.BG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09" name="Google Shape;509;p18"/>
          <p:cNvCxnSpPr/>
          <p:nvPr/>
        </p:nvCxnSpPr>
        <p:spPr>
          <a:xfrm flipH="1">
            <a:off x="5214860" y="2826024"/>
            <a:ext cx="180977" cy="31780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510" name="Google Shape;510;p18"/>
          <p:cNvSpPr txBox="1"/>
          <p:nvPr/>
        </p:nvSpPr>
        <p:spPr>
          <a:xfrm>
            <a:off x="5246139" y="2873258"/>
            <a:ext cx="7270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GA.AN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GA.BG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1" name="Google Shape;511;p18"/>
          <p:cNvSpPr txBox="1"/>
          <p:nvPr/>
        </p:nvSpPr>
        <p:spPr>
          <a:xfrm>
            <a:off x="5306787" y="3689614"/>
            <a:ext cx="7270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GA.AP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GA.BG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12" name="Google Shape;512;p18"/>
          <p:cNvCxnSpPr/>
          <p:nvPr/>
        </p:nvCxnSpPr>
        <p:spPr>
          <a:xfrm rot="10800000">
            <a:off x="5223743" y="3654136"/>
            <a:ext cx="172094" cy="36990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513" name="Google Shape;513;p18"/>
          <p:cNvSpPr/>
          <p:nvPr/>
        </p:nvSpPr>
        <p:spPr>
          <a:xfrm>
            <a:off x="7075299" y="1662399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8"/>
          <p:cNvSpPr/>
          <p:nvPr/>
        </p:nvSpPr>
        <p:spPr>
          <a:xfrm>
            <a:off x="2503683" y="332172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8"/>
          <p:cNvSpPr txBox="1"/>
          <p:nvPr/>
        </p:nvSpPr>
        <p:spPr>
          <a:xfrm>
            <a:off x="2701580" y="3322846"/>
            <a:ext cx="621030" cy="184666"/>
          </a:xfrm>
          <a:prstGeom prst="rect">
            <a:avLst/>
          </a:prstGeom>
          <a:solidFill>
            <a:srgbClr val="D9D9D9">
              <a:alpha val="47059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GA.CO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6" name="Google Shape;516;p18"/>
          <p:cNvSpPr txBox="1"/>
          <p:nvPr/>
        </p:nvSpPr>
        <p:spPr>
          <a:xfrm>
            <a:off x="5608007" y="1737665"/>
            <a:ext cx="99050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CO(B)</a:t>
            </a:r>
            <a:endParaRPr/>
          </a:p>
        </p:txBody>
      </p:sp>
      <p:sp>
        <p:nvSpPr>
          <p:cNvPr id="517" name="Google Shape;517;p18"/>
          <p:cNvSpPr txBox="1"/>
          <p:nvPr/>
        </p:nvSpPr>
        <p:spPr>
          <a:xfrm>
            <a:off x="5585889" y="4289739"/>
            <a:ext cx="99050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CO(B)</a:t>
            </a:r>
            <a:endParaRPr/>
          </a:p>
        </p:txBody>
      </p:sp>
      <p:sp>
        <p:nvSpPr>
          <p:cNvPr id="518" name="Google Shape;518;p18"/>
          <p:cNvSpPr/>
          <p:nvPr/>
        </p:nvSpPr>
        <p:spPr>
          <a:xfrm>
            <a:off x="1607722" y="6212590"/>
            <a:ext cx="284298" cy="30042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8"/>
          <p:cNvSpPr txBox="1"/>
          <p:nvPr/>
        </p:nvSpPr>
        <p:spPr>
          <a:xfrm>
            <a:off x="1045143" y="625742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CO(L)</a:t>
            </a:r>
            <a:endParaRPr/>
          </a:p>
        </p:txBody>
      </p:sp>
      <p:sp>
        <p:nvSpPr>
          <p:cNvPr id="520" name="Google Shape;520;p18"/>
          <p:cNvSpPr/>
          <p:nvPr/>
        </p:nvSpPr>
        <p:spPr>
          <a:xfrm>
            <a:off x="2131091" y="6267696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1" name="Google Shape;521;p18"/>
          <p:cNvCxnSpPr/>
          <p:nvPr/>
        </p:nvCxnSpPr>
        <p:spPr>
          <a:xfrm rot="10800000">
            <a:off x="1894505" y="6349760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522" name="Google Shape;522;p18"/>
          <p:cNvSpPr txBox="1"/>
          <p:nvPr/>
        </p:nvSpPr>
        <p:spPr>
          <a:xfrm>
            <a:off x="2283168" y="6267696"/>
            <a:ext cx="418412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</a:t>
            </a:r>
            <a:endParaRPr/>
          </a:p>
        </p:txBody>
      </p:sp>
      <p:sp>
        <p:nvSpPr>
          <p:cNvPr id="523" name="Google Shape;523;p18"/>
          <p:cNvSpPr txBox="1"/>
          <p:nvPr/>
        </p:nvSpPr>
        <p:spPr>
          <a:xfrm flipH="1">
            <a:off x="1845303" y="6076255"/>
            <a:ext cx="611277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CO.CL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4" name="Google Shape;524;p18"/>
          <p:cNvSpPr txBox="1"/>
          <p:nvPr/>
        </p:nvSpPr>
        <p:spPr>
          <a:xfrm>
            <a:off x="3552915" y="654796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CO(L)</a:t>
            </a:r>
            <a:endParaRPr/>
          </a:p>
        </p:txBody>
      </p:sp>
      <p:sp>
        <p:nvSpPr>
          <p:cNvPr id="525" name="Google Shape;525;p18"/>
          <p:cNvSpPr txBox="1"/>
          <p:nvPr/>
        </p:nvSpPr>
        <p:spPr>
          <a:xfrm flipH="1">
            <a:off x="4159611" y="6370935"/>
            <a:ext cx="2740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✕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6" name="Google Shape;526;p18"/>
          <p:cNvSpPr/>
          <p:nvPr/>
        </p:nvSpPr>
        <p:spPr>
          <a:xfrm>
            <a:off x="4111942" y="6407300"/>
            <a:ext cx="284298" cy="30042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8"/>
          <p:cNvSpPr txBox="1"/>
          <p:nvPr/>
        </p:nvSpPr>
        <p:spPr>
          <a:xfrm>
            <a:off x="1182377" y="35055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CL.GC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8" name="Google Shape;528;p18"/>
          <p:cNvSpPr txBox="1"/>
          <p:nvPr/>
        </p:nvSpPr>
        <p:spPr>
          <a:xfrm>
            <a:off x="3533654" y="633446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CL.GC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9" name="Google Shape;529;p18"/>
          <p:cNvSpPr/>
          <p:nvPr/>
        </p:nvSpPr>
        <p:spPr>
          <a:xfrm>
            <a:off x="6486217" y="5616011"/>
            <a:ext cx="1483957" cy="104833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30" name="Google Shape;530;p18"/>
          <p:cNvSpPr txBox="1"/>
          <p:nvPr/>
        </p:nvSpPr>
        <p:spPr>
          <a:xfrm>
            <a:off x="7309890" y="6399881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531" name="Google Shape;531;p18"/>
          <p:cNvSpPr/>
          <p:nvPr/>
        </p:nvSpPr>
        <p:spPr>
          <a:xfrm>
            <a:off x="6929907" y="5611837"/>
            <a:ext cx="543522" cy="3793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8"/>
          <p:cNvSpPr/>
          <p:nvPr/>
        </p:nvSpPr>
        <p:spPr>
          <a:xfrm>
            <a:off x="7117951" y="5568422"/>
            <a:ext cx="170241" cy="12851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533" name="Google Shape;533;p18"/>
          <p:cNvCxnSpPr>
            <a:stCxn id="532" idx="0"/>
          </p:cNvCxnSpPr>
          <p:nvPr/>
        </p:nvCxnSpPr>
        <p:spPr>
          <a:xfrm>
            <a:off x="7203072" y="5568422"/>
            <a:ext cx="0" cy="422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534" name="Google Shape;534;p18"/>
          <p:cNvSpPr txBox="1"/>
          <p:nvPr/>
        </p:nvSpPr>
        <p:spPr>
          <a:xfrm>
            <a:off x="6859279" y="532872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GC.E2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535" name="Google Shape;535;p18"/>
          <p:cNvCxnSpPr/>
          <p:nvPr/>
        </p:nvCxnSpPr>
        <p:spPr>
          <a:xfrm rot="10800000">
            <a:off x="6929910" y="5859896"/>
            <a:ext cx="188042" cy="86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536" name="Google Shape;536;p18"/>
          <p:cNvCxnSpPr/>
          <p:nvPr/>
        </p:nvCxnSpPr>
        <p:spPr>
          <a:xfrm rot="10800000">
            <a:off x="7288194" y="5859896"/>
            <a:ext cx="188042" cy="86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537" name="Google Shape;537;p18"/>
          <p:cNvSpPr txBox="1"/>
          <p:nvPr/>
        </p:nvSpPr>
        <p:spPr>
          <a:xfrm>
            <a:off x="6520376" y="5859899"/>
            <a:ext cx="573806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&lt;=1.2um</a:t>
            </a:r>
            <a:endParaRPr b="1"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38" name="Google Shape;538;p18"/>
          <p:cNvSpPr txBox="1"/>
          <p:nvPr/>
        </p:nvSpPr>
        <p:spPr>
          <a:xfrm>
            <a:off x="7396368" y="5868948"/>
            <a:ext cx="573806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&lt;=1.2um</a:t>
            </a:r>
            <a:endParaRPr b="1"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39" name="Google Shape;53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9150" y="548000"/>
            <a:ext cx="4341449" cy="4533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9"/>
          <p:cNvSpPr/>
          <p:nvPr/>
        </p:nvSpPr>
        <p:spPr>
          <a:xfrm>
            <a:off x="1473910" y="3899640"/>
            <a:ext cx="2340000" cy="234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46" name="Google Shape;546;p19"/>
          <p:cNvSpPr/>
          <p:nvPr/>
        </p:nvSpPr>
        <p:spPr>
          <a:xfrm rot="-5400000">
            <a:off x="1880418" y="4349640"/>
            <a:ext cx="1440000" cy="14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47" name="Google Shape;547;p19"/>
          <p:cNvSpPr/>
          <p:nvPr/>
        </p:nvSpPr>
        <p:spPr>
          <a:xfrm rot="-5400000">
            <a:off x="1031931" y="999469"/>
            <a:ext cx="1980000" cy="198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48" name="Google Shape;548;p19"/>
          <p:cNvSpPr/>
          <p:nvPr/>
        </p:nvSpPr>
        <p:spPr>
          <a:xfrm rot="-5400000">
            <a:off x="1301931" y="1269469"/>
            <a:ext cx="1440000" cy="14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49" name="Google Shape;549;p19"/>
          <p:cNvSpPr/>
          <p:nvPr/>
        </p:nvSpPr>
        <p:spPr>
          <a:xfrm>
            <a:off x="1481931" y="1449469"/>
            <a:ext cx="1080000" cy="108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50" name="Google Shape;550;p19"/>
          <p:cNvSpPr txBox="1"/>
          <p:nvPr/>
        </p:nvSpPr>
        <p:spPr>
          <a:xfrm>
            <a:off x="695347" y="629122"/>
            <a:ext cx="12198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WN(R)</a:t>
            </a:r>
            <a:endParaRPr/>
          </a:p>
        </p:txBody>
      </p:sp>
      <p:sp>
        <p:nvSpPr>
          <p:cNvPr id="551" name="Google Shape;551;p19"/>
          <p:cNvSpPr txBox="1"/>
          <p:nvPr/>
        </p:nvSpPr>
        <p:spPr>
          <a:xfrm>
            <a:off x="1424159" y="145601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sp>
        <p:nvSpPr>
          <p:cNvPr id="552" name="Google Shape;552;p19"/>
          <p:cNvSpPr/>
          <p:nvPr/>
        </p:nvSpPr>
        <p:spPr>
          <a:xfrm>
            <a:off x="660267" y="3709912"/>
            <a:ext cx="3577845" cy="2675463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9"/>
          <p:cNvSpPr/>
          <p:nvPr/>
        </p:nvSpPr>
        <p:spPr>
          <a:xfrm>
            <a:off x="2060418" y="4529640"/>
            <a:ext cx="1080000" cy="108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54" name="Google Shape;554;p19"/>
          <p:cNvSpPr txBox="1"/>
          <p:nvPr/>
        </p:nvSpPr>
        <p:spPr>
          <a:xfrm>
            <a:off x="675457" y="3770151"/>
            <a:ext cx="60992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(C)</a:t>
            </a:r>
            <a:endParaRPr/>
          </a:p>
        </p:txBody>
      </p:sp>
      <p:sp>
        <p:nvSpPr>
          <p:cNvPr id="555" name="Google Shape;555;p19"/>
          <p:cNvSpPr txBox="1"/>
          <p:nvPr/>
        </p:nvSpPr>
        <p:spPr>
          <a:xfrm>
            <a:off x="2086606" y="4601632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556" name="Google Shape;556;p19"/>
          <p:cNvSpPr/>
          <p:nvPr/>
        </p:nvSpPr>
        <p:spPr>
          <a:xfrm>
            <a:off x="3396898" y="1438767"/>
            <a:ext cx="540000" cy="110140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57" name="Google Shape;557;p19"/>
          <p:cNvSpPr txBox="1"/>
          <p:nvPr/>
        </p:nvSpPr>
        <p:spPr>
          <a:xfrm>
            <a:off x="3405540" y="1496099"/>
            <a:ext cx="510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558" name="Google Shape;558;p19"/>
          <p:cNvCxnSpPr/>
          <p:nvPr/>
        </p:nvCxnSpPr>
        <p:spPr>
          <a:xfrm>
            <a:off x="3026946" y="1526078"/>
            <a:ext cx="384967" cy="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559" name="Google Shape;559;p19"/>
          <p:cNvSpPr txBox="1"/>
          <p:nvPr/>
        </p:nvSpPr>
        <p:spPr>
          <a:xfrm>
            <a:off x="3056003" y="126263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GC.AN</a:t>
            </a:r>
            <a:endParaRPr/>
          </a:p>
        </p:txBody>
      </p:sp>
      <p:cxnSp>
        <p:nvCxnSpPr>
          <p:cNvPr id="560" name="Google Shape;560;p19"/>
          <p:cNvCxnSpPr/>
          <p:nvPr/>
        </p:nvCxnSpPr>
        <p:spPr>
          <a:xfrm>
            <a:off x="2561931" y="1783094"/>
            <a:ext cx="18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561" name="Google Shape;561;p19"/>
          <p:cNvSpPr txBox="1"/>
          <p:nvPr/>
        </p:nvSpPr>
        <p:spPr>
          <a:xfrm>
            <a:off x="2401980" y="1514534"/>
            <a:ext cx="621030" cy="184666"/>
          </a:xfrm>
          <a:prstGeom prst="rect">
            <a:avLst/>
          </a:prstGeom>
          <a:solidFill>
            <a:srgbClr val="D9D9D9">
              <a:alpha val="47059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AR.GC</a:t>
            </a:r>
            <a:endParaRPr/>
          </a:p>
        </p:txBody>
      </p:sp>
      <p:cxnSp>
        <p:nvCxnSpPr>
          <p:cNvPr id="562" name="Google Shape;562;p19"/>
          <p:cNvCxnSpPr>
            <a:stCxn id="548" idx="3"/>
            <a:endCxn id="547" idx="3"/>
          </p:cNvCxnSpPr>
          <p:nvPr/>
        </p:nvCxnSpPr>
        <p:spPr>
          <a:xfrm rot="10800000">
            <a:off x="2021931" y="999469"/>
            <a:ext cx="0" cy="270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563" name="Google Shape;563;p19"/>
          <p:cNvSpPr txBox="1"/>
          <p:nvPr/>
        </p:nvSpPr>
        <p:spPr>
          <a:xfrm>
            <a:off x="1775928" y="81143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AR.PW</a:t>
            </a:r>
            <a:endParaRPr/>
          </a:p>
        </p:txBody>
      </p:sp>
      <p:sp>
        <p:nvSpPr>
          <p:cNvPr id="564" name="Google Shape;564;p19"/>
          <p:cNvSpPr/>
          <p:nvPr/>
        </p:nvSpPr>
        <p:spPr>
          <a:xfrm>
            <a:off x="3478210" y="5239317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9"/>
          <p:cNvSpPr txBox="1"/>
          <p:nvPr/>
        </p:nvSpPr>
        <p:spPr>
          <a:xfrm>
            <a:off x="3209319" y="4009784"/>
            <a:ext cx="50269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566" name="Google Shape;566;p19"/>
          <p:cNvSpPr/>
          <p:nvPr/>
        </p:nvSpPr>
        <p:spPr>
          <a:xfrm>
            <a:off x="3477490" y="4685205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7" name="Google Shape;567;p19"/>
          <p:cNvCxnSpPr/>
          <p:nvPr/>
        </p:nvCxnSpPr>
        <p:spPr>
          <a:xfrm rot="10800000">
            <a:off x="3652638" y="4778076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568" name="Google Shape;568;p19"/>
          <p:cNvSpPr txBox="1"/>
          <p:nvPr/>
        </p:nvSpPr>
        <p:spPr>
          <a:xfrm>
            <a:off x="3548153" y="447177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CC.AN</a:t>
            </a:r>
            <a:endParaRPr/>
          </a:p>
        </p:txBody>
      </p:sp>
      <p:cxnSp>
        <p:nvCxnSpPr>
          <p:cNvPr id="569" name="Google Shape;569;p19"/>
          <p:cNvCxnSpPr/>
          <p:nvPr/>
        </p:nvCxnSpPr>
        <p:spPr>
          <a:xfrm rot="10800000">
            <a:off x="3478930" y="5330517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570" name="Google Shape;570;p19"/>
          <p:cNvSpPr txBox="1"/>
          <p:nvPr/>
        </p:nvSpPr>
        <p:spPr>
          <a:xfrm>
            <a:off x="3509613" y="541682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CC.W1</a:t>
            </a:r>
            <a:endParaRPr/>
          </a:p>
        </p:txBody>
      </p:sp>
      <p:cxnSp>
        <p:nvCxnSpPr>
          <p:cNvPr id="571" name="Google Shape;571;p19"/>
          <p:cNvCxnSpPr/>
          <p:nvPr/>
        </p:nvCxnSpPr>
        <p:spPr>
          <a:xfrm>
            <a:off x="3574771" y="4882943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572" name="Google Shape;572;p19"/>
          <p:cNvSpPr txBox="1"/>
          <p:nvPr/>
        </p:nvSpPr>
        <p:spPr>
          <a:xfrm>
            <a:off x="2825016" y="501121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CO.SC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73" name="Google Shape;573;p19"/>
          <p:cNvSpPr/>
          <p:nvPr/>
        </p:nvSpPr>
        <p:spPr>
          <a:xfrm>
            <a:off x="2786098" y="5196474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9"/>
          <p:cNvSpPr/>
          <p:nvPr/>
        </p:nvSpPr>
        <p:spPr>
          <a:xfrm>
            <a:off x="2785378" y="4642362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5" name="Google Shape;575;p19"/>
          <p:cNvCxnSpPr/>
          <p:nvPr/>
        </p:nvCxnSpPr>
        <p:spPr>
          <a:xfrm rot="10800000">
            <a:off x="2959790" y="4732681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576" name="Google Shape;576;p19"/>
          <p:cNvCxnSpPr/>
          <p:nvPr/>
        </p:nvCxnSpPr>
        <p:spPr>
          <a:xfrm rot="10800000">
            <a:off x="2786818" y="5287674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577" name="Google Shape;577;p19"/>
          <p:cNvSpPr txBox="1"/>
          <p:nvPr/>
        </p:nvSpPr>
        <p:spPr>
          <a:xfrm>
            <a:off x="2848171" y="537824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CC.W1</a:t>
            </a:r>
            <a:endParaRPr/>
          </a:p>
        </p:txBody>
      </p:sp>
      <p:cxnSp>
        <p:nvCxnSpPr>
          <p:cNvPr id="578" name="Google Shape;578;p19"/>
          <p:cNvCxnSpPr/>
          <p:nvPr/>
        </p:nvCxnSpPr>
        <p:spPr>
          <a:xfrm>
            <a:off x="2882659" y="4840100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579" name="Google Shape;579;p19"/>
          <p:cNvSpPr txBox="1"/>
          <p:nvPr/>
        </p:nvSpPr>
        <p:spPr>
          <a:xfrm>
            <a:off x="2821882" y="487863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 strike="sng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CC.S1</a:t>
            </a:r>
            <a:endParaRPr/>
          </a:p>
        </p:txBody>
      </p:sp>
      <p:sp>
        <p:nvSpPr>
          <p:cNvPr id="580" name="Google Shape;580;p19"/>
          <p:cNvSpPr txBox="1"/>
          <p:nvPr/>
        </p:nvSpPr>
        <p:spPr>
          <a:xfrm>
            <a:off x="2850215" y="447177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CC.AC</a:t>
            </a:r>
            <a:endParaRPr/>
          </a:p>
        </p:txBody>
      </p:sp>
      <p:sp>
        <p:nvSpPr>
          <p:cNvPr id="581" name="Google Shape;581;p19"/>
          <p:cNvSpPr/>
          <p:nvPr/>
        </p:nvSpPr>
        <p:spPr>
          <a:xfrm>
            <a:off x="672663" y="578100"/>
            <a:ext cx="3565500" cy="28989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9"/>
          <p:cNvSpPr txBox="1"/>
          <p:nvPr/>
        </p:nvSpPr>
        <p:spPr>
          <a:xfrm>
            <a:off x="1959263" y="1023197"/>
            <a:ext cx="113454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GC(R)</a:t>
            </a:r>
            <a:endParaRPr/>
          </a:p>
        </p:txBody>
      </p:sp>
      <p:sp>
        <p:nvSpPr>
          <p:cNvPr id="583" name="Google Shape;583;p19"/>
          <p:cNvSpPr/>
          <p:nvPr/>
        </p:nvSpPr>
        <p:spPr>
          <a:xfrm rot="-5400000">
            <a:off x="3870075" y="1556724"/>
            <a:ext cx="2898925" cy="865472"/>
          </a:xfrm>
          <a:prstGeom prst="rect">
            <a:avLst/>
          </a:prstGeom>
          <a:solidFill>
            <a:srgbClr val="BF4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84" name="Google Shape;584;p19"/>
          <p:cNvSpPr/>
          <p:nvPr/>
        </p:nvSpPr>
        <p:spPr>
          <a:xfrm rot="-5400000">
            <a:off x="5319553" y="1646513"/>
            <a:ext cx="2898925" cy="679151"/>
          </a:xfrm>
          <a:prstGeom prst="rect">
            <a:avLst/>
          </a:prstGeom>
          <a:solidFill>
            <a:srgbClr val="BF4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85" name="Google Shape;585;p19"/>
          <p:cNvSpPr txBox="1"/>
          <p:nvPr/>
        </p:nvSpPr>
        <p:spPr>
          <a:xfrm>
            <a:off x="4304708" y="612285"/>
            <a:ext cx="6688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GR</a:t>
            </a:r>
            <a:endParaRPr sz="16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586" name="Google Shape;586;p19"/>
          <p:cNvCxnSpPr/>
          <p:nvPr/>
        </p:nvCxnSpPr>
        <p:spPr>
          <a:xfrm>
            <a:off x="4886801" y="1666306"/>
            <a:ext cx="87244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587" name="Google Shape;587;p19"/>
          <p:cNvSpPr txBox="1"/>
          <p:nvPr/>
        </p:nvSpPr>
        <p:spPr>
          <a:xfrm>
            <a:off x="4923016" y="173178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GR.W1</a:t>
            </a:r>
            <a:endParaRPr/>
          </a:p>
        </p:txBody>
      </p:sp>
      <p:cxnSp>
        <p:nvCxnSpPr>
          <p:cNvPr id="588" name="Google Shape;588;p19"/>
          <p:cNvCxnSpPr/>
          <p:nvPr/>
        </p:nvCxnSpPr>
        <p:spPr>
          <a:xfrm>
            <a:off x="5752274" y="1666306"/>
            <a:ext cx="694392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589" name="Google Shape;589;p19"/>
          <p:cNvSpPr txBox="1"/>
          <p:nvPr/>
        </p:nvSpPr>
        <p:spPr>
          <a:xfrm>
            <a:off x="5782003" y="173178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GR.S1</a:t>
            </a:r>
            <a:endParaRPr/>
          </a:p>
        </p:txBody>
      </p:sp>
      <p:sp>
        <p:nvSpPr>
          <p:cNvPr id="590" name="Google Shape;590;p19"/>
          <p:cNvSpPr txBox="1"/>
          <p:nvPr/>
        </p:nvSpPr>
        <p:spPr>
          <a:xfrm>
            <a:off x="5898745" y="600250"/>
            <a:ext cx="6688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GR</a:t>
            </a:r>
            <a:endParaRPr sz="16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591" name="Google Shape;591;p19"/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Cat-5: Resistors(AR/GR) and Capacitor(AC) related</a:t>
            </a:r>
            <a:endParaRPr/>
          </a:p>
        </p:txBody>
      </p:sp>
      <p:sp>
        <p:nvSpPr>
          <p:cNvPr id="592" name="Google Shape;592;p19"/>
          <p:cNvSpPr/>
          <p:nvPr/>
        </p:nvSpPr>
        <p:spPr>
          <a:xfrm>
            <a:off x="4783707" y="3767739"/>
            <a:ext cx="1440000" cy="2230407"/>
          </a:xfrm>
          <a:prstGeom prst="snip2SameRect">
            <a:avLst>
              <a:gd fmla="val 23682" name="adj1"/>
              <a:gd fmla="val 0" name="adj2"/>
            </a:avLst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19"/>
          <p:cNvSpPr/>
          <p:nvPr/>
        </p:nvSpPr>
        <p:spPr>
          <a:xfrm>
            <a:off x="5215707" y="4318569"/>
            <a:ext cx="576000" cy="36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4" name="Google Shape;594;p19"/>
          <p:cNvCxnSpPr/>
          <p:nvPr/>
        </p:nvCxnSpPr>
        <p:spPr>
          <a:xfrm>
            <a:off x="5789283" y="4480773"/>
            <a:ext cx="432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595" name="Google Shape;595;p19"/>
          <p:cNvCxnSpPr/>
          <p:nvPr/>
        </p:nvCxnSpPr>
        <p:spPr>
          <a:xfrm>
            <a:off x="5863707" y="3767740"/>
            <a:ext cx="36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596" name="Google Shape;596;p19"/>
          <p:cNvCxnSpPr/>
          <p:nvPr/>
        </p:nvCxnSpPr>
        <p:spPr>
          <a:xfrm>
            <a:off x="6223707" y="3767740"/>
            <a:ext cx="0" cy="35894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597" name="Google Shape;597;p19"/>
          <p:cNvCxnSpPr/>
          <p:nvPr/>
        </p:nvCxnSpPr>
        <p:spPr>
          <a:xfrm>
            <a:off x="5518413" y="3767740"/>
            <a:ext cx="0" cy="54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598" name="Google Shape;598;p19"/>
          <p:cNvCxnSpPr/>
          <p:nvPr/>
        </p:nvCxnSpPr>
        <p:spPr>
          <a:xfrm>
            <a:off x="5213283" y="4391891"/>
            <a:ext cx="576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599" name="Google Shape;599;p19"/>
          <p:cNvCxnSpPr/>
          <p:nvPr/>
        </p:nvCxnSpPr>
        <p:spPr>
          <a:xfrm>
            <a:off x="5119002" y="4319629"/>
            <a:ext cx="0" cy="35894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600" name="Google Shape;600;p19"/>
          <p:cNvSpPr txBox="1"/>
          <p:nvPr/>
        </p:nvSpPr>
        <p:spPr>
          <a:xfrm>
            <a:off x="4804677" y="5499401"/>
            <a:ext cx="8707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endParaRPr/>
          </a:p>
        </p:txBody>
      </p:sp>
      <p:sp>
        <p:nvSpPr>
          <p:cNvPr id="601" name="Google Shape;601;p19"/>
          <p:cNvSpPr txBox="1"/>
          <p:nvPr/>
        </p:nvSpPr>
        <p:spPr>
          <a:xfrm>
            <a:off x="6242537" y="385896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AR.XY</a:t>
            </a:r>
            <a:endParaRPr/>
          </a:p>
        </p:txBody>
      </p:sp>
      <p:sp>
        <p:nvSpPr>
          <p:cNvPr id="602" name="Google Shape;602;p19"/>
          <p:cNvSpPr txBox="1"/>
          <p:nvPr/>
        </p:nvSpPr>
        <p:spPr>
          <a:xfrm>
            <a:off x="4922748" y="371256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CR.AT</a:t>
            </a:r>
            <a:endParaRPr/>
          </a:p>
        </p:txBody>
      </p:sp>
      <p:sp>
        <p:nvSpPr>
          <p:cNvPr id="603" name="Google Shape;603;p19"/>
          <p:cNvSpPr txBox="1"/>
          <p:nvPr/>
        </p:nvSpPr>
        <p:spPr>
          <a:xfrm>
            <a:off x="4380691" y="439813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CR.W1</a:t>
            </a:r>
            <a:endParaRPr/>
          </a:p>
        </p:txBody>
      </p:sp>
      <p:sp>
        <p:nvSpPr>
          <p:cNvPr id="604" name="Google Shape;604;p19"/>
          <p:cNvSpPr txBox="1"/>
          <p:nvPr/>
        </p:nvSpPr>
        <p:spPr>
          <a:xfrm>
            <a:off x="6209200" y="432237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CR.ASN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5" name="Google Shape;605;p19"/>
          <p:cNvSpPr txBox="1"/>
          <p:nvPr/>
        </p:nvSpPr>
        <p:spPr>
          <a:xfrm>
            <a:off x="5910768" y="351481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AR.XY</a:t>
            </a:r>
            <a:endParaRPr/>
          </a:p>
        </p:txBody>
      </p:sp>
      <p:sp>
        <p:nvSpPr>
          <p:cNvPr id="606" name="Google Shape;606;p19"/>
          <p:cNvSpPr txBox="1"/>
          <p:nvPr/>
        </p:nvSpPr>
        <p:spPr>
          <a:xfrm>
            <a:off x="5196575" y="439189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CR.W2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7" name="Google Shape;607;p19"/>
          <p:cNvSpPr/>
          <p:nvPr/>
        </p:nvSpPr>
        <p:spPr>
          <a:xfrm>
            <a:off x="5049627" y="751904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08" name="Google Shape;608;p19"/>
          <p:cNvSpPr/>
          <p:nvPr/>
        </p:nvSpPr>
        <p:spPr>
          <a:xfrm>
            <a:off x="6672540" y="743823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09" name="Google Shape;609;p19"/>
          <p:cNvSpPr/>
          <p:nvPr/>
        </p:nvSpPr>
        <p:spPr>
          <a:xfrm>
            <a:off x="5049627" y="2999233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10" name="Google Shape;610;p19"/>
          <p:cNvSpPr/>
          <p:nvPr/>
        </p:nvSpPr>
        <p:spPr>
          <a:xfrm>
            <a:off x="6685308" y="2991152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11" name="Google Shape;611;p19"/>
          <p:cNvSpPr txBox="1"/>
          <p:nvPr/>
        </p:nvSpPr>
        <p:spPr>
          <a:xfrm>
            <a:off x="5468166" y="216792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GR.L1</a:t>
            </a:r>
            <a:endParaRPr/>
          </a:p>
        </p:txBody>
      </p:sp>
      <p:sp>
        <p:nvSpPr>
          <p:cNvPr id="612" name="Google Shape;612;p19"/>
          <p:cNvSpPr/>
          <p:nvPr/>
        </p:nvSpPr>
        <p:spPr>
          <a:xfrm>
            <a:off x="1843088" y="1505895"/>
            <a:ext cx="378893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13" name="Google Shape;613;p19"/>
          <p:cNvSpPr/>
          <p:nvPr/>
        </p:nvSpPr>
        <p:spPr>
          <a:xfrm>
            <a:off x="1843088" y="2268290"/>
            <a:ext cx="3785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id="614" name="Google Shape;614;p19"/>
          <p:cNvCxnSpPr>
            <a:stCxn id="613" idx="0"/>
            <a:endCxn id="612" idx="2"/>
          </p:cNvCxnSpPr>
          <p:nvPr/>
        </p:nvCxnSpPr>
        <p:spPr>
          <a:xfrm flipH="1" rot="10800000">
            <a:off x="2032338" y="1721690"/>
            <a:ext cx="300" cy="546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615" name="Google Shape;615;p19"/>
          <p:cNvCxnSpPr>
            <a:stCxn id="616" idx="1"/>
            <a:endCxn id="616" idx="3"/>
          </p:cNvCxnSpPr>
          <p:nvPr/>
        </p:nvCxnSpPr>
        <p:spPr>
          <a:xfrm>
            <a:off x="4783707" y="5341668"/>
            <a:ext cx="14469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617" name="Google Shape;617;p19"/>
          <p:cNvSpPr txBox="1"/>
          <p:nvPr/>
        </p:nvSpPr>
        <p:spPr>
          <a:xfrm>
            <a:off x="5215707" y="540951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AR.W1</a:t>
            </a:r>
            <a:endParaRPr/>
          </a:p>
        </p:txBody>
      </p:sp>
      <p:sp>
        <p:nvSpPr>
          <p:cNvPr id="618" name="Google Shape;618;p19"/>
          <p:cNvSpPr/>
          <p:nvPr/>
        </p:nvSpPr>
        <p:spPr>
          <a:xfrm>
            <a:off x="4886801" y="966361"/>
            <a:ext cx="872447" cy="202479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9"/>
          <p:cNvSpPr/>
          <p:nvPr/>
        </p:nvSpPr>
        <p:spPr>
          <a:xfrm>
            <a:off x="6429440" y="959723"/>
            <a:ext cx="679151" cy="202479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19"/>
          <p:cNvSpPr/>
          <p:nvPr/>
        </p:nvSpPr>
        <p:spPr>
          <a:xfrm>
            <a:off x="1490785" y="1723495"/>
            <a:ext cx="1056131" cy="51893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9"/>
          <p:cNvSpPr/>
          <p:nvPr/>
        </p:nvSpPr>
        <p:spPr>
          <a:xfrm>
            <a:off x="4783707" y="4685204"/>
            <a:ext cx="1446767" cy="131292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9"/>
          <p:cNvSpPr txBox="1"/>
          <p:nvPr/>
        </p:nvSpPr>
        <p:spPr>
          <a:xfrm>
            <a:off x="1458784" y="2502180"/>
            <a:ext cx="113454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CO(RR)</a:t>
            </a:r>
            <a:endParaRPr/>
          </a:p>
        </p:txBody>
      </p:sp>
      <p:sp>
        <p:nvSpPr>
          <p:cNvPr id="622" name="Google Shape;622;p19"/>
          <p:cNvSpPr txBox="1"/>
          <p:nvPr/>
        </p:nvSpPr>
        <p:spPr>
          <a:xfrm>
            <a:off x="4936434" y="4760251"/>
            <a:ext cx="113454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CO(RR)</a:t>
            </a:r>
            <a:endParaRPr/>
          </a:p>
        </p:txBody>
      </p:sp>
      <p:sp>
        <p:nvSpPr>
          <p:cNvPr id="623" name="Google Shape;623;p19"/>
          <p:cNvSpPr txBox="1"/>
          <p:nvPr/>
        </p:nvSpPr>
        <p:spPr>
          <a:xfrm>
            <a:off x="5847040" y="2588550"/>
            <a:ext cx="494607" cy="3608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72000" lIns="0" spcFirstLastPara="1" rIns="0" wrap="square" tIns="72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RS</a:t>
            </a:r>
            <a:endParaRPr/>
          </a:p>
        </p:txBody>
      </p:sp>
      <p:sp>
        <p:nvSpPr>
          <p:cNvPr id="624" name="Google Shape;624;p19"/>
          <p:cNvSpPr txBox="1"/>
          <p:nvPr/>
        </p:nvSpPr>
        <p:spPr>
          <a:xfrm>
            <a:off x="6320340" y="4694988"/>
            <a:ext cx="494607" cy="3608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72000" lIns="0" spcFirstLastPara="1" rIns="0" wrap="square" tIns="72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RR</a:t>
            </a:r>
            <a:endParaRPr/>
          </a:p>
        </p:txBody>
      </p:sp>
      <p:sp>
        <p:nvSpPr>
          <p:cNvPr id="625" name="Google Shape;625;p19"/>
          <p:cNvSpPr txBox="1"/>
          <p:nvPr/>
        </p:nvSpPr>
        <p:spPr>
          <a:xfrm>
            <a:off x="4651180" y="6137578"/>
            <a:ext cx="1728863" cy="3608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72000" lIns="0" spcFirstLastPara="1" rIns="0" wrap="square" tIns="72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R.Effective region</a:t>
            </a:r>
            <a:endParaRPr/>
          </a:p>
        </p:txBody>
      </p:sp>
      <p:sp>
        <p:nvSpPr>
          <p:cNvPr id="626" name="Google Shape;626;p19"/>
          <p:cNvSpPr txBox="1"/>
          <p:nvPr/>
        </p:nvSpPr>
        <p:spPr>
          <a:xfrm>
            <a:off x="7215177" y="5396620"/>
            <a:ext cx="2324100" cy="133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RR(W) ：Width of AR effective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RR(L) ：Length of AR effective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RROK  ：Allowed W=2.8,4,6,12,20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GC(R) ：GC in WN(R)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RS(W) ：Width of GR effective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RS(L) ：Length of GR effective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RSOK  ：Allowed W=4,6,12,20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WC    ：WN interacting AC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AR(T) ：AR top fringe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627" name="Google Shape;627;p19"/>
          <p:cNvCxnSpPr>
            <a:stCxn id="608" idx="3"/>
          </p:cNvCxnSpPr>
          <p:nvPr/>
        </p:nvCxnSpPr>
        <p:spPr>
          <a:xfrm>
            <a:off x="6875740" y="851773"/>
            <a:ext cx="23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628" name="Google Shape;628;p19"/>
          <p:cNvSpPr txBox="1"/>
          <p:nvPr/>
        </p:nvSpPr>
        <p:spPr>
          <a:xfrm>
            <a:off x="7058272" y="83853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CO.GS</a:t>
            </a:r>
            <a:endParaRPr/>
          </a:p>
        </p:txBody>
      </p:sp>
      <p:cxnSp>
        <p:nvCxnSpPr>
          <p:cNvPr id="629" name="Google Shape;629;p19"/>
          <p:cNvCxnSpPr>
            <a:stCxn id="584" idx="3"/>
            <a:endCxn id="608" idx="0"/>
          </p:cNvCxnSpPr>
          <p:nvPr/>
        </p:nvCxnSpPr>
        <p:spPr>
          <a:xfrm>
            <a:off x="6769016" y="536626"/>
            <a:ext cx="5100" cy="20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630" name="Google Shape;630;p19"/>
          <p:cNvSpPr txBox="1"/>
          <p:nvPr/>
        </p:nvSpPr>
        <p:spPr>
          <a:xfrm>
            <a:off x="6858965" y="53678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CO.GR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1" name="Google Shape;631;p19"/>
          <p:cNvSpPr txBox="1"/>
          <p:nvPr/>
        </p:nvSpPr>
        <p:spPr>
          <a:xfrm>
            <a:off x="5357723" y="58463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2" name="Google Shape;632;p19"/>
          <p:cNvSpPr/>
          <p:nvPr/>
        </p:nvSpPr>
        <p:spPr>
          <a:xfrm>
            <a:off x="5414012" y="749707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33" name="Google Shape;633;p19"/>
          <p:cNvSpPr/>
          <p:nvPr/>
        </p:nvSpPr>
        <p:spPr>
          <a:xfrm>
            <a:off x="5414012" y="2997036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id="634" name="Google Shape;634;p19"/>
          <p:cNvCxnSpPr>
            <a:stCxn id="632" idx="2"/>
            <a:endCxn id="633" idx="0"/>
          </p:cNvCxnSpPr>
          <p:nvPr/>
        </p:nvCxnSpPr>
        <p:spPr>
          <a:xfrm>
            <a:off x="5515612" y="965607"/>
            <a:ext cx="0" cy="2031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635" name="Google Shape;635;p19"/>
          <p:cNvCxnSpPr>
            <a:stCxn id="632" idx="1"/>
            <a:endCxn id="632" idx="3"/>
          </p:cNvCxnSpPr>
          <p:nvPr/>
        </p:nvCxnSpPr>
        <p:spPr>
          <a:xfrm>
            <a:off x="5414012" y="857657"/>
            <a:ext cx="203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636" name="Google Shape;636;p19"/>
          <p:cNvCxnSpPr>
            <a:stCxn id="607" idx="3"/>
            <a:endCxn id="632" idx="1"/>
          </p:cNvCxnSpPr>
          <p:nvPr/>
        </p:nvCxnSpPr>
        <p:spPr>
          <a:xfrm flipH="1" rot="10800000">
            <a:off x="5252827" y="857754"/>
            <a:ext cx="161100" cy="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637" name="Google Shape;637;p19"/>
          <p:cNvSpPr txBox="1"/>
          <p:nvPr/>
        </p:nvSpPr>
        <p:spPr>
          <a:xfrm>
            <a:off x="4955745" y="95884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638" name="Google Shape;638;p19"/>
          <p:cNvCxnSpPr/>
          <p:nvPr/>
        </p:nvCxnSpPr>
        <p:spPr>
          <a:xfrm>
            <a:off x="4908392" y="4005959"/>
            <a:ext cx="307315" cy="35426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639" name="Google Shape;639;p19"/>
          <p:cNvSpPr txBox="1"/>
          <p:nvPr/>
        </p:nvSpPr>
        <p:spPr>
          <a:xfrm>
            <a:off x="4359135" y="38425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CR.AR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0" name="Google Shape;640;p19"/>
          <p:cNvSpPr txBox="1"/>
          <p:nvPr/>
        </p:nvSpPr>
        <p:spPr>
          <a:xfrm>
            <a:off x="3726089" y="491790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 strike="sng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CC.S1</a:t>
            </a:r>
            <a:endParaRPr/>
          </a:p>
        </p:txBody>
      </p:sp>
      <p:cxnSp>
        <p:nvCxnSpPr>
          <p:cNvPr id="641" name="Google Shape;641;p19"/>
          <p:cNvCxnSpPr>
            <a:stCxn id="549" idx="3"/>
            <a:endCxn id="549" idx="1"/>
          </p:cNvCxnSpPr>
          <p:nvPr/>
        </p:nvCxnSpPr>
        <p:spPr>
          <a:xfrm rot="10800000">
            <a:off x="1481931" y="1989469"/>
            <a:ext cx="108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642" name="Google Shape;642;p19"/>
          <p:cNvSpPr txBox="1"/>
          <p:nvPr/>
        </p:nvSpPr>
        <p:spPr>
          <a:xfrm>
            <a:off x="1489650" y="203829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AR.L1</a:t>
            </a:r>
            <a:endParaRPr/>
          </a:p>
        </p:txBody>
      </p:sp>
      <p:sp>
        <p:nvSpPr>
          <p:cNvPr id="643" name="Google Shape;643;p19"/>
          <p:cNvSpPr txBox="1"/>
          <p:nvPr/>
        </p:nvSpPr>
        <p:spPr>
          <a:xfrm>
            <a:off x="1474957" y="180895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AR.W1</a:t>
            </a:r>
            <a:endParaRPr/>
          </a:p>
        </p:txBody>
      </p:sp>
      <p:sp>
        <p:nvSpPr>
          <p:cNvPr id="644" name="Google Shape;644;p19"/>
          <p:cNvSpPr txBox="1"/>
          <p:nvPr/>
        </p:nvSpPr>
        <p:spPr>
          <a:xfrm>
            <a:off x="9539406" y="5402267"/>
            <a:ext cx="2652600" cy="133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CO(RR) ：CO on AR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CO(RRW)：CO on AR(W&gt;=4.0)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CO(RRN)：CO on AR(W=2.8)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ARN(S) ：AR side fringe (W=2.8)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ARW(S) ：AR side fringe (W&gt;=4.0)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CO(C)  ：CO on WC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CO(RS) ：CO on GR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GR(S)  ：GR side fringe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CO(RSM)：CO(sized) &amp; GR(S)</a:t>
            </a:r>
            <a:endParaRPr/>
          </a:p>
        </p:txBody>
      </p:sp>
      <p:sp>
        <p:nvSpPr>
          <p:cNvPr id="645" name="Google Shape;645;p19"/>
          <p:cNvSpPr txBox="1"/>
          <p:nvPr/>
        </p:nvSpPr>
        <p:spPr>
          <a:xfrm>
            <a:off x="5205097" y="451795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CR.W3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6" name="Google Shape;646;p19"/>
          <p:cNvSpPr txBox="1"/>
          <p:nvPr/>
        </p:nvSpPr>
        <p:spPr>
          <a:xfrm>
            <a:off x="6207551" y="447512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CR.ASW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7" name="Google Shape;647;p19"/>
          <p:cNvSpPr txBox="1"/>
          <p:nvPr/>
        </p:nvSpPr>
        <p:spPr>
          <a:xfrm>
            <a:off x="3723435" y="507767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CO.SC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8" name="Google Shape;648;p19"/>
          <p:cNvSpPr txBox="1"/>
          <p:nvPr/>
        </p:nvSpPr>
        <p:spPr>
          <a:xfrm>
            <a:off x="81547" y="6626168"/>
            <a:ext cx="472313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rgbClr val="FFC000"/>
                </a:solidFill>
                <a:latin typeface="Meiryo"/>
                <a:ea typeface="Meiryo"/>
                <a:cs typeface="Meiryo"/>
                <a:sym typeface="Meiryo"/>
              </a:rPr>
              <a:t>*Strike-through rules are not yet implemented</a:t>
            </a:r>
            <a:endParaRPr/>
          </a:p>
        </p:txBody>
      </p:sp>
      <p:sp>
        <p:nvSpPr>
          <p:cNvPr id="649" name="Google Shape;649;p19"/>
          <p:cNvSpPr txBox="1"/>
          <p:nvPr/>
        </p:nvSpPr>
        <p:spPr>
          <a:xfrm>
            <a:off x="623284" y="1716617"/>
            <a:ext cx="6871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GC.R1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(Donut)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0" name="Google Shape;650;p19"/>
          <p:cNvSpPr/>
          <p:nvPr/>
        </p:nvSpPr>
        <p:spPr>
          <a:xfrm>
            <a:off x="1809662" y="2979469"/>
            <a:ext cx="349338" cy="3493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19"/>
          <p:cNvSpPr/>
          <p:nvPr/>
        </p:nvSpPr>
        <p:spPr>
          <a:xfrm>
            <a:off x="1914624" y="3073976"/>
            <a:ext cx="137681" cy="1462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52" name="Google Shape;652;p19"/>
          <p:cNvSpPr txBox="1"/>
          <p:nvPr/>
        </p:nvSpPr>
        <p:spPr>
          <a:xfrm>
            <a:off x="2535994" y="3042179"/>
            <a:ext cx="8654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GC.R2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(TieDown)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3" name="Google Shape;653;p19"/>
          <p:cNvSpPr/>
          <p:nvPr/>
        </p:nvSpPr>
        <p:spPr>
          <a:xfrm>
            <a:off x="2265920" y="3088836"/>
            <a:ext cx="274604" cy="2520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54" name="Google Shape;654;p19"/>
          <p:cNvSpPr/>
          <p:nvPr/>
        </p:nvSpPr>
        <p:spPr>
          <a:xfrm>
            <a:off x="2333140" y="3139793"/>
            <a:ext cx="137681" cy="1462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55" name="Google Shape;655;p19"/>
          <p:cNvSpPr/>
          <p:nvPr/>
        </p:nvSpPr>
        <p:spPr>
          <a:xfrm rot="-5400000">
            <a:off x="2012544" y="2836899"/>
            <a:ext cx="323400" cy="682200"/>
          </a:xfrm>
          <a:prstGeom prst="rect">
            <a:avLst/>
          </a:prstGeom>
          <a:solidFill>
            <a:srgbClr val="D1D1D1">
              <a:alpha val="38824"/>
            </a:srgbClr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56" name="Google Shape;656;p19"/>
          <p:cNvSpPr txBox="1"/>
          <p:nvPr/>
        </p:nvSpPr>
        <p:spPr>
          <a:xfrm>
            <a:off x="2004715" y="3292167"/>
            <a:ext cx="349338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7" name="Google Shape;657;p19"/>
          <p:cNvSpPr txBox="1"/>
          <p:nvPr/>
        </p:nvSpPr>
        <p:spPr>
          <a:xfrm>
            <a:off x="5004741" y="5819126"/>
            <a:ext cx="108851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RR.SZ/RR.RT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8" name="Google Shape;658;p19"/>
          <p:cNvSpPr txBox="1"/>
          <p:nvPr/>
        </p:nvSpPr>
        <p:spPr>
          <a:xfrm>
            <a:off x="6786908" y="2216944"/>
            <a:ext cx="108851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RS.SZ/RS.RT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59" name="Google Shape;659;p19"/>
          <p:cNvSpPr/>
          <p:nvPr/>
        </p:nvSpPr>
        <p:spPr>
          <a:xfrm>
            <a:off x="7474473" y="1307296"/>
            <a:ext cx="540000" cy="6824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660" name="Google Shape;660;p19"/>
          <p:cNvCxnSpPr/>
          <p:nvPr/>
        </p:nvCxnSpPr>
        <p:spPr>
          <a:xfrm>
            <a:off x="7104521" y="1394606"/>
            <a:ext cx="384967" cy="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661" name="Google Shape;661;p19"/>
          <p:cNvSpPr txBox="1"/>
          <p:nvPr/>
        </p:nvSpPr>
        <p:spPr>
          <a:xfrm>
            <a:off x="7134934" y="109795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GR.AP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2" name="Google Shape;662;p19"/>
          <p:cNvSpPr txBox="1"/>
          <p:nvPr/>
        </p:nvSpPr>
        <p:spPr>
          <a:xfrm>
            <a:off x="7482572" y="1355296"/>
            <a:ext cx="510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63" name="Google Shape;663;p19"/>
          <p:cNvSpPr/>
          <p:nvPr/>
        </p:nvSpPr>
        <p:spPr>
          <a:xfrm>
            <a:off x="7475152" y="2746673"/>
            <a:ext cx="540000" cy="68242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664" name="Google Shape;664;p19"/>
          <p:cNvCxnSpPr/>
          <p:nvPr/>
        </p:nvCxnSpPr>
        <p:spPr>
          <a:xfrm>
            <a:off x="7105200" y="2833983"/>
            <a:ext cx="384967" cy="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665" name="Google Shape;665;p19"/>
          <p:cNvSpPr txBox="1"/>
          <p:nvPr/>
        </p:nvSpPr>
        <p:spPr>
          <a:xfrm>
            <a:off x="7135613" y="253732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GR.AN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66" name="Google Shape;666;p19"/>
          <p:cNvSpPr txBox="1"/>
          <p:nvPr/>
        </p:nvSpPr>
        <p:spPr>
          <a:xfrm>
            <a:off x="7483251" y="2794673"/>
            <a:ext cx="510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pic>
        <p:nvPicPr>
          <p:cNvPr id="667" name="Google Shape;66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697" y="178150"/>
            <a:ext cx="3452975" cy="4981961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19"/>
          <p:cNvSpPr/>
          <p:nvPr/>
        </p:nvSpPr>
        <p:spPr>
          <a:xfrm>
            <a:off x="1264455" y="2776584"/>
            <a:ext cx="137700" cy="14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69" name="Google Shape;669;p19"/>
          <p:cNvSpPr txBox="1"/>
          <p:nvPr/>
        </p:nvSpPr>
        <p:spPr>
          <a:xfrm>
            <a:off x="924953" y="3027295"/>
            <a:ext cx="621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GC.R3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670" name="Google Shape;670;p19"/>
          <p:cNvCxnSpPr/>
          <p:nvPr/>
        </p:nvCxnSpPr>
        <p:spPr>
          <a:xfrm flipH="1">
            <a:off x="1234605" y="2743884"/>
            <a:ext cx="197400" cy="21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" name="Google Shape;671;p19"/>
          <p:cNvCxnSpPr/>
          <p:nvPr/>
        </p:nvCxnSpPr>
        <p:spPr>
          <a:xfrm>
            <a:off x="1234605" y="2743884"/>
            <a:ext cx="197400" cy="21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20"/>
          <p:cNvSpPr/>
          <p:nvPr/>
        </p:nvSpPr>
        <p:spPr>
          <a:xfrm rot="-5400000">
            <a:off x="5781209" y="4954897"/>
            <a:ext cx="1954443" cy="49765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77" name="Google Shape;677;p20"/>
          <p:cNvSpPr/>
          <p:nvPr/>
        </p:nvSpPr>
        <p:spPr>
          <a:xfrm flipH="1" rot="-5400000">
            <a:off x="3016584" y="2719455"/>
            <a:ext cx="1327921" cy="77973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78" name="Google Shape;678;p20"/>
          <p:cNvSpPr/>
          <p:nvPr/>
        </p:nvSpPr>
        <p:spPr>
          <a:xfrm rot="-5400000">
            <a:off x="2224319" y="2064162"/>
            <a:ext cx="2920585" cy="49765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79" name="Google Shape;679;p20"/>
          <p:cNvSpPr/>
          <p:nvPr/>
        </p:nvSpPr>
        <p:spPr>
          <a:xfrm rot="-5400000">
            <a:off x="2554550" y="3134826"/>
            <a:ext cx="5343989" cy="779736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80" name="Google Shape;680;p20"/>
          <p:cNvSpPr/>
          <p:nvPr/>
        </p:nvSpPr>
        <p:spPr>
          <a:xfrm>
            <a:off x="3594300" y="2754669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1" name="Google Shape;681;p20"/>
          <p:cNvCxnSpPr/>
          <p:nvPr/>
        </p:nvCxnSpPr>
        <p:spPr>
          <a:xfrm rot="10800000">
            <a:off x="3597446" y="2858138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682" name="Google Shape;682;p20"/>
          <p:cNvSpPr txBox="1"/>
          <p:nvPr/>
        </p:nvSpPr>
        <p:spPr>
          <a:xfrm>
            <a:off x="3540760" y="253569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V1.W1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83" name="Google Shape;683;p20"/>
          <p:cNvSpPr/>
          <p:nvPr/>
        </p:nvSpPr>
        <p:spPr>
          <a:xfrm>
            <a:off x="3594300" y="3311478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4" name="Google Shape;684;p20"/>
          <p:cNvCxnSpPr/>
          <p:nvPr/>
        </p:nvCxnSpPr>
        <p:spPr>
          <a:xfrm rot="10800000">
            <a:off x="3678700" y="3501686"/>
            <a:ext cx="1" cy="271597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685" name="Google Shape;685;p20"/>
          <p:cNvCxnSpPr/>
          <p:nvPr/>
        </p:nvCxnSpPr>
        <p:spPr>
          <a:xfrm>
            <a:off x="3684300" y="2963632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686" name="Google Shape;686;p20"/>
          <p:cNvSpPr txBox="1"/>
          <p:nvPr/>
        </p:nvSpPr>
        <p:spPr>
          <a:xfrm>
            <a:off x="3643539" y="306215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V1.S1</a:t>
            </a:r>
            <a:endParaRPr/>
          </a:p>
        </p:txBody>
      </p:sp>
      <p:sp>
        <p:nvSpPr>
          <p:cNvPr id="687" name="Google Shape;687;p20"/>
          <p:cNvSpPr txBox="1"/>
          <p:nvPr/>
        </p:nvSpPr>
        <p:spPr>
          <a:xfrm>
            <a:off x="3693816" y="356634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V1.M1</a:t>
            </a:r>
            <a:endParaRPr/>
          </a:p>
        </p:txBody>
      </p:sp>
      <p:sp>
        <p:nvSpPr>
          <p:cNvPr id="688" name="Google Shape;688;p20"/>
          <p:cNvSpPr txBox="1"/>
          <p:nvPr/>
        </p:nvSpPr>
        <p:spPr>
          <a:xfrm>
            <a:off x="3429412" y="890796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689" name="Google Shape;689;p20"/>
          <p:cNvSpPr/>
          <p:nvPr/>
        </p:nvSpPr>
        <p:spPr>
          <a:xfrm rot="-5400000">
            <a:off x="982835" y="2064161"/>
            <a:ext cx="2920585" cy="49765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690" name="Google Shape;690;p20"/>
          <p:cNvCxnSpPr/>
          <p:nvPr/>
        </p:nvCxnSpPr>
        <p:spPr>
          <a:xfrm>
            <a:off x="2194299" y="3251524"/>
            <a:ext cx="47427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691" name="Google Shape;691;p20"/>
          <p:cNvSpPr txBox="1"/>
          <p:nvPr/>
        </p:nvSpPr>
        <p:spPr>
          <a:xfrm>
            <a:off x="2143937" y="300140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M1.W1</a:t>
            </a:r>
            <a:endParaRPr/>
          </a:p>
        </p:txBody>
      </p:sp>
      <p:cxnSp>
        <p:nvCxnSpPr>
          <p:cNvPr id="692" name="Google Shape;692;p20"/>
          <p:cNvCxnSpPr/>
          <p:nvPr/>
        </p:nvCxnSpPr>
        <p:spPr>
          <a:xfrm>
            <a:off x="2683540" y="3251524"/>
            <a:ext cx="60713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693" name="Google Shape;693;p20"/>
          <p:cNvSpPr txBox="1"/>
          <p:nvPr/>
        </p:nvSpPr>
        <p:spPr>
          <a:xfrm>
            <a:off x="2699652" y="300140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M1.S1</a:t>
            </a:r>
            <a:endParaRPr/>
          </a:p>
        </p:txBody>
      </p:sp>
      <p:sp>
        <p:nvSpPr>
          <p:cNvPr id="694" name="Google Shape;694;p20"/>
          <p:cNvSpPr/>
          <p:nvPr/>
        </p:nvSpPr>
        <p:spPr>
          <a:xfrm rot="-5400000">
            <a:off x="5286691" y="1923120"/>
            <a:ext cx="2920586" cy="779738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95" name="Google Shape;695;p20"/>
          <p:cNvSpPr/>
          <p:nvPr/>
        </p:nvSpPr>
        <p:spPr>
          <a:xfrm>
            <a:off x="5144645" y="151606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20"/>
          <p:cNvSpPr/>
          <p:nvPr/>
        </p:nvSpPr>
        <p:spPr>
          <a:xfrm>
            <a:off x="5144645" y="2072870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20"/>
          <p:cNvSpPr txBox="1"/>
          <p:nvPr/>
        </p:nvSpPr>
        <p:spPr>
          <a:xfrm>
            <a:off x="2167059" y="890796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698" name="Google Shape;698;p20"/>
          <p:cNvSpPr txBox="1"/>
          <p:nvPr/>
        </p:nvSpPr>
        <p:spPr>
          <a:xfrm>
            <a:off x="6491784" y="918078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</a:t>
            </a:r>
            <a:endParaRPr/>
          </a:p>
        </p:txBody>
      </p:sp>
      <p:sp>
        <p:nvSpPr>
          <p:cNvPr id="699" name="Google Shape;699;p20"/>
          <p:cNvSpPr txBox="1"/>
          <p:nvPr/>
        </p:nvSpPr>
        <p:spPr>
          <a:xfrm>
            <a:off x="4971345" y="918078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</a:t>
            </a:r>
            <a:endParaRPr/>
          </a:p>
        </p:txBody>
      </p:sp>
      <p:cxnSp>
        <p:nvCxnSpPr>
          <p:cNvPr id="700" name="Google Shape;700;p20"/>
          <p:cNvCxnSpPr/>
          <p:nvPr/>
        </p:nvCxnSpPr>
        <p:spPr>
          <a:xfrm>
            <a:off x="4836677" y="3242680"/>
            <a:ext cx="77811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701" name="Google Shape;701;p20"/>
          <p:cNvSpPr txBox="1"/>
          <p:nvPr/>
        </p:nvSpPr>
        <p:spPr>
          <a:xfrm>
            <a:off x="4921642" y="330815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M2.W1</a:t>
            </a:r>
            <a:endParaRPr/>
          </a:p>
        </p:txBody>
      </p:sp>
      <p:cxnSp>
        <p:nvCxnSpPr>
          <p:cNvPr id="702" name="Google Shape;702;p20"/>
          <p:cNvCxnSpPr/>
          <p:nvPr/>
        </p:nvCxnSpPr>
        <p:spPr>
          <a:xfrm>
            <a:off x="5623059" y="3242680"/>
            <a:ext cx="734056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703" name="Google Shape;703;p20"/>
          <p:cNvSpPr txBox="1"/>
          <p:nvPr/>
        </p:nvSpPr>
        <p:spPr>
          <a:xfrm>
            <a:off x="5695073" y="330815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M2.S1</a:t>
            </a:r>
            <a:endParaRPr/>
          </a:p>
        </p:txBody>
      </p:sp>
      <p:cxnSp>
        <p:nvCxnSpPr>
          <p:cNvPr id="704" name="Google Shape;704;p20"/>
          <p:cNvCxnSpPr/>
          <p:nvPr/>
        </p:nvCxnSpPr>
        <p:spPr>
          <a:xfrm rot="10800000">
            <a:off x="5335507" y="1609823"/>
            <a:ext cx="287552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705" name="Google Shape;705;p20"/>
          <p:cNvSpPr txBox="1"/>
          <p:nvPr/>
        </p:nvSpPr>
        <p:spPr>
          <a:xfrm>
            <a:off x="5171230" y="130607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M2.V1</a:t>
            </a:r>
            <a:endParaRPr/>
          </a:p>
        </p:txBody>
      </p:sp>
      <p:sp>
        <p:nvSpPr>
          <p:cNvPr id="706" name="Google Shape;706;p20"/>
          <p:cNvSpPr/>
          <p:nvPr/>
        </p:nvSpPr>
        <p:spPr>
          <a:xfrm rot="-5400000">
            <a:off x="3355153" y="4737690"/>
            <a:ext cx="677330" cy="6688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07" name="Google Shape;707;p20"/>
          <p:cNvSpPr txBox="1"/>
          <p:nvPr/>
        </p:nvSpPr>
        <p:spPr>
          <a:xfrm>
            <a:off x="3366341" y="5023175"/>
            <a:ext cx="6688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</p:txBody>
      </p:sp>
      <p:cxnSp>
        <p:nvCxnSpPr>
          <p:cNvPr id="708" name="Google Shape;708;p20"/>
          <p:cNvCxnSpPr>
            <a:stCxn id="709" idx="3"/>
            <a:endCxn id="710" idx="1"/>
          </p:cNvCxnSpPr>
          <p:nvPr/>
        </p:nvCxnSpPr>
        <p:spPr>
          <a:xfrm>
            <a:off x="5319668" y="4638371"/>
            <a:ext cx="1337400" cy="6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711" name="Google Shape;711;p20"/>
          <p:cNvSpPr txBox="1"/>
          <p:nvPr/>
        </p:nvSpPr>
        <p:spPr>
          <a:xfrm>
            <a:off x="5630110" y="4361372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V1.CO</a:t>
            </a:r>
            <a:endParaRPr/>
          </a:p>
        </p:txBody>
      </p:sp>
      <p:sp>
        <p:nvSpPr>
          <p:cNvPr id="709" name="Google Shape;709;p20"/>
          <p:cNvSpPr/>
          <p:nvPr/>
        </p:nvSpPr>
        <p:spPr>
          <a:xfrm>
            <a:off x="5139668" y="4543267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20"/>
          <p:cNvSpPr/>
          <p:nvPr/>
        </p:nvSpPr>
        <p:spPr>
          <a:xfrm>
            <a:off x="5139668" y="5100076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20"/>
          <p:cNvSpPr/>
          <p:nvPr/>
        </p:nvSpPr>
        <p:spPr>
          <a:xfrm>
            <a:off x="5144645" y="5663137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4" name="Google Shape;714;p20"/>
          <p:cNvCxnSpPr>
            <a:endCxn id="712" idx="1"/>
          </p:cNvCxnSpPr>
          <p:nvPr/>
        </p:nvCxnSpPr>
        <p:spPr>
          <a:xfrm>
            <a:off x="4004468" y="5195180"/>
            <a:ext cx="1135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715" name="Google Shape;715;p20"/>
          <p:cNvSpPr txBox="1"/>
          <p:nvPr/>
        </p:nvSpPr>
        <p:spPr>
          <a:xfrm>
            <a:off x="4059675" y="4939505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V1.GA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16" name="Google Shape;716;p20"/>
          <p:cNvSpPr txBox="1"/>
          <p:nvPr/>
        </p:nvSpPr>
        <p:spPr>
          <a:xfrm>
            <a:off x="6519649" y="4859145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710" name="Google Shape;710;p20"/>
          <p:cNvSpPr/>
          <p:nvPr/>
        </p:nvSpPr>
        <p:spPr>
          <a:xfrm>
            <a:off x="6656984" y="454945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7" name="Google Shape;717;p20"/>
          <p:cNvCxnSpPr>
            <a:stCxn id="713" idx="3"/>
            <a:endCxn id="718" idx="1"/>
          </p:cNvCxnSpPr>
          <p:nvPr/>
        </p:nvCxnSpPr>
        <p:spPr>
          <a:xfrm flipH="1" rot="10800000">
            <a:off x="5324645" y="5756141"/>
            <a:ext cx="1332300" cy="2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719" name="Google Shape;719;p20"/>
          <p:cNvSpPr txBox="1"/>
          <p:nvPr/>
        </p:nvSpPr>
        <p:spPr>
          <a:xfrm>
            <a:off x="5630110" y="5500159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V1.CL</a:t>
            </a:r>
            <a:endParaRPr/>
          </a:p>
        </p:txBody>
      </p:sp>
      <p:sp>
        <p:nvSpPr>
          <p:cNvPr id="718" name="Google Shape;718;p20"/>
          <p:cNvSpPr/>
          <p:nvPr/>
        </p:nvSpPr>
        <p:spPr>
          <a:xfrm>
            <a:off x="6656984" y="5523136"/>
            <a:ext cx="180000" cy="465843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20"/>
          <p:cNvSpPr/>
          <p:nvPr/>
        </p:nvSpPr>
        <p:spPr>
          <a:xfrm rot="-5400000">
            <a:off x="-634202" y="1724519"/>
            <a:ext cx="2920585" cy="1176939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721" name="Google Shape;721;p20"/>
          <p:cNvCxnSpPr/>
          <p:nvPr/>
        </p:nvCxnSpPr>
        <p:spPr>
          <a:xfrm rot="10800000">
            <a:off x="219768" y="3246874"/>
            <a:ext cx="1176939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722" name="Google Shape;722;p20"/>
          <p:cNvSpPr txBox="1"/>
          <p:nvPr/>
        </p:nvSpPr>
        <p:spPr>
          <a:xfrm flipH="1">
            <a:off x="287583" y="3301860"/>
            <a:ext cx="97709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M1.W3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3" name="Google Shape;723;p20"/>
          <p:cNvSpPr txBox="1"/>
          <p:nvPr/>
        </p:nvSpPr>
        <p:spPr>
          <a:xfrm>
            <a:off x="350831" y="922380"/>
            <a:ext cx="8505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M1(W)</a:t>
            </a:r>
            <a:endParaRPr/>
          </a:p>
        </p:txBody>
      </p:sp>
      <p:cxnSp>
        <p:nvCxnSpPr>
          <p:cNvPr id="724" name="Google Shape;724;p20"/>
          <p:cNvCxnSpPr/>
          <p:nvPr/>
        </p:nvCxnSpPr>
        <p:spPr>
          <a:xfrm>
            <a:off x="1396707" y="3251524"/>
            <a:ext cx="80941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725" name="Google Shape;725;p20"/>
          <p:cNvSpPr txBox="1"/>
          <p:nvPr/>
        </p:nvSpPr>
        <p:spPr>
          <a:xfrm>
            <a:off x="1522907" y="333151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M1.SW</a:t>
            </a:r>
            <a:endParaRPr/>
          </a:p>
        </p:txBody>
      </p:sp>
      <p:sp>
        <p:nvSpPr>
          <p:cNvPr id="726" name="Google Shape;726;p20"/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Cat-6: M1/V1/M2 related</a:t>
            </a:r>
            <a:endParaRPr/>
          </a:p>
        </p:txBody>
      </p:sp>
      <p:sp>
        <p:nvSpPr>
          <p:cNvPr id="727" name="Google Shape;727;p20"/>
          <p:cNvSpPr/>
          <p:nvPr/>
        </p:nvSpPr>
        <p:spPr>
          <a:xfrm>
            <a:off x="3567176" y="1386813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8" name="Google Shape;728;p20"/>
          <p:cNvCxnSpPr/>
          <p:nvPr/>
        </p:nvCxnSpPr>
        <p:spPr>
          <a:xfrm rot="10800000">
            <a:off x="3742654" y="1477132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729" name="Google Shape;729;p20"/>
          <p:cNvSpPr txBox="1"/>
          <p:nvPr/>
        </p:nvSpPr>
        <p:spPr>
          <a:xfrm>
            <a:off x="3578377" y="117337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M1.CO</a:t>
            </a:r>
            <a:endParaRPr/>
          </a:p>
        </p:txBody>
      </p:sp>
      <p:sp>
        <p:nvSpPr>
          <p:cNvPr id="730" name="Google Shape;730;p20"/>
          <p:cNvSpPr/>
          <p:nvPr/>
        </p:nvSpPr>
        <p:spPr>
          <a:xfrm rot="-5400000">
            <a:off x="564680" y="3999379"/>
            <a:ext cx="1980000" cy="19800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31" name="Google Shape;731;p20"/>
          <p:cNvSpPr/>
          <p:nvPr/>
        </p:nvSpPr>
        <p:spPr>
          <a:xfrm rot="-5400000">
            <a:off x="834680" y="4269379"/>
            <a:ext cx="1440000" cy="14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32" name="Google Shape;732;p20"/>
          <p:cNvSpPr/>
          <p:nvPr/>
        </p:nvSpPr>
        <p:spPr>
          <a:xfrm>
            <a:off x="1014680" y="4449379"/>
            <a:ext cx="1080000" cy="108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33" name="Google Shape;733;p20"/>
          <p:cNvSpPr/>
          <p:nvPr/>
        </p:nvSpPr>
        <p:spPr>
          <a:xfrm>
            <a:off x="459269" y="4583883"/>
            <a:ext cx="508113" cy="8446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20"/>
          <p:cNvSpPr/>
          <p:nvPr/>
        </p:nvSpPr>
        <p:spPr>
          <a:xfrm rot="-5400000">
            <a:off x="1164500" y="4599531"/>
            <a:ext cx="795158" cy="77969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35" name="Google Shape;735;p20"/>
          <p:cNvSpPr txBox="1"/>
          <p:nvPr/>
        </p:nvSpPr>
        <p:spPr>
          <a:xfrm>
            <a:off x="866096" y="4303938"/>
            <a:ext cx="362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736" name="Google Shape;736;p20"/>
          <p:cNvSpPr txBox="1"/>
          <p:nvPr/>
        </p:nvSpPr>
        <p:spPr>
          <a:xfrm>
            <a:off x="1631149" y="526469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M1.CC</a:t>
            </a:r>
            <a:endParaRPr/>
          </a:p>
        </p:txBody>
      </p:sp>
      <p:sp>
        <p:nvSpPr>
          <p:cNvPr id="737" name="Google Shape;737;p20"/>
          <p:cNvSpPr/>
          <p:nvPr/>
        </p:nvSpPr>
        <p:spPr>
          <a:xfrm>
            <a:off x="1629434" y="5049347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8" name="Google Shape;738;p20"/>
          <p:cNvCxnSpPr/>
          <p:nvPr/>
        </p:nvCxnSpPr>
        <p:spPr>
          <a:xfrm rot="10800000">
            <a:off x="1803842" y="5147417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739" name="Google Shape;739;p20"/>
          <p:cNvSpPr/>
          <p:nvPr/>
        </p:nvSpPr>
        <p:spPr>
          <a:xfrm rot="-5400000">
            <a:off x="663907" y="4599531"/>
            <a:ext cx="274662" cy="77969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740" name="Google Shape;740;p20"/>
          <p:cNvCxnSpPr>
            <a:stCxn id="733" idx="2"/>
            <a:endCxn id="733" idx="0"/>
          </p:cNvCxnSpPr>
          <p:nvPr/>
        </p:nvCxnSpPr>
        <p:spPr>
          <a:xfrm rot="10800000">
            <a:off x="713326" y="4583993"/>
            <a:ext cx="0" cy="844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741" name="Google Shape;741;p20"/>
          <p:cNvSpPr txBox="1"/>
          <p:nvPr/>
        </p:nvSpPr>
        <p:spPr>
          <a:xfrm>
            <a:off x="110667" y="465540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M1.SC</a:t>
            </a:r>
            <a:endParaRPr/>
          </a:p>
        </p:txBody>
      </p:sp>
      <p:sp>
        <p:nvSpPr>
          <p:cNvPr id="742" name="Google Shape;742;p20"/>
          <p:cNvSpPr/>
          <p:nvPr/>
        </p:nvSpPr>
        <p:spPr>
          <a:xfrm>
            <a:off x="2353128" y="1390534"/>
            <a:ext cx="180000" cy="465843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3" name="Google Shape;743;p20"/>
          <p:cNvCxnSpPr/>
          <p:nvPr/>
        </p:nvCxnSpPr>
        <p:spPr>
          <a:xfrm rot="10800000">
            <a:off x="2524819" y="1524312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744" name="Google Shape;744;p20"/>
          <p:cNvSpPr txBox="1"/>
          <p:nvPr/>
        </p:nvSpPr>
        <p:spPr>
          <a:xfrm>
            <a:off x="2360542" y="122055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M1.CL</a:t>
            </a:r>
            <a:endParaRPr/>
          </a:p>
        </p:txBody>
      </p:sp>
      <p:sp>
        <p:nvSpPr>
          <p:cNvPr id="745" name="Google Shape;745;p20"/>
          <p:cNvSpPr txBox="1"/>
          <p:nvPr/>
        </p:nvSpPr>
        <p:spPr>
          <a:xfrm>
            <a:off x="1326681" y="4028744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M1(C)</a:t>
            </a:r>
            <a:endParaRPr sz="14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46" name="Google Shape;746;p20"/>
          <p:cNvSpPr txBox="1"/>
          <p:nvPr/>
        </p:nvSpPr>
        <p:spPr>
          <a:xfrm>
            <a:off x="6304964" y="4304770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</a:t>
            </a:r>
            <a:endParaRPr/>
          </a:p>
        </p:txBody>
      </p:sp>
      <p:sp>
        <p:nvSpPr>
          <p:cNvPr id="747" name="Google Shape;747;p20"/>
          <p:cNvSpPr txBox="1"/>
          <p:nvPr/>
        </p:nvSpPr>
        <p:spPr>
          <a:xfrm>
            <a:off x="6295392" y="5307257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CO(L)</a:t>
            </a:r>
            <a:endParaRPr/>
          </a:p>
        </p:txBody>
      </p:sp>
      <p:sp>
        <p:nvSpPr>
          <p:cNvPr id="748" name="Google Shape;748;p20"/>
          <p:cNvSpPr txBox="1"/>
          <p:nvPr/>
        </p:nvSpPr>
        <p:spPr>
          <a:xfrm>
            <a:off x="1357842" y="4841589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CO(CC)</a:t>
            </a:r>
            <a:endParaRPr/>
          </a:p>
        </p:txBody>
      </p:sp>
      <p:sp>
        <p:nvSpPr>
          <p:cNvPr id="749" name="Google Shape;749;p20"/>
          <p:cNvSpPr txBox="1"/>
          <p:nvPr/>
        </p:nvSpPr>
        <p:spPr>
          <a:xfrm>
            <a:off x="7694685" y="4534424"/>
            <a:ext cx="4242876" cy="23083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        ：GC/GR(all poly)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M1(W)     ：Wide M1 (W&gt;10.0um)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M1(I)     ：M1 outside Pad/Capacitor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M2(I)     ：M2 outside Pad/Capacitor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M1(C)/M1C ：M1 ring for Capacitor WN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M1(S)     ：M1 in scribe ring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M2(S)     ：M2 in scribe ring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CO(C)     ：CO on M1(C) (W=1.2um)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CO(CC)    ：CO on AC (W=1.2um)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CO(L)     ：CO large contact (Area&gt;=1.5um</a:t>
            </a:r>
            <a:r>
              <a:rPr baseline="30000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V1(S)     ：V1 in core region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V1(P)     ：V1 on Pad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50" name="Google Shape;750;p20"/>
          <p:cNvSpPr/>
          <p:nvPr/>
        </p:nvSpPr>
        <p:spPr>
          <a:xfrm>
            <a:off x="2320123" y="4741665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1" name="Google Shape;751;p20"/>
          <p:cNvCxnSpPr/>
          <p:nvPr/>
        </p:nvCxnSpPr>
        <p:spPr>
          <a:xfrm>
            <a:off x="2340053" y="4645834"/>
            <a:ext cx="16007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52" name="Google Shape;752;p20"/>
          <p:cNvCxnSpPr/>
          <p:nvPr/>
        </p:nvCxnSpPr>
        <p:spPr>
          <a:xfrm rot="10800000">
            <a:off x="2544680" y="4645834"/>
            <a:ext cx="167082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53" name="Google Shape;753;p20"/>
          <p:cNvCxnSpPr>
            <a:endCxn id="750" idx="3"/>
          </p:cNvCxnSpPr>
          <p:nvPr/>
        </p:nvCxnSpPr>
        <p:spPr>
          <a:xfrm>
            <a:off x="2500123" y="4630069"/>
            <a:ext cx="0" cy="20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754" name="Google Shape;754;p20"/>
          <p:cNvCxnSpPr/>
          <p:nvPr/>
        </p:nvCxnSpPr>
        <p:spPr>
          <a:xfrm>
            <a:off x="2546022" y="4532379"/>
            <a:ext cx="0" cy="20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755" name="Google Shape;755;p20"/>
          <p:cNvSpPr txBox="1"/>
          <p:nvPr/>
        </p:nvSpPr>
        <p:spPr>
          <a:xfrm>
            <a:off x="2387280" y="4756048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CO(C)</a:t>
            </a:r>
            <a:endParaRPr/>
          </a:p>
        </p:txBody>
      </p:sp>
      <p:cxnSp>
        <p:nvCxnSpPr>
          <p:cNvPr id="756" name="Google Shape;756;p20"/>
          <p:cNvCxnSpPr/>
          <p:nvPr/>
        </p:nvCxnSpPr>
        <p:spPr>
          <a:xfrm>
            <a:off x="6677064" y="6114182"/>
            <a:ext cx="16007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57" name="Google Shape;757;p20"/>
          <p:cNvCxnSpPr/>
          <p:nvPr/>
        </p:nvCxnSpPr>
        <p:spPr>
          <a:xfrm rot="10800000">
            <a:off x="7007898" y="6114182"/>
            <a:ext cx="167082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758" name="Google Shape;758;p20"/>
          <p:cNvCxnSpPr/>
          <p:nvPr/>
        </p:nvCxnSpPr>
        <p:spPr>
          <a:xfrm>
            <a:off x="6837134" y="6000727"/>
            <a:ext cx="0" cy="20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759" name="Google Shape;759;p20"/>
          <p:cNvCxnSpPr/>
          <p:nvPr/>
        </p:nvCxnSpPr>
        <p:spPr>
          <a:xfrm>
            <a:off x="7009240" y="6000727"/>
            <a:ext cx="0" cy="20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760" name="Google Shape;760;p20"/>
          <p:cNvSpPr txBox="1"/>
          <p:nvPr/>
        </p:nvSpPr>
        <p:spPr>
          <a:xfrm>
            <a:off x="6638939" y="624993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M1.CL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1" name="Google Shape;761;p20"/>
          <p:cNvSpPr txBox="1"/>
          <p:nvPr/>
        </p:nvSpPr>
        <p:spPr>
          <a:xfrm>
            <a:off x="2376887" y="436321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M1.CO</a:t>
            </a:r>
            <a:endParaRPr/>
          </a:p>
        </p:txBody>
      </p:sp>
      <p:sp>
        <p:nvSpPr>
          <p:cNvPr id="762" name="Google Shape;762;p20"/>
          <p:cNvSpPr/>
          <p:nvPr/>
        </p:nvSpPr>
        <p:spPr>
          <a:xfrm rot="-5400000">
            <a:off x="3355154" y="5620991"/>
            <a:ext cx="677330" cy="668899"/>
          </a:xfrm>
          <a:prstGeom prst="rect">
            <a:avLst/>
          </a:prstGeom>
          <a:solidFill>
            <a:srgbClr val="BF4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63" name="Google Shape;763;p20"/>
          <p:cNvSpPr txBox="1"/>
          <p:nvPr/>
        </p:nvSpPr>
        <p:spPr>
          <a:xfrm>
            <a:off x="3344663" y="5899902"/>
            <a:ext cx="6688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GR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64" name="Google Shape;764;p20"/>
          <p:cNvSpPr txBox="1"/>
          <p:nvPr/>
        </p:nvSpPr>
        <p:spPr>
          <a:xfrm>
            <a:off x="4040718" y="5559208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V1.GA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765" name="Google Shape;765;p20"/>
          <p:cNvCxnSpPr/>
          <p:nvPr/>
        </p:nvCxnSpPr>
        <p:spPr>
          <a:xfrm>
            <a:off x="4013562" y="5771688"/>
            <a:ext cx="113533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766" name="Google Shape;766;p20"/>
          <p:cNvCxnSpPr/>
          <p:nvPr/>
        </p:nvCxnSpPr>
        <p:spPr>
          <a:xfrm>
            <a:off x="6389527" y="3242680"/>
            <a:ext cx="734056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767" name="Google Shape;767;p20"/>
          <p:cNvSpPr txBox="1"/>
          <p:nvPr/>
        </p:nvSpPr>
        <p:spPr>
          <a:xfrm flipH="1">
            <a:off x="6491783" y="3301860"/>
            <a:ext cx="56502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M2.W3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8" name="Google Shape;768;p20"/>
          <p:cNvSpPr/>
          <p:nvPr/>
        </p:nvSpPr>
        <p:spPr>
          <a:xfrm rot="-5400000">
            <a:off x="2008942" y="-1234366"/>
            <a:ext cx="93620" cy="372122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69" name="Google Shape;769;p20"/>
          <p:cNvSpPr/>
          <p:nvPr/>
        </p:nvSpPr>
        <p:spPr>
          <a:xfrm rot="-5400000">
            <a:off x="5918732" y="-573797"/>
            <a:ext cx="100627" cy="2401076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70" name="Google Shape;770;p20"/>
          <p:cNvSpPr txBox="1"/>
          <p:nvPr/>
        </p:nvSpPr>
        <p:spPr>
          <a:xfrm>
            <a:off x="5596496" y="486780"/>
            <a:ext cx="7084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M2(S)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71" name="Google Shape;771;p20"/>
          <p:cNvSpPr txBox="1"/>
          <p:nvPr/>
        </p:nvSpPr>
        <p:spPr>
          <a:xfrm>
            <a:off x="1713770" y="478797"/>
            <a:ext cx="7084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M1(S)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772" name="Google Shape;772;p20"/>
          <p:cNvCxnSpPr>
            <a:stCxn id="694" idx="3"/>
          </p:cNvCxnSpPr>
          <p:nvPr/>
        </p:nvCxnSpPr>
        <p:spPr>
          <a:xfrm rot="10800000">
            <a:off x="6746984" y="660696"/>
            <a:ext cx="0" cy="192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773" name="Google Shape;773;p20"/>
          <p:cNvCxnSpPr/>
          <p:nvPr/>
        </p:nvCxnSpPr>
        <p:spPr>
          <a:xfrm rot="10800000">
            <a:off x="3694083" y="661948"/>
            <a:ext cx="1" cy="191968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774" name="Google Shape;774;p20"/>
          <p:cNvSpPr txBox="1"/>
          <p:nvPr/>
        </p:nvSpPr>
        <p:spPr>
          <a:xfrm flipH="1">
            <a:off x="3818392" y="671820"/>
            <a:ext cx="56502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M1.SCR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75" name="Google Shape;775;p20"/>
          <p:cNvSpPr txBox="1"/>
          <p:nvPr/>
        </p:nvSpPr>
        <p:spPr>
          <a:xfrm flipH="1">
            <a:off x="6799498" y="679128"/>
            <a:ext cx="56502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M2.SCR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76" name="Google Shape;776;p20"/>
          <p:cNvSpPr/>
          <p:nvPr/>
        </p:nvSpPr>
        <p:spPr>
          <a:xfrm rot="-5400000">
            <a:off x="1235703" y="6115446"/>
            <a:ext cx="677330" cy="668899"/>
          </a:xfrm>
          <a:prstGeom prst="rect">
            <a:avLst/>
          </a:prstGeom>
          <a:noFill/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77" name="Google Shape;777;p20"/>
          <p:cNvSpPr txBox="1"/>
          <p:nvPr/>
        </p:nvSpPr>
        <p:spPr>
          <a:xfrm>
            <a:off x="751265" y="6087136"/>
            <a:ext cx="6256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PO</a:t>
            </a:r>
            <a:endParaRPr/>
          </a:p>
        </p:txBody>
      </p:sp>
      <p:sp>
        <p:nvSpPr>
          <p:cNvPr id="778" name="Google Shape;778;p20"/>
          <p:cNvSpPr/>
          <p:nvPr/>
        </p:nvSpPr>
        <p:spPr>
          <a:xfrm>
            <a:off x="1359375" y="6235124"/>
            <a:ext cx="446001" cy="439552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0"/>
          <p:cNvSpPr txBox="1"/>
          <p:nvPr/>
        </p:nvSpPr>
        <p:spPr>
          <a:xfrm>
            <a:off x="1283206" y="6243423"/>
            <a:ext cx="625612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V1(P)</a:t>
            </a:r>
            <a:endParaRPr sz="12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780" name="Google Shape;780;p20"/>
          <p:cNvCxnSpPr>
            <a:endCxn id="778" idx="3"/>
          </p:cNvCxnSpPr>
          <p:nvPr/>
        </p:nvCxnSpPr>
        <p:spPr>
          <a:xfrm>
            <a:off x="1357776" y="6449800"/>
            <a:ext cx="447600" cy="5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781" name="Google Shape;781;p20"/>
          <p:cNvSpPr txBox="1"/>
          <p:nvPr/>
        </p:nvSpPr>
        <p:spPr>
          <a:xfrm>
            <a:off x="1756941" y="6320367"/>
            <a:ext cx="787739" cy="276999"/>
          </a:xfrm>
          <a:prstGeom prst="rect">
            <a:avLst/>
          </a:prstGeom>
          <a:solidFill>
            <a:srgbClr val="D9D9D9">
              <a:alpha val="4313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V1.WP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82" name="Google Shape;78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5600" y="227585"/>
            <a:ext cx="4242874" cy="4063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8" name="Google Shape;788;p21"/>
          <p:cNvGrpSpPr/>
          <p:nvPr/>
        </p:nvGrpSpPr>
        <p:grpSpPr>
          <a:xfrm>
            <a:off x="2221098" y="4038819"/>
            <a:ext cx="3459093" cy="1688920"/>
            <a:chOff x="2716754" y="1145009"/>
            <a:chExt cx="3459093" cy="1688920"/>
          </a:xfrm>
        </p:grpSpPr>
        <p:sp>
          <p:nvSpPr>
            <p:cNvPr id="789" name="Google Shape;789;p21"/>
            <p:cNvSpPr/>
            <p:nvPr/>
          </p:nvSpPr>
          <p:spPr>
            <a:xfrm flipH="1" rot="5400000">
              <a:off x="4444604" y="1102686"/>
              <a:ext cx="1688920" cy="1773565"/>
            </a:xfrm>
            <a:prstGeom prst="snip2SameRect">
              <a:avLst>
                <a:gd fmla="val 11411" name="adj1"/>
                <a:gd fmla="val 0" name="adj2"/>
              </a:avLst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21"/>
            <p:cNvSpPr/>
            <p:nvPr/>
          </p:nvSpPr>
          <p:spPr>
            <a:xfrm rot="-5400000">
              <a:off x="2724145" y="1137618"/>
              <a:ext cx="1688920" cy="1703702"/>
            </a:xfrm>
            <a:prstGeom prst="snip2SameRect">
              <a:avLst>
                <a:gd fmla="val 11411" name="adj1"/>
                <a:gd fmla="val 0" name="adj2"/>
              </a:avLst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1" name="Google Shape;791;p21"/>
          <p:cNvGrpSpPr/>
          <p:nvPr/>
        </p:nvGrpSpPr>
        <p:grpSpPr>
          <a:xfrm>
            <a:off x="2221097" y="1221923"/>
            <a:ext cx="3459093" cy="1688920"/>
            <a:chOff x="2716754" y="1145009"/>
            <a:chExt cx="3459093" cy="1688920"/>
          </a:xfrm>
        </p:grpSpPr>
        <p:sp>
          <p:nvSpPr>
            <p:cNvPr id="792" name="Google Shape;792;p21"/>
            <p:cNvSpPr/>
            <p:nvPr/>
          </p:nvSpPr>
          <p:spPr>
            <a:xfrm flipH="1" rot="5400000">
              <a:off x="4444604" y="1102686"/>
              <a:ext cx="1688920" cy="1773565"/>
            </a:xfrm>
            <a:prstGeom prst="snip2SameRect">
              <a:avLst>
                <a:gd fmla="val 11411" name="adj1"/>
                <a:gd fmla="val 0" name="adj2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21"/>
            <p:cNvSpPr/>
            <p:nvPr/>
          </p:nvSpPr>
          <p:spPr>
            <a:xfrm rot="-5400000">
              <a:off x="2724145" y="1137618"/>
              <a:ext cx="1688920" cy="1703702"/>
            </a:xfrm>
            <a:prstGeom prst="snip2SameRect">
              <a:avLst>
                <a:gd fmla="val 11411" name="adj1"/>
                <a:gd fmla="val 0" name="adj2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4" name="Google Shape;794;p21"/>
          <p:cNvSpPr/>
          <p:nvPr/>
        </p:nvSpPr>
        <p:spPr>
          <a:xfrm>
            <a:off x="177006" y="616914"/>
            <a:ext cx="6558454" cy="2898938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21"/>
          <p:cNvSpPr/>
          <p:nvPr/>
        </p:nvSpPr>
        <p:spPr>
          <a:xfrm>
            <a:off x="727829" y="1214018"/>
            <a:ext cx="648000" cy="166201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96" name="Google Shape;796;p21"/>
          <p:cNvSpPr/>
          <p:nvPr/>
        </p:nvSpPr>
        <p:spPr>
          <a:xfrm>
            <a:off x="3407763" y="983092"/>
            <a:ext cx="192282" cy="49786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97" name="Google Shape;797;p21"/>
          <p:cNvSpPr/>
          <p:nvPr/>
        </p:nvSpPr>
        <p:spPr>
          <a:xfrm>
            <a:off x="734476" y="4106418"/>
            <a:ext cx="648000" cy="162946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98" name="Google Shape;798;p21"/>
          <p:cNvSpPr txBox="1"/>
          <p:nvPr/>
        </p:nvSpPr>
        <p:spPr>
          <a:xfrm>
            <a:off x="177006" y="743601"/>
            <a:ext cx="5913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799" name="Google Shape;799;p21"/>
          <p:cNvSpPr txBox="1"/>
          <p:nvPr/>
        </p:nvSpPr>
        <p:spPr>
          <a:xfrm>
            <a:off x="4089580" y="994135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800" name="Google Shape;800;p21"/>
          <p:cNvSpPr txBox="1"/>
          <p:nvPr/>
        </p:nvSpPr>
        <p:spPr>
          <a:xfrm>
            <a:off x="736665" y="542815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801" name="Google Shape;801;p21"/>
          <p:cNvCxnSpPr/>
          <p:nvPr/>
        </p:nvCxnSpPr>
        <p:spPr>
          <a:xfrm>
            <a:off x="1371203" y="2546729"/>
            <a:ext cx="824396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802" name="Google Shape;802;p21"/>
          <p:cNvCxnSpPr/>
          <p:nvPr/>
        </p:nvCxnSpPr>
        <p:spPr>
          <a:xfrm>
            <a:off x="1374076" y="4429194"/>
            <a:ext cx="85108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803" name="Google Shape;803;p21"/>
          <p:cNvSpPr txBox="1"/>
          <p:nvPr/>
        </p:nvSpPr>
        <p:spPr>
          <a:xfrm>
            <a:off x="1474811" y="422183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ANE.AP</a:t>
            </a:r>
            <a:endParaRPr/>
          </a:p>
        </p:txBody>
      </p:sp>
      <p:sp>
        <p:nvSpPr>
          <p:cNvPr id="804" name="Google Shape;804;p21"/>
          <p:cNvSpPr/>
          <p:nvPr/>
        </p:nvSpPr>
        <p:spPr>
          <a:xfrm>
            <a:off x="3596813" y="3243270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805" name="Google Shape;805;p21"/>
          <p:cNvSpPr txBox="1"/>
          <p:nvPr/>
        </p:nvSpPr>
        <p:spPr>
          <a:xfrm>
            <a:off x="3628971" y="3324591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</p:txBody>
      </p:sp>
      <p:sp>
        <p:nvSpPr>
          <p:cNvPr id="806" name="Google Shape;806;p21"/>
          <p:cNvSpPr txBox="1"/>
          <p:nvPr/>
        </p:nvSpPr>
        <p:spPr>
          <a:xfrm>
            <a:off x="720718" y="126199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807" name="Google Shape;807;p21"/>
          <p:cNvSpPr txBox="1"/>
          <p:nvPr/>
        </p:nvSpPr>
        <p:spPr>
          <a:xfrm>
            <a:off x="1498048" y="2324752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APE.AN</a:t>
            </a:r>
            <a:endParaRPr/>
          </a:p>
        </p:txBody>
      </p:sp>
      <p:sp>
        <p:nvSpPr>
          <p:cNvPr id="808" name="Google Shape;808;p21"/>
          <p:cNvSpPr txBox="1"/>
          <p:nvPr/>
        </p:nvSpPr>
        <p:spPr>
          <a:xfrm>
            <a:off x="-1" y="7376"/>
            <a:ext cx="81613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Cat-7: ESD MOS transistor related</a:t>
            </a:r>
            <a:endParaRPr/>
          </a:p>
        </p:txBody>
      </p:sp>
      <p:cxnSp>
        <p:nvCxnSpPr>
          <p:cNvPr id="809" name="Google Shape;809;p21"/>
          <p:cNvCxnSpPr/>
          <p:nvPr/>
        </p:nvCxnSpPr>
        <p:spPr>
          <a:xfrm rot="10800000">
            <a:off x="2623887" y="2511250"/>
            <a:ext cx="76497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810" name="Google Shape;810;p21"/>
          <p:cNvSpPr txBox="1"/>
          <p:nvPr/>
        </p:nvSpPr>
        <p:spPr>
          <a:xfrm>
            <a:off x="3135706" y="1380243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APE.LM</a:t>
            </a:r>
            <a:endParaRPr/>
          </a:p>
        </p:txBody>
      </p:sp>
      <p:sp>
        <p:nvSpPr>
          <p:cNvPr id="811" name="Google Shape;811;p21"/>
          <p:cNvSpPr txBox="1"/>
          <p:nvPr/>
        </p:nvSpPr>
        <p:spPr>
          <a:xfrm>
            <a:off x="3743993" y="4300162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ANE.WM</a:t>
            </a:r>
            <a:endParaRPr/>
          </a:p>
        </p:txBody>
      </p:sp>
      <p:sp>
        <p:nvSpPr>
          <p:cNvPr id="812" name="Google Shape;812;p21"/>
          <p:cNvSpPr/>
          <p:nvPr/>
        </p:nvSpPr>
        <p:spPr>
          <a:xfrm>
            <a:off x="2449438" y="2402366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21"/>
          <p:cNvSpPr/>
          <p:nvPr/>
        </p:nvSpPr>
        <p:spPr>
          <a:xfrm>
            <a:off x="2449438" y="1848254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4" name="Google Shape;814;p21"/>
          <p:cNvCxnSpPr/>
          <p:nvPr/>
        </p:nvCxnSpPr>
        <p:spPr>
          <a:xfrm rot="10800000">
            <a:off x="2200199" y="1930649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815" name="Google Shape;815;p21"/>
          <p:cNvCxnSpPr/>
          <p:nvPr/>
        </p:nvCxnSpPr>
        <p:spPr>
          <a:xfrm rot="10800000">
            <a:off x="2450179" y="1933562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816" name="Google Shape;816;p21"/>
          <p:cNvCxnSpPr/>
          <p:nvPr/>
        </p:nvCxnSpPr>
        <p:spPr>
          <a:xfrm>
            <a:off x="2537033" y="2047624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817" name="Google Shape;817;p21"/>
          <p:cNvSpPr txBox="1"/>
          <p:nvPr/>
        </p:nvSpPr>
        <p:spPr>
          <a:xfrm>
            <a:off x="2557036" y="204283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COE.S1</a:t>
            </a:r>
            <a:endParaRPr/>
          </a:p>
        </p:txBody>
      </p:sp>
      <p:sp>
        <p:nvSpPr>
          <p:cNvPr id="818" name="Google Shape;818;p21"/>
          <p:cNvSpPr txBox="1"/>
          <p:nvPr/>
        </p:nvSpPr>
        <p:spPr>
          <a:xfrm>
            <a:off x="2514676" y="164639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COE.W1</a:t>
            </a:r>
            <a:endParaRPr/>
          </a:p>
        </p:txBody>
      </p:sp>
      <p:sp>
        <p:nvSpPr>
          <p:cNvPr id="819" name="Google Shape;819;p21"/>
          <p:cNvSpPr txBox="1"/>
          <p:nvPr/>
        </p:nvSpPr>
        <p:spPr>
          <a:xfrm>
            <a:off x="2673445" y="254092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CSE.GC</a:t>
            </a:r>
            <a:endParaRPr/>
          </a:p>
        </p:txBody>
      </p:sp>
      <p:cxnSp>
        <p:nvCxnSpPr>
          <p:cNvPr id="820" name="Google Shape;820;p21"/>
          <p:cNvCxnSpPr/>
          <p:nvPr/>
        </p:nvCxnSpPr>
        <p:spPr>
          <a:xfrm rot="10800000">
            <a:off x="3417880" y="1634898"/>
            <a:ext cx="18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821" name="Google Shape;821;p21"/>
          <p:cNvCxnSpPr/>
          <p:nvPr/>
        </p:nvCxnSpPr>
        <p:spPr>
          <a:xfrm>
            <a:off x="3789182" y="1222610"/>
            <a:ext cx="0" cy="167426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822" name="Google Shape;822;p21"/>
          <p:cNvSpPr txBox="1"/>
          <p:nvPr/>
        </p:nvSpPr>
        <p:spPr>
          <a:xfrm>
            <a:off x="3776792" y="1807289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APE.WM</a:t>
            </a:r>
            <a:endParaRPr/>
          </a:p>
        </p:txBody>
      </p:sp>
      <p:cxnSp>
        <p:nvCxnSpPr>
          <p:cNvPr id="823" name="Google Shape;823;p21"/>
          <p:cNvCxnSpPr/>
          <p:nvPr/>
        </p:nvCxnSpPr>
        <p:spPr>
          <a:xfrm>
            <a:off x="3743993" y="4019663"/>
            <a:ext cx="6680" cy="171622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824" name="Google Shape;824;p21"/>
          <p:cNvCxnSpPr/>
          <p:nvPr/>
        </p:nvCxnSpPr>
        <p:spPr>
          <a:xfrm rot="10800000">
            <a:off x="2630891" y="5234914"/>
            <a:ext cx="75797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825" name="Google Shape;825;p21"/>
          <p:cNvSpPr/>
          <p:nvPr/>
        </p:nvSpPr>
        <p:spPr>
          <a:xfrm>
            <a:off x="2456442" y="5126030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21"/>
          <p:cNvSpPr/>
          <p:nvPr/>
        </p:nvSpPr>
        <p:spPr>
          <a:xfrm>
            <a:off x="2456442" y="4571918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7" name="Google Shape;827;p21"/>
          <p:cNvCxnSpPr/>
          <p:nvPr/>
        </p:nvCxnSpPr>
        <p:spPr>
          <a:xfrm rot="10800000">
            <a:off x="2457183" y="4657226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828" name="Google Shape;828;p21"/>
          <p:cNvCxnSpPr/>
          <p:nvPr/>
        </p:nvCxnSpPr>
        <p:spPr>
          <a:xfrm>
            <a:off x="2544037" y="4771288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829" name="Google Shape;829;p21"/>
          <p:cNvSpPr txBox="1"/>
          <p:nvPr/>
        </p:nvSpPr>
        <p:spPr>
          <a:xfrm>
            <a:off x="2583302" y="476677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COE.S1</a:t>
            </a:r>
            <a:endParaRPr/>
          </a:p>
        </p:txBody>
      </p:sp>
      <p:sp>
        <p:nvSpPr>
          <p:cNvPr id="830" name="Google Shape;830;p21"/>
          <p:cNvSpPr txBox="1"/>
          <p:nvPr/>
        </p:nvSpPr>
        <p:spPr>
          <a:xfrm>
            <a:off x="2630781" y="455001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COE.W1</a:t>
            </a:r>
            <a:endParaRPr/>
          </a:p>
        </p:txBody>
      </p:sp>
      <p:sp>
        <p:nvSpPr>
          <p:cNvPr id="831" name="Google Shape;831;p21"/>
          <p:cNvSpPr txBox="1"/>
          <p:nvPr/>
        </p:nvSpPr>
        <p:spPr>
          <a:xfrm>
            <a:off x="2668712" y="525959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CSE.GC</a:t>
            </a:r>
            <a:endParaRPr/>
          </a:p>
        </p:txBody>
      </p:sp>
      <p:sp>
        <p:nvSpPr>
          <p:cNvPr id="832" name="Google Shape;832;p21"/>
          <p:cNvSpPr txBox="1"/>
          <p:nvPr/>
        </p:nvSpPr>
        <p:spPr>
          <a:xfrm>
            <a:off x="1743528" y="1960234"/>
            <a:ext cx="689372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COE.APT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833" name="Google Shape;833;p21"/>
          <p:cNvCxnSpPr/>
          <p:nvPr/>
        </p:nvCxnSpPr>
        <p:spPr>
          <a:xfrm rot="10800000">
            <a:off x="2221097" y="4664937"/>
            <a:ext cx="21999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834" name="Google Shape;834;p21"/>
          <p:cNvSpPr txBox="1"/>
          <p:nvPr/>
        </p:nvSpPr>
        <p:spPr>
          <a:xfrm>
            <a:off x="1776330" y="4694522"/>
            <a:ext cx="673108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COE.ANT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5" name="Google Shape;835;p21"/>
          <p:cNvSpPr/>
          <p:nvPr/>
        </p:nvSpPr>
        <p:spPr>
          <a:xfrm>
            <a:off x="5301653" y="5133577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21"/>
          <p:cNvSpPr/>
          <p:nvPr/>
        </p:nvSpPr>
        <p:spPr>
          <a:xfrm>
            <a:off x="5301653" y="4579465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7" name="Google Shape;837;p21"/>
          <p:cNvCxnSpPr>
            <a:stCxn id="835" idx="1"/>
          </p:cNvCxnSpPr>
          <p:nvPr/>
        </p:nvCxnSpPr>
        <p:spPr>
          <a:xfrm flipH="1">
            <a:off x="3610853" y="5223577"/>
            <a:ext cx="1690800" cy="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838" name="Google Shape;838;p21"/>
          <p:cNvSpPr txBox="1"/>
          <p:nvPr/>
        </p:nvSpPr>
        <p:spPr>
          <a:xfrm>
            <a:off x="4026523" y="525959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CDE.GC</a:t>
            </a:r>
            <a:endParaRPr/>
          </a:p>
        </p:txBody>
      </p:sp>
      <p:sp>
        <p:nvSpPr>
          <p:cNvPr id="839" name="Google Shape;839;p21"/>
          <p:cNvSpPr txBox="1"/>
          <p:nvPr/>
        </p:nvSpPr>
        <p:spPr>
          <a:xfrm>
            <a:off x="3194521" y="5364498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ANE.LM</a:t>
            </a:r>
            <a:endParaRPr/>
          </a:p>
        </p:txBody>
      </p:sp>
      <p:cxnSp>
        <p:nvCxnSpPr>
          <p:cNvPr id="840" name="Google Shape;840;p21"/>
          <p:cNvCxnSpPr/>
          <p:nvPr/>
        </p:nvCxnSpPr>
        <p:spPr>
          <a:xfrm rot="10800000">
            <a:off x="3417880" y="5576942"/>
            <a:ext cx="18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841" name="Google Shape;841;p21"/>
          <p:cNvSpPr/>
          <p:nvPr/>
        </p:nvSpPr>
        <p:spPr>
          <a:xfrm>
            <a:off x="5301512" y="2385173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21"/>
          <p:cNvSpPr/>
          <p:nvPr/>
        </p:nvSpPr>
        <p:spPr>
          <a:xfrm>
            <a:off x="5301512" y="1831061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3" name="Google Shape;843;p21"/>
          <p:cNvCxnSpPr/>
          <p:nvPr/>
        </p:nvCxnSpPr>
        <p:spPr>
          <a:xfrm flipH="1">
            <a:off x="3609506" y="2494694"/>
            <a:ext cx="1682953" cy="1447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844" name="Google Shape;844;p21"/>
          <p:cNvSpPr txBox="1"/>
          <p:nvPr/>
        </p:nvSpPr>
        <p:spPr>
          <a:xfrm>
            <a:off x="4034337" y="254875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CDE.GC</a:t>
            </a:r>
            <a:endParaRPr/>
          </a:p>
        </p:txBody>
      </p:sp>
      <p:sp>
        <p:nvSpPr>
          <p:cNvPr id="845" name="Google Shape;845;p21"/>
          <p:cNvSpPr/>
          <p:nvPr/>
        </p:nvSpPr>
        <p:spPr>
          <a:xfrm>
            <a:off x="95459" y="533616"/>
            <a:ext cx="6761154" cy="5622821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lg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21"/>
          <p:cNvSpPr txBox="1"/>
          <p:nvPr/>
        </p:nvSpPr>
        <p:spPr>
          <a:xfrm>
            <a:off x="151195" y="5856411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ESD</a:t>
            </a:r>
            <a:endParaRPr/>
          </a:p>
        </p:txBody>
      </p:sp>
      <p:cxnSp>
        <p:nvCxnSpPr>
          <p:cNvPr id="847" name="Google Shape;847;p21"/>
          <p:cNvCxnSpPr/>
          <p:nvPr/>
        </p:nvCxnSpPr>
        <p:spPr>
          <a:xfrm>
            <a:off x="5457312" y="4038275"/>
            <a:ext cx="22287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848" name="Google Shape;848;p21"/>
          <p:cNvCxnSpPr/>
          <p:nvPr/>
        </p:nvCxnSpPr>
        <p:spPr>
          <a:xfrm>
            <a:off x="5680190" y="4038275"/>
            <a:ext cx="0" cy="18355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849" name="Google Shape;849;p21"/>
          <p:cNvSpPr txBox="1"/>
          <p:nvPr/>
        </p:nvSpPr>
        <p:spPr>
          <a:xfrm>
            <a:off x="5676256" y="401966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ANE.XY</a:t>
            </a:r>
            <a:endParaRPr/>
          </a:p>
        </p:txBody>
      </p:sp>
      <p:sp>
        <p:nvSpPr>
          <p:cNvPr id="850" name="Google Shape;850;p21"/>
          <p:cNvSpPr txBox="1"/>
          <p:nvPr/>
        </p:nvSpPr>
        <p:spPr>
          <a:xfrm>
            <a:off x="5527376" y="382842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ANE.XY</a:t>
            </a:r>
            <a:endParaRPr/>
          </a:p>
        </p:txBody>
      </p:sp>
      <p:cxnSp>
        <p:nvCxnSpPr>
          <p:cNvPr id="851" name="Google Shape;851;p21"/>
          <p:cNvCxnSpPr/>
          <p:nvPr/>
        </p:nvCxnSpPr>
        <p:spPr>
          <a:xfrm>
            <a:off x="5478702" y="1229600"/>
            <a:ext cx="22287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852" name="Google Shape;852;p21"/>
          <p:cNvCxnSpPr/>
          <p:nvPr/>
        </p:nvCxnSpPr>
        <p:spPr>
          <a:xfrm>
            <a:off x="5701580" y="1229600"/>
            <a:ext cx="0" cy="18355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853" name="Google Shape;853;p21"/>
          <p:cNvSpPr txBox="1"/>
          <p:nvPr/>
        </p:nvSpPr>
        <p:spPr>
          <a:xfrm>
            <a:off x="5697646" y="121098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APE.XY</a:t>
            </a:r>
            <a:endParaRPr/>
          </a:p>
        </p:txBody>
      </p:sp>
      <p:sp>
        <p:nvSpPr>
          <p:cNvPr id="854" name="Google Shape;854;p21"/>
          <p:cNvSpPr txBox="1"/>
          <p:nvPr/>
        </p:nvSpPr>
        <p:spPr>
          <a:xfrm>
            <a:off x="5548766" y="101975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APE.XY</a:t>
            </a:r>
            <a:endParaRPr/>
          </a:p>
        </p:txBody>
      </p:sp>
      <p:sp>
        <p:nvSpPr>
          <p:cNvPr id="855" name="Google Shape;855;p21"/>
          <p:cNvSpPr/>
          <p:nvPr/>
        </p:nvSpPr>
        <p:spPr>
          <a:xfrm>
            <a:off x="4546667" y="339595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id="856" name="Google Shape;856;p21"/>
          <p:cNvCxnSpPr/>
          <p:nvPr/>
        </p:nvCxnSpPr>
        <p:spPr>
          <a:xfrm>
            <a:off x="4655367" y="2910843"/>
            <a:ext cx="0" cy="49146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857" name="Google Shape;857;p21"/>
          <p:cNvCxnSpPr/>
          <p:nvPr/>
        </p:nvCxnSpPr>
        <p:spPr>
          <a:xfrm>
            <a:off x="4647553" y="3575145"/>
            <a:ext cx="0" cy="49146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858" name="Google Shape;858;p21"/>
          <p:cNvSpPr txBox="1"/>
          <p:nvPr/>
        </p:nvSpPr>
        <p:spPr>
          <a:xfrm>
            <a:off x="4647553" y="301286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APE.CO</a:t>
            </a:r>
            <a:endParaRPr/>
          </a:p>
        </p:txBody>
      </p:sp>
      <p:sp>
        <p:nvSpPr>
          <p:cNvPr id="859" name="Google Shape;859;p21"/>
          <p:cNvSpPr txBox="1"/>
          <p:nvPr/>
        </p:nvSpPr>
        <p:spPr>
          <a:xfrm>
            <a:off x="4655367" y="381495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ANE.CO</a:t>
            </a:r>
            <a:endParaRPr/>
          </a:p>
        </p:txBody>
      </p:sp>
      <p:sp>
        <p:nvSpPr>
          <p:cNvPr id="860" name="Google Shape;860;p21"/>
          <p:cNvSpPr txBox="1"/>
          <p:nvPr/>
        </p:nvSpPr>
        <p:spPr>
          <a:xfrm>
            <a:off x="2361727" y="1353835"/>
            <a:ext cx="621030" cy="184666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SOURCE</a:t>
            </a:r>
            <a:endParaRPr/>
          </a:p>
        </p:txBody>
      </p:sp>
      <p:sp>
        <p:nvSpPr>
          <p:cNvPr id="861" name="Google Shape;861;p21"/>
          <p:cNvSpPr txBox="1"/>
          <p:nvPr/>
        </p:nvSpPr>
        <p:spPr>
          <a:xfrm>
            <a:off x="4913242" y="1353835"/>
            <a:ext cx="621030" cy="184666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DRAIN</a:t>
            </a:r>
            <a:endParaRPr/>
          </a:p>
        </p:txBody>
      </p:sp>
      <p:sp>
        <p:nvSpPr>
          <p:cNvPr id="862" name="Google Shape;862;p21"/>
          <p:cNvSpPr txBox="1"/>
          <p:nvPr/>
        </p:nvSpPr>
        <p:spPr>
          <a:xfrm>
            <a:off x="2361727" y="5486651"/>
            <a:ext cx="621030" cy="184666"/>
          </a:xfrm>
          <a:prstGeom prst="rect">
            <a:avLst/>
          </a:prstGeom>
          <a:solidFill>
            <a:srgbClr val="D9D9D9">
              <a:alpha val="56078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SOURCE</a:t>
            </a:r>
            <a:endParaRPr/>
          </a:p>
        </p:txBody>
      </p:sp>
      <p:sp>
        <p:nvSpPr>
          <p:cNvPr id="863" name="Google Shape;863;p21"/>
          <p:cNvSpPr txBox="1"/>
          <p:nvPr/>
        </p:nvSpPr>
        <p:spPr>
          <a:xfrm>
            <a:off x="4913242" y="5486651"/>
            <a:ext cx="621030" cy="184666"/>
          </a:xfrm>
          <a:prstGeom prst="rect">
            <a:avLst/>
          </a:prstGeom>
          <a:solidFill>
            <a:srgbClr val="D9D9D9">
              <a:alpha val="56078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DRAIN</a:t>
            </a:r>
            <a:endParaRPr/>
          </a:p>
        </p:txBody>
      </p:sp>
      <p:sp>
        <p:nvSpPr>
          <p:cNvPr id="864" name="Google Shape;864;p21"/>
          <p:cNvSpPr txBox="1"/>
          <p:nvPr/>
        </p:nvSpPr>
        <p:spPr>
          <a:xfrm>
            <a:off x="6997892" y="5126030"/>
            <a:ext cx="3675398" cy="15696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MPE    ：AP for ESD PMOS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MNE    ：AN for ESD NMOS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PMOSE  ：ESD PMOS Gate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NMOSE  ：ESD NMOS Gate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    ：MPE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    ：MNE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AP(T)  ：AP Side Edges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AN(T)  ：AN Side Edges</a:t>
            </a:r>
            <a:endParaRPr/>
          </a:p>
        </p:txBody>
      </p:sp>
      <p:sp>
        <p:nvSpPr>
          <p:cNvPr id="865" name="Google Shape;865;p21"/>
          <p:cNvSpPr txBox="1"/>
          <p:nvPr/>
        </p:nvSpPr>
        <p:spPr>
          <a:xfrm>
            <a:off x="2555935" y="222211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COE.SE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66" name="Google Shape;866;p21"/>
          <p:cNvSpPr txBox="1"/>
          <p:nvPr/>
        </p:nvSpPr>
        <p:spPr>
          <a:xfrm>
            <a:off x="2590388" y="492883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COE.SE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867" name="Google Shape;867;p21"/>
          <p:cNvCxnSpPr>
            <a:endCxn id="826" idx="0"/>
          </p:cNvCxnSpPr>
          <p:nvPr/>
        </p:nvCxnSpPr>
        <p:spPr>
          <a:xfrm flipH="1">
            <a:off x="2546442" y="4038218"/>
            <a:ext cx="1800" cy="533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868" name="Google Shape;868;p21"/>
          <p:cNvSpPr txBox="1"/>
          <p:nvPr/>
        </p:nvSpPr>
        <p:spPr>
          <a:xfrm>
            <a:off x="2574230" y="4227849"/>
            <a:ext cx="653106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COE.AN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869" name="Google Shape;869;p21"/>
          <p:cNvCxnSpPr/>
          <p:nvPr/>
        </p:nvCxnSpPr>
        <p:spPr>
          <a:xfrm>
            <a:off x="2543711" y="2584745"/>
            <a:ext cx="0" cy="330787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870" name="Google Shape;870;p21"/>
          <p:cNvSpPr txBox="1"/>
          <p:nvPr/>
        </p:nvSpPr>
        <p:spPr>
          <a:xfrm>
            <a:off x="1932167" y="2670570"/>
            <a:ext cx="653106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COE.AP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71" name="Google Shape;871;p21"/>
          <p:cNvSpPr txBox="1"/>
          <p:nvPr/>
        </p:nvSpPr>
        <p:spPr>
          <a:xfrm>
            <a:off x="9591669" y="5134581"/>
            <a:ext cx="2299219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CO(E)：CO on ESD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CD(E)：CO on ESD/Drain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CS(E)：CO on ESD/Source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872" name="Google Shape;87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6903" y="524480"/>
            <a:ext cx="5009532" cy="4589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2"/>
          <p:cNvSpPr/>
          <p:nvPr/>
        </p:nvSpPr>
        <p:spPr>
          <a:xfrm rot="-5400000">
            <a:off x="775004" y="1024670"/>
            <a:ext cx="3600000" cy="360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878" name="Google Shape;878;p22"/>
          <p:cNvSpPr/>
          <p:nvPr/>
        </p:nvSpPr>
        <p:spPr>
          <a:xfrm rot="-5400000">
            <a:off x="955004" y="1204670"/>
            <a:ext cx="3240000" cy="3240000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879" name="Google Shape;879;p22"/>
          <p:cNvCxnSpPr/>
          <p:nvPr/>
        </p:nvCxnSpPr>
        <p:spPr>
          <a:xfrm rot="10800000">
            <a:off x="775003" y="2004938"/>
            <a:ext cx="54102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880" name="Google Shape;880;p22"/>
          <p:cNvSpPr txBox="1"/>
          <p:nvPr/>
        </p:nvSpPr>
        <p:spPr>
          <a:xfrm flipH="1">
            <a:off x="483498" y="2070434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M1.PO</a:t>
            </a:r>
            <a:endParaRPr/>
          </a:p>
        </p:txBody>
      </p:sp>
      <p:sp>
        <p:nvSpPr>
          <p:cNvPr id="881" name="Google Shape;881;p22"/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Cat-8: PAD related</a:t>
            </a:r>
            <a:endParaRPr/>
          </a:p>
        </p:txBody>
      </p:sp>
      <p:sp>
        <p:nvSpPr>
          <p:cNvPr id="882" name="Google Shape;882;p22"/>
          <p:cNvSpPr/>
          <p:nvPr/>
        </p:nvSpPr>
        <p:spPr>
          <a:xfrm rot="-5400000">
            <a:off x="1315004" y="1564670"/>
            <a:ext cx="2520000" cy="252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883" name="Google Shape;883;p22"/>
          <p:cNvSpPr txBox="1"/>
          <p:nvPr/>
        </p:nvSpPr>
        <p:spPr>
          <a:xfrm>
            <a:off x="920813" y="1274600"/>
            <a:ext cx="10352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M2(P)</a:t>
            </a:r>
            <a:endParaRPr/>
          </a:p>
        </p:txBody>
      </p:sp>
      <p:sp>
        <p:nvSpPr>
          <p:cNvPr id="884" name="Google Shape;884;p22"/>
          <p:cNvSpPr txBox="1"/>
          <p:nvPr/>
        </p:nvSpPr>
        <p:spPr>
          <a:xfrm>
            <a:off x="670689" y="802706"/>
            <a:ext cx="10352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M1(P)</a:t>
            </a:r>
            <a:endParaRPr/>
          </a:p>
        </p:txBody>
      </p:sp>
      <p:cxnSp>
        <p:nvCxnSpPr>
          <p:cNvPr id="885" name="Google Shape;885;p22"/>
          <p:cNvCxnSpPr/>
          <p:nvPr/>
        </p:nvCxnSpPr>
        <p:spPr>
          <a:xfrm rot="10800000">
            <a:off x="955003" y="2520946"/>
            <a:ext cx="36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886" name="Google Shape;886;p22"/>
          <p:cNvSpPr txBox="1"/>
          <p:nvPr/>
        </p:nvSpPr>
        <p:spPr>
          <a:xfrm>
            <a:off x="1330493" y="1672021"/>
            <a:ext cx="6256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PO</a:t>
            </a:r>
            <a:endParaRPr/>
          </a:p>
        </p:txBody>
      </p:sp>
      <p:sp>
        <p:nvSpPr>
          <p:cNvPr id="887" name="Google Shape;887;p22"/>
          <p:cNvSpPr/>
          <p:nvPr/>
        </p:nvSpPr>
        <p:spPr>
          <a:xfrm rot="-5400000">
            <a:off x="4014158" y="2037023"/>
            <a:ext cx="3600000" cy="157529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888" name="Google Shape;888;p22"/>
          <p:cNvSpPr/>
          <p:nvPr/>
        </p:nvSpPr>
        <p:spPr>
          <a:xfrm rot="-5400000">
            <a:off x="4284156" y="2127024"/>
            <a:ext cx="3240000" cy="1395292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889" name="Google Shape;889;p22"/>
          <p:cNvSpPr/>
          <p:nvPr/>
        </p:nvSpPr>
        <p:spPr>
          <a:xfrm rot="-5400000">
            <a:off x="4824156" y="2307024"/>
            <a:ext cx="2520000" cy="1035291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890" name="Google Shape;890;p22"/>
          <p:cNvSpPr txBox="1"/>
          <p:nvPr/>
        </p:nvSpPr>
        <p:spPr>
          <a:xfrm>
            <a:off x="5581999" y="1672021"/>
            <a:ext cx="6256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PO</a:t>
            </a:r>
            <a:endParaRPr/>
          </a:p>
        </p:txBody>
      </p:sp>
      <p:cxnSp>
        <p:nvCxnSpPr>
          <p:cNvPr id="891" name="Google Shape;891;p22"/>
          <p:cNvCxnSpPr/>
          <p:nvPr/>
        </p:nvCxnSpPr>
        <p:spPr>
          <a:xfrm flipH="1">
            <a:off x="3849518" y="3409449"/>
            <a:ext cx="1731505" cy="585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892" name="Google Shape;892;p22"/>
          <p:cNvSpPr/>
          <p:nvPr/>
        </p:nvSpPr>
        <p:spPr>
          <a:xfrm>
            <a:off x="1656467" y="1924669"/>
            <a:ext cx="1800000" cy="180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sp>
        <p:nvSpPr>
          <p:cNvPr id="893" name="Google Shape;893;p22"/>
          <p:cNvSpPr/>
          <p:nvPr/>
        </p:nvSpPr>
        <p:spPr>
          <a:xfrm>
            <a:off x="5934254" y="1909476"/>
            <a:ext cx="667548" cy="180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cxnSp>
        <p:nvCxnSpPr>
          <p:cNvPr id="894" name="Google Shape;894;p22"/>
          <p:cNvCxnSpPr/>
          <p:nvPr/>
        </p:nvCxnSpPr>
        <p:spPr>
          <a:xfrm rot="10800000">
            <a:off x="1330493" y="3416715"/>
            <a:ext cx="250451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895" name="Google Shape;895;p22"/>
          <p:cNvSpPr txBox="1"/>
          <p:nvPr/>
        </p:nvSpPr>
        <p:spPr>
          <a:xfrm>
            <a:off x="1640678" y="2056372"/>
            <a:ext cx="8739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V1(P)</a:t>
            </a:r>
            <a:endParaRPr/>
          </a:p>
        </p:txBody>
      </p:sp>
      <p:sp>
        <p:nvSpPr>
          <p:cNvPr id="896" name="Google Shape;896;p22"/>
          <p:cNvSpPr txBox="1"/>
          <p:nvPr/>
        </p:nvSpPr>
        <p:spPr>
          <a:xfrm flipH="1">
            <a:off x="483498" y="2637404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M2.PO</a:t>
            </a:r>
            <a:endParaRPr/>
          </a:p>
        </p:txBody>
      </p:sp>
      <p:sp>
        <p:nvSpPr>
          <p:cNvPr id="897" name="Google Shape;897;p22"/>
          <p:cNvSpPr txBox="1"/>
          <p:nvPr/>
        </p:nvSpPr>
        <p:spPr>
          <a:xfrm flipH="1">
            <a:off x="1874158" y="2855262"/>
            <a:ext cx="1589566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PO.W1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PP.W1(bbox_max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&gt;=70.0)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98" name="Google Shape;898;p22"/>
          <p:cNvSpPr txBox="1"/>
          <p:nvPr/>
        </p:nvSpPr>
        <p:spPr>
          <a:xfrm flipH="1">
            <a:off x="4073379" y="3508237"/>
            <a:ext cx="1337628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PO.S1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PP.S1(bbox_max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&gt;=70.0)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899" name="Google Shape;899;p22"/>
          <p:cNvCxnSpPr/>
          <p:nvPr/>
        </p:nvCxnSpPr>
        <p:spPr>
          <a:xfrm rot="10800000">
            <a:off x="3456468" y="2255100"/>
            <a:ext cx="918536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900" name="Google Shape;900;p22"/>
          <p:cNvSpPr txBox="1"/>
          <p:nvPr/>
        </p:nvSpPr>
        <p:spPr>
          <a:xfrm flipH="1">
            <a:off x="3639802" y="2333369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M1.V1P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01" name="Google Shape;901;p22"/>
          <p:cNvSpPr/>
          <p:nvPr/>
        </p:nvSpPr>
        <p:spPr>
          <a:xfrm rot="-5400000">
            <a:off x="1082143" y="4317529"/>
            <a:ext cx="1083346" cy="1337627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02" name="Google Shape;902;p22"/>
          <p:cNvSpPr/>
          <p:nvPr/>
        </p:nvSpPr>
        <p:spPr>
          <a:xfrm rot="-5400000">
            <a:off x="756169" y="5592204"/>
            <a:ext cx="1083346" cy="685678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03" name="Google Shape;903;p22"/>
          <p:cNvSpPr/>
          <p:nvPr/>
        </p:nvSpPr>
        <p:spPr>
          <a:xfrm rot="-5400000">
            <a:off x="3026583" y="4353734"/>
            <a:ext cx="999218" cy="133762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04" name="Google Shape;904;p22"/>
          <p:cNvSpPr/>
          <p:nvPr/>
        </p:nvSpPr>
        <p:spPr>
          <a:xfrm rot="-5400000">
            <a:off x="3307845" y="5592204"/>
            <a:ext cx="1083346" cy="68567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905" name="Google Shape;905;p22"/>
          <p:cNvCxnSpPr/>
          <p:nvPr/>
        </p:nvCxnSpPr>
        <p:spPr>
          <a:xfrm rot="10800000">
            <a:off x="935440" y="4874033"/>
            <a:ext cx="135719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906" name="Google Shape;906;p22"/>
          <p:cNvCxnSpPr/>
          <p:nvPr/>
        </p:nvCxnSpPr>
        <p:spPr>
          <a:xfrm rot="10800000">
            <a:off x="2077639" y="4444669"/>
            <a:ext cx="0" cy="1107697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907" name="Google Shape;907;p22"/>
          <p:cNvCxnSpPr/>
          <p:nvPr/>
        </p:nvCxnSpPr>
        <p:spPr>
          <a:xfrm rot="10800000">
            <a:off x="2862793" y="4874033"/>
            <a:ext cx="135719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908" name="Google Shape;908;p22"/>
          <p:cNvCxnSpPr/>
          <p:nvPr/>
        </p:nvCxnSpPr>
        <p:spPr>
          <a:xfrm rot="10800000">
            <a:off x="3071488" y="4631728"/>
            <a:ext cx="0" cy="920637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909" name="Google Shape;909;p22"/>
          <p:cNvSpPr/>
          <p:nvPr/>
        </p:nvSpPr>
        <p:spPr>
          <a:xfrm>
            <a:off x="4597379" y="5562923"/>
            <a:ext cx="2239251" cy="908512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910" name="Google Shape;910;p22"/>
          <p:cNvCxnSpPr/>
          <p:nvPr/>
        </p:nvCxnSpPr>
        <p:spPr>
          <a:xfrm rot="10800000">
            <a:off x="5712445" y="4624670"/>
            <a:ext cx="0" cy="92769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911" name="Google Shape;911;p22"/>
          <p:cNvSpPr txBox="1"/>
          <p:nvPr/>
        </p:nvSpPr>
        <p:spPr>
          <a:xfrm>
            <a:off x="4700958" y="5894688"/>
            <a:ext cx="20300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AP/AN/GC/M1/M2</a:t>
            </a:r>
            <a:endParaRPr/>
          </a:p>
        </p:txBody>
      </p:sp>
      <p:sp>
        <p:nvSpPr>
          <p:cNvPr id="912" name="Google Shape;912;p22"/>
          <p:cNvSpPr txBox="1"/>
          <p:nvPr/>
        </p:nvSpPr>
        <p:spPr>
          <a:xfrm flipH="1">
            <a:off x="4821188" y="4759870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M1P.XX</a:t>
            </a:r>
            <a:endParaRPr/>
          </a:p>
        </p:txBody>
      </p:sp>
      <p:sp>
        <p:nvSpPr>
          <p:cNvPr id="913" name="Google Shape;913;p22"/>
          <p:cNvSpPr txBox="1"/>
          <p:nvPr/>
        </p:nvSpPr>
        <p:spPr>
          <a:xfrm flipH="1">
            <a:off x="3115311" y="4639582"/>
            <a:ext cx="1077044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M1P.PE(MIN)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14" name="Google Shape;914;p22"/>
          <p:cNvSpPr txBox="1"/>
          <p:nvPr/>
        </p:nvSpPr>
        <p:spPr>
          <a:xfrm flipH="1">
            <a:off x="1034819" y="4631728"/>
            <a:ext cx="105904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M2P.PE(MAX)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15" name="Google Shape;915;p22"/>
          <p:cNvSpPr txBox="1"/>
          <p:nvPr/>
        </p:nvSpPr>
        <p:spPr>
          <a:xfrm flipH="1">
            <a:off x="973853" y="5132684"/>
            <a:ext cx="11174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M2P.PE(MIN)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16" name="Google Shape;916;p22"/>
          <p:cNvSpPr txBox="1"/>
          <p:nvPr/>
        </p:nvSpPr>
        <p:spPr>
          <a:xfrm flipH="1">
            <a:off x="3070609" y="5132684"/>
            <a:ext cx="1128948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M1P.PE(MAX)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17" name="Google Shape;917;p22"/>
          <p:cNvSpPr txBox="1"/>
          <p:nvPr/>
        </p:nvSpPr>
        <p:spPr>
          <a:xfrm>
            <a:off x="6852465" y="5080791"/>
            <a:ext cx="5149035" cy="830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PP   ：PO for Pad (max dimension of the bbox&gt;=70.0um)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M1(P)：M1 covering PO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M2(P)：M2 covering PO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V1(P)：V1 through M1(P)-M2(P)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918" name="Google Shape;918;p22"/>
          <p:cNvCxnSpPr/>
          <p:nvPr/>
        </p:nvCxnSpPr>
        <p:spPr>
          <a:xfrm rot="10800000">
            <a:off x="3437704" y="2578434"/>
            <a:ext cx="75465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919" name="Google Shape;919;p22"/>
          <p:cNvSpPr txBox="1"/>
          <p:nvPr/>
        </p:nvSpPr>
        <p:spPr>
          <a:xfrm flipH="1">
            <a:off x="3621038" y="2656703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M2.V1P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920" name="Google Shape;920;p22"/>
          <p:cNvCxnSpPr/>
          <p:nvPr/>
        </p:nvCxnSpPr>
        <p:spPr>
          <a:xfrm rot="10800000">
            <a:off x="6147773" y="4464963"/>
            <a:ext cx="0" cy="108740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921" name="Google Shape;921;p22"/>
          <p:cNvSpPr txBox="1"/>
          <p:nvPr/>
        </p:nvSpPr>
        <p:spPr>
          <a:xfrm flipH="1">
            <a:off x="5983071" y="4780232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M2P.XX</a:t>
            </a:r>
            <a:endParaRPr/>
          </a:p>
        </p:txBody>
      </p:sp>
      <p:cxnSp>
        <p:nvCxnSpPr>
          <p:cNvPr id="922" name="Google Shape;922;p22"/>
          <p:cNvCxnSpPr/>
          <p:nvPr/>
        </p:nvCxnSpPr>
        <p:spPr>
          <a:xfrm rot="10800000">
            <a:off x="955002" y="4444669"/>
            <a:ext cx="1337628" cy="0"/>
          </a:xfrm>
          <a:prstGeom prst="straightConnector1">
            <a:avLst/>
          </a:prstGeom>
          <a:noFill/>
          <a:ln cap="flat" cmpd="sng" w="9525">
            <a:solidFill>
              <a:srgbClr val="747474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923" name="Google Shape;923;p22"/>
          <p:cNvCxnSpPr/>
          <p:nvPr/>
        </p:nvCxnSpPr>
        <p:spPr>
          <a:xfrm rot="10800000">
            <a:off x="2854727" y="4624670"/>
            <a:ext cx="1337628" cy="0"/>
          </a:xfrm>
          <a:prstGeom prst="straightConnector1">
            <a:avLst/>
          </a:prstGeom>
          <a:noFill/>
          <a:ln cap="flat" cmpd="sng" w="9525">
            <a:solidFill>
              <a:srgbClr val="747474"/>
            </a:solidFill>
            <a:prstDash val="dash"/>
            <a:miter lim="8000"/>
            <a:headEnd len="sm" w="sm" type="none"/>
            <a:tailEnd len="sm" w="sm" type="none"/>
          </a:ln>
        </p:spPr>
      </p:cxnSp>
      <p:pic>
        <p:nvPicPr>
          <p:cNvPr id="924" name="Google Shape;9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3498" y="385000"/>
            <a:ext cx="5149024" cy="3987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2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JP"/>
              <a:t>Design Rule cotrol</a:t>
            </a:r>
            <a:endParaRPr/>
          </a:p>
        </p:txBody>
      </p:sp>
      <p:sp>
        <p:nvSpPr>
          <p:cNvPr id="930" name="Google Shape;930;p2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JP"/>
              <a:t>DRC integrity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24"/>
          <p:cNvSpPr txBox="1"/>
          <p:nvPr>
            <p:ph type="title"/>
          </p:nvPr>
        </p:nvSpPr>
        <p:spPr>
          <a:xfrm>
            <a:off x="1017270" y="795210"/>
            <a:ext cx="2880000" cy="789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eiryo"/>
              <a:buNone/>
            </a:pPr>
            <a:r>
              <a:rPr lang="en-JP">
                <a:latin typeface="Meiryo"/>
                <a:ea typeface="Meiryo"/>
                <a:cs typeface="Meiryo"/>
                <a:sym typeface="Meiryo"/>
              </a:rPr>
              <a:t>DRC</a:t>
            </a:r>
            <a:endParaRPr/>
          </a:p>
        </p:txBody>
      </p:sp>
      <p:sp>
        <p:nvSpPr>
          <p:cNvPr id="937" name="Google Shape;937;p24"/>
          <p:cNvSpPr/>
          <p:nvPr/>
        </p:nvSpPr>
        <p:spPr>
          <a:xfrm>
            <a:off x="1017270" y="2117355"/>
            <a:ext cx="2880000" cy="72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run.drc</a:t>
            </a:r>
            <a:endParaRPr/>
          </a:p>
        </p:txBody>
      </p:sp>
      <p:sp>
        <p:nvSpPr>
          <p:cNvPr id="938" name="Google Shape;938;p24"/>
          <p:cNvSpPr/>
          <p:nvPr/>
        </p:nvSpPr>
        <p:spPr>
          <a:xfrm>
            <a:off x="4656000" y="2117355"/>
            <a:ext cx="2880000" cy="72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DR_Table.xls</a:t>
            </a:r>
            <a:endParaRPr/>
          </a:p>
        </p:txBody>
      </p:sp>
      <p:sp>
        <p:nvSpPr>
          <p:cNvPr id="939" name="Google Shape;939;p24"/>
          <p:cNvSpPr/>
          <p:nvPr/>
        </p:nvSpPr>
        <p:spPr>
          <a:xfrm>
            <a:off x="8294730" y="4083479"/>
            <a:ext cx="288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python/*.py</a:t>
            </a:r>
            <a:endParaRPr/>
          </a:p>
        </p:txBody>
      </p:sp>
      <p:sp>
        <p:nvSpPr>
          <p:cNvPr id="940" name="Google Shape;940;p24"/>
          <p:cNvSpPr txBox="1"/>
          <p:nvPr/>
        </p:nvSpPr>
        <p:spPr>
          <a:xfrm>
            <a:off x="4656000" y="795209"/>
            <a:ext cx="2880000" cy="789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eiryo"/>
              <a:buNone/>
            </a:pPr>
            <a:r>
              <a:rPr lang="en-JP" sz="4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Document</a:t>
            </a:r>
            <a:endParaRPr/>
          </a:p>
        </p:txBody>
      </p:sp>
      <p:sp>
        <p:nvSpPr>
          <p:cNvPr id="941" name="Google Shape;941;p24"/>
          <p:cNvSpPr txBox="1"/>
          <p:nvPr/>
        </p:nvSpPr>
        <p:spPr>
          <a:xfrm>
            <a:off x="8294730" y="795209"/>
            <a:ext cx="2880000" cy="789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eiryo"/>
              <a:buNone/>
            </a:pPr>
            <a:r>
              <a:rPr lang="en-JP" sz="4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PCell</a:t>
            </a:r>
            <a:endParaRPr/>
          </a:p>
        </p:txBody>
      </p:sp>
      <p:sp>
        <p:nvSpPr>
          <p:cNvPr id="942" name="Google Shape;942;p24"/>
          <p:cNvSpPr/>
          <p:nvPr/>
        </p:nvSpPr>
        <p:spPr>
          <a:xfrm>
            <a:off x="8294730" y="2117355"/>
            <a:ext cx="288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python/rules_def.py</a:t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43" name="Google Shape;943;p24"/>
          <p:cNvSpPr/>
          <p:nvPr/>
        </p:nvSpPr>
        <p:spPr>
          <a:xfrm>
            <a:off x="4656000" y="4083479"/>
            <a:ext cx="2880000" cy="72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DRC_summary.ppt</a:t>
            </a:r>
            <a:endParaRPr/>
          </a:p>
        </p:txBody>
      </p:sp>
      <p:sp>
        <p:nvSpPr>
          <p:cNvPr id="944" name="Google Shape;944;p24"/>
          <p:cNvSpPr/>
          <p:nvPr/>
        </p:nvSpPr>
        <p:spPr>
          <a:xfrm>
            <a:off x="5136995" y="-698810"/>
            <a:ext cx="52039" cy="59473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5" name="Google Shape;945;p24"/>
          <p:cNvCxnSpPr>
            <a:stCxn id="938" idx="1"/>
            <a:endCxn id="937" idx="3"/>
          </p:cNvCxnSpPr>
          <p:nvPr/>
        </p:nvCxnSpPr>
        <p:spPr>
          <a:xfrm rot="10800000">
            <a:off x="3897300" y="2477355"/>
            <a:ext cx="758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946" name="Google Shape;946;p24"/>
          <p:cNvCxnSpPr>
            <a:stCxn id="938" idx="3"/>
            <a:endCxn id="942" idx="1"/>
          </p:cNvCxnSpPr>
          <p:nvPr/>
        </p:nvCxnSpPr>
        <p:spPr>
          <a:xfrm>
            <a:off x="7536000" y="2477355"/>
            <a:ext cx="758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947" name="Google Shape;947;p24"/>
          <p:cNvCxnSpPr>
            <a:stCxn id="942" idx="2"/>
            <a:endCxn id="939" idx="0"/>
          </p:cNvCxnSpPr>
          <p:nvPr/>
        </p:nvCxnSpPr>
        <p:spPr>
          <a:xfrm>
            <a:off x="9734730" y="2837355"/>
            <a:ext cx="0" cy="12462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948" name="Google Shape;948;p24"/>
          <p:cNvSpPr txBox="1"/>
          <p:nvPr/>
        </p:nvSpPr>
        <p:spPr>
          <a:xfrm>
            <a:off x="3042567" y="2900240"/>
            <a:ext cx="24681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DR_csv2drc.py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24"/>
          <p:cNvSpPr txBox="1"/>
          <p:nvPr/>
        </p:nvSpPr>
        <p:spPr>
          <a:xfrm>
            <a:off x="6681297" y="2900240"/>
            <a:ext cx="24681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DR_csv2py.py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24"/>
          <p:cNvSpPr txBox="1"/>
          <p:nvPr/>
        </p:nvSpPr>
        <p:spPr>
          <a:xfrm>
            <a:off x="9734729" y="3651262"/>
            <a:ext cx="219872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1" name="Google Shape;951;p24"/>
          <p:cNvCxnSpPr>
            <a:stCxn id="938" idx="2"/>
            <a:endCxn id="943" idx="0"/>
          </p:cNvCxnSpPr>
          <p:nvPr/>
        </p:nvCxnSpPr>
        <p:spPr>
          <a:xfrm>
            <a:off x="6096000" y="2837355"/>
            <a:ext cx="0" cy="12462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952" name="Google Shape;952;p24"/>
          <p:cNvSpPr txBox="1"/>
          <p:nvPr/>
        </p:nvSpPr>
        <p:spPr>
          <a:xfrm>
            <a:off x="6096000" y="3651262"/>
            <a:ext cx="14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Cut &amp; Paste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24"/>
          <p:cNvSpPr txBox="1"/>
          <p:nvPr/>
        </p:nvSpPr>
        <p:spPr>
          <a:xfrm>
            <a:off x="1110904" y="5082052"/>
            <a:ext cx="99701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 ALL Critical Dimension parameters are referenced by ‘XX.YY’ rule’s name.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2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JP"/>
              <a:t>Design to Tapeout Process</a:t>
            </a:r>
            <a:endParaRPr/>
          </a:p>
        </p:txBody>
      </p:sp>
      <p:sp>
        <p:nvSpPr>
          <p:cNvPr id="959" name="Google Shape;959;p2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JP"/>
              <a:t>Mask Data Preparation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26"/>
          <p:cNvSpPr txBox="1"/>
          <p:nvPr>
            <p:ph type="title"/>
          </p:nvPr>
        </p:nvSpPr>
        <p:spPr>
          <a:xfrm>
            <a:off x="1017270" y="795210"/>
            <a:ext cx="2880000" cy="789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eiryo"/>
              <a:buNone/>
            </a:pPr>
            <a:r>
              <a:rPr lang="en-JP">
                <a:latin typeface="Meiryo"/>
                <a:ea typeface="Meiryo"/>
                <a:cs typeface="Meiryo"/>
                <a:sym typeface="Meiryo"/>
              </a:rPr>
              <a:t>Designer</a:t>
            </a:r>
            <a:endParaRPr/>
          </a:p>
        </p:txBody>
      </p:sp>
      <p:sp>
        <p:nvSpPr>
          <p:cNvPr id="966" name="Google Shape;966;p26"/>
          <p:cNvSpPr/>
          <p:nvPr/>
        </p:nvSpPr>
        <p:spPr>
          <a:xfrm>
            <a:off x="1017270" y="1739945"/>
            <a:ext cx="2880000" cy="72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TR-1um_USER_Project</a:t>
            </a:r>
            <a:endParaRPr sz="1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67" name="Google Shape;967;p26"/>
          <p:cNvSpPr/>
          <p:nvPr/>
        </p:nvSpPr>
        <p:spPr>
          <a:xfrm>
            <a:off x="4656000" y="1739945"/>
            <a:ext cx="2880000" cy="72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TR-1um_MPW_template</a:t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68" name="Google Shape;968;p26"/>
          <p:cNvSpPr/>
          <p:nvPr/>
        </p:nvSpPr>
        <p:spPr>
          <a:xfrm>
            <a:off x="8294719" y="3069000"/>
            <a:ext cx="288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Fabrication</a:t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69" name="Google Shape;969;p26"/>
          <p:cNvSpPr txBox="1"/>
          <p:nvPr/>
        </p:nvSpPr>
        <p:spPr>
          <a:xfrm>
            <a:off x="4656000" y="795209"/>
            <a:ext cx="2880000" cy="789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eiryo"/>
              <a:buNone/>
            </a:pPr>
            <a:r>
              <a:rPr lang="en-JP" sz="4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OpenSUSI</a:t>
            </a:r>
            <a:endParaRPr/>
          </a:p>
        </p:txBody>
      </p:sp>
      <p:sp>
        <p:nvSpPr>
          <p:cNvPr id="970" name="Google Shape;970;p26"/>
          <p:cNvSpPr txBox="1"/>
          <p:nvPr/>
        </p:nvSpPr>
        <p:spPr>
          <a:xfrm>
            <a:off x="8294730" y="795209"/>
            <a:ext cx="2880000" cy="7896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eiryo"/>
              <a:buNone/>
            </a:pPr>
            <a:r>
              <a:rPr lang="en-JP" sz="4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Tokai Rika</a:t>
            </a:r>
            <a:endParaRPr/>
          </a:p>
        </p:txBody>
      </p:sp>
      <p:sp>
        <p:nvSpPr>
          <p:cNvPr id="971" name="Google Shape;971;p26"/>
          <p:cNvSpPr/>
          <p:nvPr/>
        </p:nvSpPr>
        <p:spPr>
          <a:xfrm>
            <a:off x="8294730" y="1739945"/>
            <a:ext cx="288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Signoff DRC</a:t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972" name="Google Shape;972;p26"/>
          <p:cNvSpPr/>
          <p:nvPr/>
        </p:nvSpPr>
        <p:spPr>
          <a:xfrm>
            <a:off x="4656000" y="3069000"/>
            <a:ext cx="2880000" cy="72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TR-1um_MPW_XXX</a:t>
            </a:r>
            <a:endParaRPr/>
          </a:p>
        </p:txBody>
      </p:sp>
      <p:sp>
        <p:nvSpPr>
          <p:cNvPr id="973" name="Google Shape;973;p26"/>
          <p:cNvSpPr/>
          <p:nvPr/>
        </p:nvSpPr>
        <p:spPr>
          <a:xfrm>
            <a:off x="5136995" y="-698810"/>
            <a:ext cx="52039" cy="59473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4" name="Google Shape;974;p26"/>
          <p:cNvCxnSpPr>
            <a:stCxn id="967" idx="1"/>
            <a:endCxn id="966" idx="3"/>
          </p:cNvCxnSpPr>
          <p:nvPr/>
        </p:nvCxnSpPr>
        <p:spPr>
          <a:xfrm rot="10800000">
            <a:off x="3897300" y="2099945"/>
            <a:ext cx="758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975" name="Google Shape;975;p26"/>
          <p:cNvCxnSpPr>
            <a:stCxn id="971" idx="2"/>
            <a:endCxn id="968" idx="0"/>
          </p:cNvCxnSpPr>
          <p:nvPr/>
        </p:nvCxnSpPr>
        <p:spPr>
          <a:xfrm>
            <a:off x="9734730" y="2459945"/>
            <a:ext cx="0" cy="609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976" name="Google Shape;976;p26"/>
          <p:cNvSpPr txBox="1"/>
          <p:nvPr/>
        </p:nvSpPr>
        <p:spPr>
          <a:xfrm>
            <a:off x="3816629" y="1673549"/>
            <a:ext cx="9200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[clone]</a:t>
            </a:r>
            <a:endParaRPr sz="1800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26"/>
          <p:cNvSpPr/>
          <p:nvPr/>
        </p:nvSpPr>
        <p:spPr>
          <a:xfrm>
            <a:off x="1017269" y="3069000"/>
            <a:ext cx="2880000" cy="72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TR-1um_USER_Project</a:t>
            </a:r>
            <a:endParaRPr sz="1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978" name="Google Shape;978;p26"/>
          <p:cNvCxnSpPr>
            <a:stCxn id="966" idx="2"/>
            <a:endCxn id="977" idx="0"/>
          </p:cNvCxnSpPr>
          <p:nvPr/>
        </p:nvCxnSpPr>
        <p:spPr>
          <a:xfrm>
            <a:off x="2457270" y="2459945"/>
            <a:ext cx="0" cy="609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979" name="Google Shape;979;p26"/>
          <p:cNvSpPr txBox="1"/>
          <p:nvPr/>
        </p:nvSpPr>
        <p:spPr>
          <a:xfrm>
            <a:off x="2497636" y="2485431"/>
            <a:ext cx="13996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[push]</a:t>
            </a:r>
            <a:endParaRPr sz="1800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26"/>
          <p:cNvSpPr txBox="1"/>
          <p:nvPr/>
        </p:nvSpPr>
        <p:spPr>
          <a:xfrm>
            <a:off x="1017269" y="1345127"/>
            <a:ext cx="14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26"/>
          <p:cNvSpPr txBox="1"/>
          <p:nvPr/>
        </p:nvSpPr>
        <p:spPr>
          <a:xfrm>
            <a:off x="1017269" y="2671370"/>
            <a:ext cx="14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remote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26"/>
          <p:cNvSpPr/>
          <p:nvPr/>
        </p:nvSpPr>
        <p:spPr>
          <a:xfrm>
            <a:off x="1017269" y="5071958"/>
            <a:ext cx="2880000" cy="72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TR-1um_USER_Project</a:t>
            </a:r>
            <a:endParaRPr sz="16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983" name="Google Shape;983;p26"/>
          <p:cNvCxnSpPr>
            <a:stCxn id="977" idx="2"/>
            <a:endCxn id="982" idx="0"/>
          </p:cNvCxnSpPr>
          <p:nvPr/>
        </p:nvCxnSpPr>
        <p:spPr>
          <a:xfrm>
            <a:off x="2457269" y="3789000"/>
            <a:ext cx="0" cy="1283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984" name="Google Shape;984;p26"/>
          <p:cNvSpPr txBox="1"/>
          <p:nvPr/>
        </p:nvSpPr>
        <p:spPr>
          <a:xfrm>
            <a:off x="2457268" y="3805233"/>
            <a:ext cx="143999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[action]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Precheck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DRC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MDP</a:t>
            </a:r>
            <a:endParaRPr/>
          </a:p>
        </p:txBody>
      </p:sp>
      <p:cxnSp>
        <p:nvCxnSpPr>
          <p:cNvPr id="985" name="Google Shape;985;p26"/>
          <p:cNvCxnSpPr>
            <a:stCxn id="982" idx="3"/>
            <a:endCxn id="972" idx="1"/>
          </p:cNvCxnSpPr>
          <p:nvPr/>
        </p:nvCxnSpPr>
        <p:spPr>
          <a:xfrm flipH="1" rot="10800000">
            <a:off x="3897269" y="3428858"/>
            <a:ext cx="758700" cy="20031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986" name="Google Shape;986;p26"/>
          <p:cNvSpPr txBox="1"/>
          <p:nvPr/>
        </p:nvSpPr>
        <p:spPr>
          <a:xfrm rot="-5400000">
            <a:off x="3166659" y="4070687"/>
            <a:ext cx="1850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[Import artifact]</a:t>
            </a:r>
            <a:endParaRPr sz="1800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7" name="Google Shape;987;p26"/>
          <p:cNvSpPr/>
          <p:nvPr/>
        </p:nvSpPr>
        <p:spPr>
          <a:xfrm>
            <a:off x="4655989" y="5071957"/>
            <a:ext cx="2880000" cy="720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TR-1um_MPW_XXX</a:t>
            </a:r>
            <a:endParaRPr/>
          </a:p>
        </p:txBody>
      </p:sp>
      <p:cxnSp>
        <p:nvCxnSpPr>
          <p:cNvPr id="988" name="Google Shape;988;p26"/>
          <p:cNvCxnSpPr>
            <a:stCxn id="972" idx="2"/>
            <a:endCxn id="987" idx="0"/>
          </p:cNvCxnSpPr>
          <p:nvPr/>
        </p:nvCxnSpPr>
        <p:spPr>
          <a:xfrm>
            <a:off x="6096000" y="3789000"/>
            <a:ext cx="0" cy="1283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989" name="Google Shape;989;p26"/>
          <p:cNvSpPr txBox="1"/>
          <p:nvPr/>
        </p:nvSpPr>
        <p:spPr>
          <a:xfrm>
            <a:off x="6095988" y="3805232"/>
            <a:ext cx="181933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[action]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Logo insertion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Aggregation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DRC</a:t>
            </a:r>
            <a:endParaRPr/>
          </a:p>
        </p:txBody>
      </p:sp>
      <p:cxnSp>
        <p:nvCxnSpPr>
          <p:cNvPr id="990" name="Google Shape;990;p26"/>
          <p:cNvCxnSpPr>
            <a:stCxn id="987" idx="3"/>
            <a:endCxn id="971" idx="1"/>
          </p:cNvCxnSpPr>
          <p:nvPr/>
        </p:nvCxnSpPr>
        <p:spPr>
          <a:xfrm flipH="1" rot="10800000">
            <a:off x="7535989" y="2099857"/>
            <a:ext cx="758700" cy="33321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991" name="Google Shape;991;p26"/>
          <p:cNvSpPr txBox="1"/>
          <p:nvPr/>
        </p:nvSpPr>
        <p:spPr>
          <a:xfrm rot="-5400000">
            <a:off x="6695949" y="3581880"/>
            <a:ext cx="28282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Download GDSII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26"/>
          <p:cNvSpPr/>
          <p:nvPr/>
        </p:nvSpPr>
        <p:spPr>
          <a:xfrm>
            <a:off x="8294708" y="5071957"/>
            <a:ext cx="288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PCM TEST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Wafer out</a:t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993" name="Google Shape;993;p26"/>
          <p:cNvCxnSpPr>
            <a:stCxn id="968" idx="2"/>
            <a:endCxn id="992" idx="0"/>
          </p:cNvCxnSpPr>
          <p:nvPr/>
        </p:nvCxnSpPr>
        <p:spPr>
          <a:xfrm>
            <a:off x="9734719" y="3789000"/>
            <a:ext cx="0" cy="1283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2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JP"/>
              <a:t>Obsolete slides</a:t>
            </a:r>
            <a:endParaRPr/>
          </a:p>
        </p:txBody>
      </p:sp>
      <p:sp>
        <p:nvSpPr>
          <p:cNvPr id="999" name="Google Shape;999;p27"/>
          <p:cNvSpPr txBox="1"/>
          <p:nvPr>
            <p:ph idx="1" type="subTitle"/>
          </p:nvPr>
        </p:nvSpPr>
        <p:spPr>
          <a:xfrm>
            <a:off x="1524000" y="3602037"/>
            <a:ext cx="9144000" cy="2133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JP">
                <a:latin typeface="Arial"/>
                <a:ea typeface="Arial"/>
                <a:cs typeface="Arial"/>
                <a:sym typeface="Arial"/>
              </a:rPr>
              <a:t>2026/08/06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JP">
                <a:latin typeface="Arial"/>
                <a:ea typeface="Arial"/>
                <a:cs typeface="Arial"/>
                <a:sym typeface="Arial"/>
              </a:rPr>
              <a:t>Reflected GitHub issues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JP"/>
              <a:t>https://github.com/OpenSUSI/TR-1um/issues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28"/>
          <p:cNvSpPr/>
          <p:nvPr/>
        </p:nvSpPr>
        <p:spPr>
          <a:xfrm>
            <a:off x="1205872" y="2242345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06" name="Google Shape;1006;p28"/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Cat-1: Prohibited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28"/>
          <p:cNvSpPr/>
          <p:nvPr/>
        </p:nvSpPr>
        <p:spPr>
          <a:xfrm>
            <a:off x="725272" y="780030"/>
            <a:ext cx="1501200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28"/>
          <p:cNvSpPr txBox="1"/>
          <p:nvPr/>
        </p:nvSpPr>
        <p:spPr>
          <a:xfrm>
            <a:off x="1145729" y="2327679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1009" name="Google Shape;1009;p28"/>
          <p:cNvSpPr/>
          <p:nvPr/>
        </p:nvSpPr>
        <p:spPr>
          <a:xfrm>
            <a:off x="1205872" y="1294040"/>
            <a:ext cx="54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10" name="Google Shape;1010;p28"/>
          <p:cNvSpPr txBox="1"/>
          <p:nvPr/>
        </p:nvSpPr>
        <p:spPr>
          <a:xfrm>
            <a:off x="725272" y="837262"/>
            <a:ext cx="9740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WN(R)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11" name="Google Shape;1011;p28"/>
          <p:cNvSpPr/>
          <p:nvPr/>
        </p:nvSpPr>
        <p:spPr>
          <a:xfrm>
            <a:off x="2420371" y="765375"/>
            <a:ext cx="1501200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28"/>
          <p:cNvSpPr txBox="1"/>
          <p:nvPr/>
        </p:nvSpPr>
        <p:spPr>
          <a:xfrm>
            <a:off x="2420371" y="822607"/>
            <a:ext cx="9671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WN(C)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13" name="Google Shape;1013;p28"/>
          <p:cNvSpPr txBox="1"/>
          <p:nvPr/>
        </p:nvSpPr>
        <p:spPr>
          <a:xfrm>
            <a:off x="1145729" y="1430233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sp>
        <p:nvSpPr>
          <p:cNvPr id="1014" name="Google Shape;1014;p28"/>
          <p:cNvSpPr/>
          <p:nvPr/>
        </p:nvSpPr>
        <p:spPr>
          <a:xfrm>
            <a:off x="2900971" y="2227690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15" name="Google Shape;1015;p28"/>
          <p:cNvSpPr txBox="1"/>
          <p:nvPr/>
        </p:nvSpPr>
        <p:spPr>
          <a:xfrm>
            <a:off x="2840828" y="2313024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1016" name="Google Shape;1016;p28"/>
          <p:cNvSpPr/>
          <p:nvPr/>
        </p:nvSpPr>
        <p:spPr>
          <a:xfrm>
            <a:off x="2900971" y="1279385"/>
            <a:ext cx="540000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17" name="Google Shape;1017;p28"/>
          <p:cNvSpPr txBox="1"/>
          <p:nvPr/>
        </p:nvSpPr>
        <p:spPr>
          <a:xfrm>
            <a:off x="2840828" y="141557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1018" name="Google Shape;1018;p28"/>
          <p:cNvSpPr/>
          <p:nvPr/>
        </p:nvSpPr>
        <p:spPr>
          <a:xfrm>
            <a:off x="888218" y="3969495"/>
            <a:ext cx="22049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19" name="Google Shape;1019;p28"/>
          <p:cNvSpPr/>
          <p:nvPr/>
        </p:nvSpPr>
        <p:spPr>
          <a:xfrm rot="-5400000">
            <a:off x="590049" y="3807445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20" name="Google Shape;1020;p28"/>
          <p:cNvSpPr txBox="1"/>
          <p:nvPr/>
        </p:nvSpPr>
        <p:spPr>
          <a:xfrm>
            <a:off x="1258890" y="3669030"/>
            <a:ext cx="12966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AP+AN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+AC+AR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+GC+GR</a:t>
            </a:r>
            <a:endParaRPr/>
          </a:p>
        </p:txBody>
      </p:sp>
      <p:sp>
        <p:nvSpPr>
          <p:cNvPr id="1021" name="Google Shape;1021;p28"/>
          <p:cNvSpPr/>
          <p:nvPr/>
        </p:nvSpPr>
        <p:spPr>
          <a:xfrm>
            <a:off x="888531" y="5058904"/>
            <a:ext cx="22049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22" name="Google Shape;1022;p28"/>
          <p:cNvSpPr/>
          <p:nvPr/>
        </p:nvSpPr>
        <p:spPr>
          <a:xfrm rot="-5400000">
            <a:off x="590362" y="4896854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23" name="Google Shape;1023;p28"/>
          <p:cNvSpPr txBox="1"/>
          <p:nvPr/>
        </p:nvSpPr>
        <p:spPr>
          <a:xfrm>
            <a:off x="1316633" y="4758440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1024" name="Google Shape;1024;p28"/>
          <p:cNvSpPr/>
          <p:nvPr/>
        </p:nvSpPr>
        <p:spPr>
          <a:xfrm rot="-5400000">
            <a:off x="2452205" y="3807445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25" name="Google Shape;1025;p28"/>
          <p:cNvSpPr txBox="1"/>
          <p:nvPr/>
        </p:nvSpPr>
        <p:spPr>
          <a:xfrm>
            <a:off x="3215960" y="3669030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1026" name="Google Shape;1026;p28"/>
          <p:cNvSpPr/>
          <p:nvPr/>
        </p:nvSpPr>
        <p:spPr>
          <a:xfrm rot="-5400000">
            <a:off x="2452205" y="4896855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27" name="Google Shape;1027;p28"/>
          <p:cNvSpPr txBox="1"/>
          <p:nvPr/>
        </p:nvSpPr>
        <p:spPr>
          <a:xfrm>
            <a:off x="3215960" y="4758440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</a:t>
            </a:r>
            <a:endParaRPr/>
          </a:p>
        </p:txBody>
      </p:sp>
      <p:sp>
        <p:nvSpPr>
          <p:cNvPr id="1028" name="Google Shape;1028;p28"/>
          <p:cNvSpPr txBox="1"/>
          <p:nvPr/>
        </p:nvSpPr>
        <p:spPr>
          <a:xfrm>
            <a:off x="728463" y="3299697"/>
            <a:ext cx="6425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</a:t>
            </a:r>
            <a:endParaRPr/>
          </a:p>
        </p:txBody>
      </p:sp>
      <p:sp>
        <p:nvSpPr>
          <p:cNvPr id="1029" name="Google Shape;1029;p28"/>
          <p:cNvSpPr txBox="1"/>
          <p:nvPr/>
        </p:nvSpPr>
        <p:spPr>
          <a:xfrm>
            <a:off x="2590618" y="3299697"/>
            <a:ext cx="6425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V1</a:t>
            </a:r>
            <a:endParaRPr/>
          </a:p>
        </p:txBody>
      </p:sp>
      <p:sp>
        <p:nvSpPr>
          <p:cNvPr id="1030" name="Google Shape;1030;p28"/>
          <p:cNvSpPr/>
          <p:nvPr/>
        </p:nvSpPr>
        <p:spPr>
          <a:xfrm>
            <a:off x="2770618" y="398234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28"/>
          <p:cNvSpPr/>
          <p:nvPr/>
        </p:nvSpPr>
        <p:spPr>
          <a:xfrm>
            <a:off x="2765833" y="5071750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28"/>
          <p:cNvSpPr/>
          <p:nvPr/>
        </p:nvSpPr>
        <p:spPr>
          <a:xfrm rot="-5400000">
            <a:off x="3964164" y="3807444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33" name="Google Shape;1033;p28"/>
          <p:cNvSpPr txBox="1"/>
          <p:nvPr/>
        </p:nvSpPr>
        <p:spPr>
          <a:xfrm>
            <a:off x="4727919" y="3669029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1034" name="Google Shape;1034;p28"/>
          <p:cNvSpPr/>
          <p:nvPr/>
        </p:nvSpPr>
        <p:spPr>
          <a:xfrm rot="-5400000">
            <a:off x="3964164" y="4896854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35" name="Google Shape;1035;p28"/>
          <p:cNvSpPr txBox="1"/>
          <p:nvPr/>
        </p:nvSpPr>
        <p:spPr>
          <a:xfrm>
            <a:off x="4727919" y="4758439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</a:t>
            </a:r>
            <a:endParaRPr/>
          </a:p>
        </p:txBody>
      </p:sp>
      <p:sp>
        <p:nvSpPr>
          <p:cNvPr id="1036" name="Google Shape;1036;p28"/>
          <p:cNvSpPr txBox="1"/>
          <p:nvPr/>
        </p:nvSpPr>
        <p:spPr>
          <a:xfrm>
            <a:off x="4102577" y="3299696"/>
            <a:ext cx="6425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PO</a:t>
            </a:r>
            <a:endParaRPr/>
          </a:p>
        </p:txBody>
      </p:sp>
      <p:sp>
        <p:nvSpPr>
          <p:cNvPr id="1037" name="Google Shape;1037;p28"/>
          <p:cNvSpPr/>
          <p:nvPr/>
        </p:nvSpPr>
        <p:spPr>
          <a:xfrm>
            <a:off x="4282577" y="3982340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28"/>
          <p:cNvSpPr/>
          <p:nvPr/>
        </p:nvSpPr>
        <p:spPr>
          <a:xfrm>
            <a:off x="4277792" y="5071749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28"/>
          <p:cNvSpPr/>
          <p:nvPr/>
        </p:nvSpPr>
        <p:spPr>
          <a:xfrm rot="-5400000">
            <a:off x="5772992" y="765375"/>
            <a:ext cx="1080000" cy="1080000"/>
          </a:xfrm>
          <a:prstGeom prst="rect">
            <a:avLst/>
          </a:prstGeom>
          <a:noFill/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40" name="Google Shape;1040;p28"/>
          <p:cNvSpPr txBox="1"/>
          <p:nvPr/>
        </p:nvSpPr>
        <p:spPr>
          <a:xfrm>
            <a:off x="5698919" y="754427"/>
            <a:ext cx="6425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PO</a:t>
            </a:r>
            <a:endParaRPr/>
          </a:p>
        </p:txBody>
      </p:sp>
      <p:sp>
        <p:nvSpPr>
          <p:cNvPr id="1041" name="Google Shape;1041;p28"/>
          <p:cNvSpPr/>
          <p:nvPr/>
        </p:nvSpPr>
        <p:spPr>
          <a:xfrm>
            <a:off x="6042992" y="1035375"/>
            <a:ext cx="540000" cy="540000"/>
          </a:xfrm>
          <a:prstGeom prst="rect">
            <a:avLst/>
          </a:prstGeom>
          <a:noFill/>
          <a:ln cap="flat" cmpd="sng" w="19050">
            <a:solidFill>
              <a:srgbClr val="7030A0"/>
            </a:solidFill>
            <a:prstDash val="lg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28"/>
          <p:cNvSpPr txBox="1"/>
          <p:nvPr/>
        </p:nvSpPr>
        <p:spPr>
          <a:xfrm>
            <a:off x="6287150" y="1134707"/>
            <a:ext cx="871400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V1(P)</a:t>
            </a:r>
            <a:endParaRPr/>
          </a:p>
        </p:txBody>
      </p:sp>
      <p:sp>
        <p:nvSpPr>
          <p:cNvPr id="1043" name="Google Shape;1043;p28"/>
          <p:cNvSpPr txBox="1"/>
          <p:nvPr/>
        </p:nvSpPr>
        <p:spPr>
          <a:xfrm>
            <a:off x="7231101" y="6027003"/>
            <a:ext cx="4116711" cy="830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AA   ：AP + AN + AC + AR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WN(R)：WN covering 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WN(C)：WN covering AC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V1(P)：V1 interacting PO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44" name="Google Shape;1044;p28"/>
          <p:cNvSpPr/>
          <p:nvPr/>
        </p:nvSpPr>
        <p:spPr>
          <a:xfrm>
            <a:off x="4108620" y="765375"/>
            <a:ext cx="1501200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28"/>
          <p:cNvSpPr txBox="1"/>
          <p:nvPr/>
        </p:nvSpPr>
        <p:spPr>
          <a:xfrm>
            <a:off x="4108620" y="822607"/>
            <a:ext cx="1020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WN(C)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46" name="Google Shape;1046;p28"/>
          <p:cNvSpPr/>
          <p:nvPr/>
        </p:nvSpPr>
        <p:spPr>
          <a:xfrm>
            <a:off x="4589220" y="1279385"/>
            <a:ext cx="540000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47" name="Google Shape;1047;p28"/>
          <p:cNvSpPr txBox="1"/>
          <p:nvPr/>
        </p:nvSpPr>
        <p:spPr>
          <a:xfrm>
            <a:off x="4529077" y="141557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1048" name="Google Shape;1048;p28"/>
          <p:cNvSpPr/>
          <p:nvPr/>
        </p:nvSpPr>
        <p:spPr>
          <a:xfrm>
            <a:off x="4589220" y="2222461"/>
            <a:ext cx="54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49" name="Google Shape;1049;p28"/>
          <p:cNvSpPr txBox="1"/>
          <p:nvPr/>
        </p:nvSpPr>
        <p:spPr>
          <a:xfrm>
            <a:off x="4529077" y="2358654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pic>
        <p:nvPicPr>
          <p:cNvPr id="1050" name="Google Shape;105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1101" y="734103"/>
            <a:ext cx="4739792" cy="2551514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28"/>
          <p:cNvSpPr txBox="1"/>
          <p:nvPr/>
        </p:nvSpPr>
        <p:spPr>
          <a:xfrm>
            <a:off x="4067055" y="42011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PO.Z1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28"/>
          <p:cNvSpPr txBox="1"/>
          <p:nvPr/>
        </p:nvSpPr>
        <p:spPr>
          <a:xfrm>
            <a:off x="4067055" y="528475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PO.Z2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28"/>
          <p:cNvSpPr txBox="1"/>
          <p:nvPr/>
        </p:nvSpPr>
        <p:spPr>
          <a:xfrm>
            <a:off x="6041382" y="163471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PO.Z3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28"/>
          <p:cNvSpPr txBox="1"/>
          <p:nvPr/>
        </p:nvSpPr>
        <p:spPr>
          <a:xfrm>
            <a:off x="4548705" y="282389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WN.Z3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5" name="Google Shape;1055;p28"/>
          <p:cNvCxnSpPr/>
          <p:nvPr/>
        </p:nvCxnSpPr>
        <p:spPr>
          <a:xfrm>
            <a:off x="2900971" y="2222461"/>
            <a:ext cx="540000" cy="54000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056" name="Google Shape;1056;p28"/>
          <p:cNvCxnSpPr/>
          <p:nvPr/>
        </p:nvCxnSpPr>
        <p:spPr>
          <a:xfrm flipH="1" rot="10800000">
            <a:off x="2900971" y="2242345"/>
            <a:ext cx="540000" cy="520116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57" name="Google Shape;1057;p28"/>
          <p:cNvSpPr txBox="1"/>
          <p:nvPr/>
        </p:nvSpPr>
        <p:spPr>
          <a:xfrm>
            <a:off x="2894935" y="282389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WN.Z2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28"/>
          <p:cNvSpPr txBox="1"/>
          <p:nvPr/>
        </p:nvSpPr>
        <p:spPr>
          <a:xfrm>
            <a:off x="1169186" y="282389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WN.Z1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9" name="Google Shape;1059;p28"/>
          <p:cNvCxnSpPr/>
          <p:nvPr/>
        </p:nvCxnSpPr>
        <p:spPr>
          <a:xfrm>
            <a:off x="4589220" y="2222460"/>
            <a:ext cx="540000" cy="54000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060" name="Google Shape;1060;p28"/>
          <p:cNvCxnSpPr/>
          <p:nvPr/>
        </p:nvCxnSpPr>
        <p:spPr>
          <a:xfrm flipH="1" rot="10800000">
            <a:off x="4589220" y="2242344"/>
            <a:ext cx="540000" cy="520116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061" name="Google Shape;1061;p28"/>
          <p:cNvCxnSpPr/>
          <p:nvPr/>
        </p:nvCxnSpPr>
        <p:spPr>
          <a:xfrm>
            <a:off x="1202275" y="2228847"/>
            <a:ext cx="540000" cy="54000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062" name="Google Shape;1062;p28"/>
          <p:cNvCxnSpPr/>
          <p:nvPr/>
        </p:nvCxnSpPr>
        <p:spPr>
          <a:xfrm flipH="1" rot="10800000">
            <a:off x="1202275" y="2248731"/>
            <a:ext cx="540000" cy="520116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63" name="Google Shape;1063;p28"/>
          <p:cNvSpPr txBox="1"/>
          <p:nvPr/>
        </p:nvSpPr>
        <p:spPr>
          <a:xfrm>
            <a:off x="2539425" y="42011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V1.Z1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28"/>
          <p:cNvSpPr txBox="1"/>
          <p:nvPr/>
        </p:nvSpPr>
        <p:spPr>
          <a:xfrm>
            <a:off x="2539425" y="528475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V1.Z2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28"/>
          <p:cNvSpPr txBox="1"/>
          <p:nvPr/>
        </p:nvSpPr>
        <p:spPr>
          <a:xfrm>
            <a:off x="695603" y="420402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CO.Z1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28"/>
          <p:cNvSpPr txBox="1"/>
          <p:nvPr/>
        </p:nvSpPr>
        <p:spPr>
          <a:xfrm>
            <a:off x="695603" y="530099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CO.Z3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7" name="Google Shape;106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1101" y="3427566"/>
            <a:ext cx="3307133" cy="2576135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p28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29"/>
          <p:cNvSpPr/>
          <p:nvPr/>
        </p:nvSpPr>
        <p:spPr>
          <a:xfrm>
            <a:off x="2539707" y="3627645"/>
            <a:ext cx="2364182" cy="109377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75" name="Google Shape;1075;p29"/>
          <p:cNvSpPr/>
          <p:nvPr/>
        </p:nvSpPr>
        <p:spPr>
          <a:xfrm rot="-5400000">
            <a:off x="3264832" y="3370611"/>
            <a:ext cx="826049" cy="145488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1076" name="Google Shape;1076;p29"/>
          <p:cNvGrpSpPr/>
          <p:nvPr/>
        </p:nvGrpSpPr>
        <p:grpSpPr>
          <a:xfrm>
            <a:off x="2539708" y="4542049"/>
            <a:ext cx="2364182" cy="1093773"/>
            <a:chOff x="1473910" y="3899640"/>
            <a:chExt cx="2340000" cy="2340000"/>
          </a:xfrm>
        </p:grpSpPr>
        <p:sp>
          <p:nvSpPr>
            <p:cNvPr id="1077" name="Google Shape;1077;p29"/>
            <p:cNvSpPr/>
            <p:nvPr/>
          </p:nvSpPr>
          <p:spPr>
            <a:xfrm>
              <a:off x="1473910" y="3899640"/>
              <a:ext cx="2340000" cy="2340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078" name="Google Shape;1078;p29"/>
            <p:cNvSpPr/>
            <p:nvPr/>
          </p:nvSpPr>
          <p:spPr>
            <a:xfrm rot="-5400000">
              <a:off x="1880418" y="4349640"/>
              <a:ext cx="1440000" cy="144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1079" name="Google Shape;1079;p29"/>
          <p:cNvSpPr/>
          <p:nvPr/>
        </p:nvSpPr>
        <p:spPr>
          <a:xfrm>
            <a:off x="2932237" y="1048610"/>
            <a:ext cx="1009574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80" name="Google Shape;1080;p29"/>
          <p:cNvSpPr/>
          <p:nvPr/>
        </p:nvSpPr>
        <p:spPr>
          <a:xfrm>
            <a:off x="5996847" y="596304"/>
            <a:ext cx="1501200" cy="234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29"/>
          <p:cNvSpPr/>
          <p:nvPr/>
        </p:nvSpPr>
        <p:spPr>
          <a:xfrm>
            <a:off x="5996847" y="3457702"/>
            <a:ext cx="1501200" cy="1542709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29"/>
          <p:cNvSpPr/>
          <p:nvPr/>
        </p:nvSpPr>
        <p:spPr>
          <a:xfrm>
            <a:off x="4469043" y="1058018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83" name="Google Shape;1083;p29"/>
          <p:cNvSpPr/>
          <p:nvPr/>
        </p:nvSpPr>
        <p:spPr>
          <a:xfrm>
            <a:off x="2201296" y="596304"/>
            <a:ext cx="3246910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29"/>
          <p:cNvSpPr/>
          <p:nvPr/>
        </p:nvSpPr>
        <p:spPr>
          <a:xfrm>
            <a:off x="2914109" y="1985355"/>
            <a:ext cx="1021704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85" name="Google Shape;1085;p29"/>
          <p:cNvSpPr/>
          <p:nvPr/>
        </p:nvSpPr>
        <p:spPr>
          <a:xfrm>
            <a:off x="4469043" y="1990898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86" name="Google Shape;1086;p29"/>
          <p:cNvSpPr txBox="1"/>
          <p:nvPr/>
        </p:nvSpPr>
        <p:spPr>
          <a:xfrm>
            <a:off x="2934149" y="105801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sp>
        <p:nvSpPr>
          <p:cNvPr id="1087" name="Google Shape;1087;p29"/>
          <p:cNvSpPr txBox="1"/>
          <p:nvPr/>
        </p:nvSpPr>
        <p:spPr>
          <a:xfrm>
            <a:off x="4371107" y="1121743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1088" name="Google Shape;1088;p29"/>
          <p:cNvCxnSpPr/>
          <p:nvPr/>
        </p:nvCxnSpPr>
        <p:spPr>
          <a:xfrm>
            <a:off x="5448943" y="994282"/>
            <a:ext cx="53087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089" name="Google Shape;1089;p29"/>
          <p:cNvCxnSpPr/>
          <p:nvPr/>
        </p:nvCxnSpPr>
        <p:spPr>
          <a:xfrm>
            <a:off x="3935813" y="2244845"/>
            <a:ext cx="53104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090" name="Google Shape;1090;p29"/>
          <p:cNvSpPr txBox="1"/>
          <p:nvPr/>
        </p:nvSpPr>
        <p:spPr>
          <a:xfrm>
            <a:off x="5424573" y="101858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WN.S2</a:t>
            </a:r>
            <a:endParaRPr/>
          </a:p>
        </p:txBody>
      </p:sp>
      <p:cxnSp>
        <p:nvCxnSpPr>
          <p:cNvPr id="1091" name="Google Shape;1091;p29"/>
          <p:cNvCxnSpPr/>
          <p:nvPr/>
        </p:nvCxnSpPr>
        <p:spPr>
          <a:xfrm>
            <a:off x="4897953" y="2244508"/>
            <a:ext cx="539114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092" name="Google Shape;1092;p29"/>
          <p:cNvSpPr/>
          <p:nvPr/>
        </p:nvSpPr>
        <p:spPr>
          <a:xfrm>
            <a:off x="169599" y="596302"/>
            <a:ext cx="1500657" cy="1544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29"/>
          <p:cNvSpPr txBox="1"/>
          <p:nvPr/>
        </p:nvSpPr>
        <p:spPr>
          <a:xfrm>
            <a:off x="4875037" y="231093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AN.WR</a:t>
            </a:r>
            <a:endParaRPr/>
          </a:p>
        </p:txBody>
      </p:sp>
      <p:sp>
        <p:nvSpPr>
          <p:cNvPr id="1094" name="Google Shape;1094;p29"/>
          <p:cNvSpPr txBox="1"/>
          <p:nvPr/>
        </p:nvSpPr>
        <p:spPr>
          <a:xfrm>
            <a:off x="3901301" y="231093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AR.AN</a:t>
            </a:r>
            <a:endParaRPr/>
          </a:p>
        </p:txBody>
      </p:sp>
      <p:cxnSp>
        <p:nvCxnSpPr>
          <p:cNvPr id="1095" name="Google Shape;1095;p29"/>
          <p:cNvCxnSpPr/>
          <p:nvPr/>
        </p:nvCxnSpPr>
        <p:spPr>
          <a:xfrm>
            <a:off x="3669006" y="1588610"/>
            <a:ext cx="0" cy="392998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096" name="Google Shape;1096;p29"/>
          <p:cNvSpPr txBox="1"/>
          <p:nvPr/>
        </p:nvSpPr>
        <p:spPr>
          <a:xfrm>
            <a:off x="3624043" y="168143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AR.S1</a:t>
            </a:r>
            <a:endParaRPr/>
          </a:p>
        </p:txBody>
      </p:sp>
      <p:sp>
        <p:nvSpPr>
          <p:cNvPr id="1097" name="Google Shape;1097;p29"/>
          <p:cNvSpPr/>
          <p:nvPr/>
        </p:nvSpPr>
        <p:spPr>
          <a:xfrm>
            <a:off x="2220650" y="3457703"/>
            <a:ext cx="3231142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29"/>
          <p:cNvSpPr/>
          <p:nvPr/>
        </p:nvSpPr>
        <p:spPr>
          <a:xfrm>
            <a:off x="3156173" y="4809727"/>
            <a:ext cx="1009573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99" name="Google Shape;1099;p29"/>
          <p:cNvSpPr txBox="1"/>
          <p:nvPr/>
        </p:nvSpPr>
        <p:spPr>
          <a:xfrm>
            <a:off x="2170368" y="3492175"/>
            <a:ext cx="525666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(C)</a:t>
            </a:r>
            <a:endParaRPr/>
          </a:p>
        </p:txBody>
      </p:sp>
      <p:cxnSp>
        <p:nvCxnSpPr>
          <p:cNvPr id="1100" name="Google Shape;1100;p29"/>
          <p:cNvCxnSpPr>
            <a:endCxn id="1078" idx="2"/>
          </p:cNvCxnSpPr>
          <p:nvPr/>
        </p:nvCxnSpPr>
        <p:spPr>
          <a:xfrm flipH="1" rot="10800000">
            <a:off x="4165598" y="5088936"/>
            <a:ext cx="239700" cy="4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101" name="Google Shape;1101;p29"/>
          <p:cNvCxnSpPr/>
          <p:nvPr/>
        </p:nvCxnSpPr>
        <p:spPr>
          <a:xfrm>
            <a:off x="4903891" y="5093522"/>
            <a:ext cx="5479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102" name="Google Shape;1102;p29"/>
          <p:cNvSpPr txBox="1"/>
          <p:nvPr/>
        </p:nvSpPr>
        <p:spPr>
          <a:xfrm>
            <a:off x="4883823" y="51284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AN.WC</a:t>
            </a:r>
            <a:endParaRPr/>
          </a:p>
        </p:txBody>
      </p:sp>
      <p:sp>
        <p:nvSpPr>
          <p:cNvPr id="1103" name="Google Shape;1103;p29"/>
          <p:cNvSpPr txBox="1"/>
          <p:nvPr/>
        </p:nvSpPr>
        <p:spPr>
          <a:xfrm>
            <a:off x="4186432" y="485699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AC.AN</a:t>
            </a:r>
            <a:endParaRPr/>
          </a:p>
        </p:txBody>
      </p:sp>
      <p:sp>
        <p:nvSpPr>
          <p:cNvPr id="1104" name="Google Shape;1104;p29"/>
          <p:cNvSpPr/>
          <p:nvPr/>
        </p:nvSpPr>
        <p:spPr>
          <a:xfrm>
            <a:off x="6477447" y="2058619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05" name="Google Shape;1105;p29"/>
          <p:cNvSpPr txBox="1"/>
          <p:nvPr/>
        </p:nvSpPr>
        <p:spPr>
          <a:xfrm>
            <a:off x="6417304" y="2143953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1106" name="Google Shape;1106;p29"/>
          <p:cNvCxnSpPr/>
          <p:nvPr/>
        </p:nvCxnSpPr>
        <p:spPr>
          <a:xfrm rot="10800000">
            <a:off x="3685646" y="2933024"/>
            <a:ext cx="0" cy="52467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107" name="Google Shape;1107;p29"/>
          <p:cNvSpPr txBox="1"/>
          <p:nvPr/>
        </p:nvSpPr>
        <p:spPr>
          <a:xfrm>
            <a:off x="3702318" y="311996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WN.S4</a:t>
            </a:r>
            <a:endParaRPr/>
          </a:p>
        </p:txBody>
      </p:sp>
      <p:sp>
        <p:nvSpPr>
          <p:cNvPr id="1108" name="Google Shape;1108;p29"/>
          <p:cNvSpPr/>
          <p:nvPr/>
        </p:nvSpPr>
        <p:spPr>
          <a:xfrm>
            <a:off x="168560" y="3457701"/>
            <a:ext cx="1507146" cy="1487735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29"/>
          <p:cNvSpPr/>
          <p:nvPr/>
        </p:nvSpPr>
        <p:spPr>
          <a:xfrm>
            <a:off x="649927" y="1098502"/>
            <a:ext cx="54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10" name="Google Shape;1110;p29"/>
          <p:cNvSpPr/>
          <p:nvPr/>
        </p:nvSpPr>
        <p:spPr>
          <a:xfrm>
            <a:off x="649927" y="3931568"/>
            <a:ext cx="540000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11" name="Google Shape;1111;p29"/>
          <p:cNvSpPr txBox="1"/>
          <p:nvPr/>
        </p:nvSpPr>
        <p:spPr>
          <a:xfrm>
            <a:off x="589784" y="4016902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1112" name="Google Shape;1112;p29"/>
          <p:cNvSpPr txBox="1"/>
          <p:nvPr/>
        </p:nvSpPr>
        <p:spPr>
          <a:xfrm>
            <a:off x="589784" y="1183836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cxnSp>
        <p:nvCxnSpPr>
          <p:cNvPr id="1113" name="Google Shape;1113;p29"/>
          <p:cNvCxnSpPr/>
          <p:nvPr/>
        </p:nvCxnSpPr>
        <p:spPr>
          <a:xfrm>
            <a:off x="1670256" y="949589"/>
            <a:ext cx="53104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114" name="Google Shape;1114;p29"/>
          <p:cNvSpPr txBox="1"/>
          <p:nvPr/>
        </p:nvSpPr>
        <p:spPr>
          <a:xfrm>
            <a:off x="1614646" y="97981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WN.S5</a:t>
            </a:r>
            <a:endParaRPr/>
          </a:p>
        </p:txBody>
      </p:sp>
      <p:cxnSp>
        <p:nvCxnSpPr>
          <p:cNvPr id="1115" name="Google Shape;1115;p29"/>
          <p:cNvCxnSpPr/>
          <p:nvPr/>
        </p:nvCxnSpPr>
        <p:spPr>
          <a:xfrm>
            <a:off x="1670256" y="3884941"/>
            <a:ext cx="55108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116" name="Google Shape;1116;p29"/>
          <p:cNvSpPr txBox="1"/>
          <p:nvPr/>
        </p:nvSpPr>
        <p:spPr>
          <a:xfrm>
            <a:off x="1648540" y="365175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WN.S6</a:t>
            </a:r>
            <a:endParaRPr/>
          </a:p>
        </p:txBody>
      </p:sp>
      <p:cxnSp>
        <p:nvCxnSpPr>
          <p:cNvPr id="1117" name="Google Shape;1117;p29"/>
          <p:cNvCxnSpPr/>
          <p:nvPr/>
        </p:nvCxnSpPr>
        <p:spPr>
          <a:xfrm>
            <a:off x="5458787" y="3884941"/>
            <a:ext cx="5605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118" name="Google Shape;1118;p29"/>
          <p:cNvSpPr txBox="1"/>
          <p:nvPr/>
        </p:nvSpPr>
        <p:spPr>
          <a:xfrm>
            <a:off x="5428522" y="363914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WN.S3</a:t>
            </a:r>
            <a:endParaRPr/>
          </a:p>
        </p:txBody>
      </p:sp>
      <p:cxnSp>
        <p:nvCxnSpPr>
          <p:cNvPr id="1119" name="Google Shape;1119;p29"/>
          <p:cNvCxnSpPr/>
          <p:nvPr/>
        </p:nvCxnSpPr>
        <p:spPr>
          <a:xfrm>
            <a:off x="3913962" y="4818852"/>
            <a:ext cx="0" cy="528306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120" name="Google Shape;1120;p29"/>
          <p:cNvSpPr txBox="1"/>
          <p:nvPr/>
        </p:nvSpPr>
        <p:spPr>
          <a:xfrm>
            <a:off x="3320330" y="500041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AC.W1</a:t>
            </a:r>
            <a:endParaRPr/>
          </a:p>
        </p:txBody>
      </p:sp>
      <p:cxnSp>
        <p:nvCxnSpPr>
          <p:cNvPr id="1121" name="Google Shape;1121;p29"/>
          <p:cNvCxnSpPr/>
          <p:nvPr/>
        </p:nvCxnSpPr>
        <p:spPr>
          <a:xfrm>
            <a:off x="2201296" y="2262080"/>
            <a:ext cx="72215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122" name="Google Shape;1122;p29"/>
          <p:cNvSpPr txBox="1"/>
          <p:nvPr/>
        </p:nvSpPr>
        <p:spPr>
          <a:xfrm>
            <a:off x="2225983" y="231093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AR.WR</a:t>
            </a:r>
            <a:endParaRPr/>
          </a:p>
        </p:txBody>
      </p:sp>
      <p:cxnSp>
        <p:nvCxnSpPr>
          <p:cNvPr id="1123" name="Google Shape;1123;p29"/>
          <p:cNvCxnSpPr/>
          <p:nvPr/>
        </p:nvCxnSpPr>
        <p:spPr>
          <a:xfrm>
            <a:off x="2220751" y="5064622"/>
            <a:ext cx="92663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124" name="Google Shape;1124;p29"/>
          <p:cNvSpPr txBox="1"/>
          <p:nvPr/>
        </p:nvSpPr>
        <p:spPr>
          <a:xfrm>
            <a:off x="2245438" y="51284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AC.WC</a:t>
            </a:r>
            <a:endParaRPr/>
          </a:p>
        </p:txBody>
      </p:sp>
      <p:sp>
        <p:nvSpPr>
          <p:cNvPr id="1125" name="Google Shape;1125;p29"/>
          <p:cNvSpPr txBox="1"/>
          <p:nvPr/>
        </p:nvSpPr>
        <p:spPr>
          <a:xfrm>
            <a:off x="3856495" y="451709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AC.S1</a:t>
            </a:r>
            <a:endParaRPr/>
          </a:p>
        </p:txBody>
      </p:sp>
      <p:cxnSp>
        <p:nvCxnSpPr>
          <p:cNvPr id="1126" name="Google Shape;1126;p29"/>
          <p:cNvCxnSpPr/>
          <p:nvPr/>
        </p:nvCxnSpPr>
        <p:spPr>
          <a:xfrm>
            <a:off x="6001493" y="4708808"/>
            <a:ext cx="15188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127" name="Google Shape;1127;p29"/>
          <p:cNvCxnSpPr/>
          <p:nvPr/>
        </p:nvCxnSpPr>
        <p:spPr>
          <a:xfrm rot="10800000">
            <a:off x="6747447" y="2936304"/>
            <a:ext cx="1" cy="52139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128" name="Google Shape;1128;p29"/>
          <p:cNvSpPr txBox="1"/>
          <p:nvPr/>
        </p:nvSpPr>
        <p:spPr>
          <a:xfrm>
            <a:off x="6412815" y="4744818"/>
            <a:ext cx="655948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WN.W1</a:t>
            </a:r>
            <a:endParaRPr/>
          </a:p>
        </p:txBody>
      </p:sp>
      <p:sp>
        <p:nvSpPr>
          <p:cNvPr id="1129" name="Google Shape;1129;p29"/>
          <p:cNvSpPr txBox="1"/>
          <p:nvPr/>
        </p:nvSpPr>
        <p:spPr>
          <a:xfrm>
            <a:off x="6700864" y="3113922"/>
            <a:ext cx="71147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WN.S7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30" name="Google Shape;1130;p29"/>
          <p:cNvSpPr/>
          <p:nvPr/>
        </p:nvSpPr>
        <p:spPr>
          <a:xfrm>
            <a:off x="6477447" y="3959056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31" name="Google Shape;1131;p29"/>
          <p:cNvSpPr txBox="1"/>
          <p:nvPr/>
        </p:nvSpPr>
        <p:spPr>
          <a:xfrm>
            <a:off x="6417304" y="4044390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1132" name="Google Shape;1132;p29"/>
          <p:cNvSpPr/>
          <p:nvPr/>
        </p:nvSpPr>
        <p:spPr>
          <a:xfrm>
            <a:off x="6477447" y="1110314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33" name="Google Shape;1133;p29"/>
          <p:cNvSpPr txBox="1"/>
          <p:nvPr/>
        </p:nvSpPr>
        <p:spPr>
          <a:xfrm>
            <a:off x="6417304" y="119564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1134" name="Google Shape;1134;p29"/>
          <p:cNvSpPr/>
          <p:nvPr/>
        </p:nvSpPr>
        <p:spPr>
          <a:xfrm>
            <a:off x="247602" y="5365703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35" name="Google Shape;1135;p29"/>
          <p:cNvSpPr txBox="1"/>
          <p:nvPr/>
        </p:nvSpPr>
        <p:spPr>
          <a:xfrm>
            <a:off x="133459" y="5428371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1136" name="Google Shape;1136;p29"/>
          <p:cNvCxnSpPr>
            <a:endCxn id="1134" idx="0"/>
          </p:cNvCxnSpPr>
          <p:nvPr/>
        </p:nvCxnSpPr>
        <p:spPr>
          <a:xfrm>
            <a:off x="463602" y="4955303"/>
            <a:ext cx="0" cy="410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137" name="Google Shape;1137;p29"/>
          <p:cNvSpPr/>
          <p:nvPr/>
        </p:nvSpPr>
        <p:spPr>
          <a:xfrm>
            <a:off x="1118919" y="5365703"/>
            <a:ext cx="4320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38" name="Google Shape;1138;p29"/>
          <p:cNvSpPr txBox="1"/>
          <p:nvPr/>
        </p:nvSpPr>
        <p:spPr>
          <a:xfrm>
            <a:off x="1004776" y="5428371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1139" name="Google Shape;1139;p29"/>
          <p:cNvCxnSpPr>
            <a:endCxn id="1137" idx="0"/>
          </p:cNvCxnSpPr>
          <p:nvPr/>
        </p:nvCxnSpPr>
        <p:spPr>
          <a:xfrm>
            <a:off x="1334919" y="4945403"/>
            <a:ext cx="0" cy="420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140" name="Google Shape;1140;p29"/>
          <p:cNvSpPr txBox="1"/>
          <p:nvPr/>
        </p:nvSpPr>
        <p:spPr>
          <a:xfrm>
            <a:off x="137958" y="3502633"/>
            <a:ext cx="64226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(C)</a:t>
            </a:r>
            <a:endParaRPr/>
          </a:p>
        </p:txBody>
      </p:sp>
      <p:sp>
        <p:nvSpPr>
          <p:cNvPr id="1141" name="Google Shape;1141;p29"/>
          <p:cNvSpPr txBox="1"/>
          <p:nvPr/>
        </p:nvSpPr>
        <p:spPr>
          <a:xfrm>
            <a:off x="2222941" y="630145"/>
            <a:ext cx="53545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(R)</a:t>
            </a:r>
            <a:endParaRPr/>
          </a:p>
        </p:txBody>
      </p:sp>
      <p:sp>
        <p:nvSpPr>
          <p:cNvPr id="1142" name="Google Shape;1142;p29"/>
          <p:cNvSpPr txBox="1"/>
          <p:nvPr/>
        </p:nvSpPr>
        <p:spPr>
          <a:xfrm>
            <a:off x="175012" y="626114"/>
            <a:ext cx="64226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(R)</a:t>
            </a:r>
            <a:endParaRPr/>
          </a:p>
        </p:txBody>
      </p:sp>
      <p:sp>
        <p:nvSpPr>
          <p:cNvPr id="1143" name="Google Shape;1143;p29"/>
          <p:cNvSpPr/>
          <p:nvPr/>
        </p:nvSpPr>
        <p:spPr>
          <a:xfrm>
            <a:off x="205492" y="2504304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44" name="Google Shape;1144;p29"/>
          <p:cNvSpPr txBox="1"/>
          <p:nvPr/>
        </p:nvSpPr>
        <p:spPr>
          <a:xfrm>
            <a:off x="91349" y="2566972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1145" name="Google Shape;1145;p29"/>
          <p:cNvCxnSpPr>
            <a:endCxn id="1143" idx="0"/>
          </p:cNvCxnSpPr>
          <p:nvPr/>
        </p:nvCxnSpPr>
        <p:spPr>
          <a:xfrm>
            <a:off x="421492" y="2151804"/>
            <a:ext cx="0" cy="352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146" name="Google Shape;1146;p29"/>
          <p:cNvSpPr/>
          <p:nvPr/>
        </p:nvSpPr>
        <p:spPr>
          <a:xfrm>
            <a:off x="1074468" y="2504304"/>
            <a:ext cx="4320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47" name="Google Shape;1147;p29"/>
          <p:cNvSpPr txBox="1"/>
          <p:nvPr/>
        </p:nvSpPr>
        <p:spPr>
          <a:xfrm>
            <a:off x="954359" y="2566972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1148" name="Google Shape;1148;p29"/>
          <p:cNvCxnSpPr>
            <a:endCxn id="1146" idx="0"/>
          </p:cNvCxnSpPr>
          <p:nvPr/>
        </p:nvCxnSpPr>
        <p:spPr>
          <a:xfrm>
            <a:off x="1290468" y="2173404"/>
            <a:ext cx="0" cy="330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149" name="Google Shape;1149;p29"/>
          <p:cNvSpPr/>
          <p:nvPr/>
        </p:nvSpPr>
        <p:spPr>
          <a:xfrm>
            <a:off x="6106383" y="5355493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50" name="Google Shape;1150;p29"/>
          <p:cNvSpPr txBox="1"/>
          <p:nvPr/>
        </p:nvSpPr>
        <p:spPr>
          <a:xfrm>
            <a:off x="5992240" y="541921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1151" name="Google Shape;1151;p29"/>
          <p:cNvCxnSpPr>
            <a:endCxn id="1149" idx="0"/>
          </p:cNvCxnSpPr>
          <p:nvPr/>
        </p:nvCxnSpPr>
        <p:spPr>
          <a:xfrm>
            <a:off x="6322383" y="5016493"/>
            <a:ext cx="0" cy="339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152" name="Google Shape;1152;p29"/>
          <p:cNvSpPr txBox="1"/>
          <p:nvPr/>
        </p:nvSpPr>
        <p:spPr>
          <a:xfrm>
            <a:off x="5639840" y="5053679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WN.AN</a:t>
            </a:r>
            <a:endParaRPr/>
          </a:p>
        </p:txBody>
      </p:sp>
      <p:sp>
        <p:nvSpPr>
          <p:cNvPr id="1153" name="Google Shape;1153;p29"/>
          <p:cNvSpPr/>
          <p:nvPr/>
        </p:nvSpPr>
        <p:spPr>
          <a:xfrm>
            <a:off x="6977700" y="5345648"/>
            <a:ext cx="4320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54" name="Google Shape;1154;p29"/>
          <p:cNvSpPr txBox="1"/>
          <p:nvPr/>
        </p:nvSpPr>
        <p:spPr>
          <a:xfrm>
            <a:off x="6863557" y="5409373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1155" name="Google Shape;1155;p29"/>
          <p:cNvCxnSpPr>
            <a:endCxn id="1153" idx="0"/>
          </p:cNvCxnSpPr>
          <p:nvPr/>
        </p:nvCxnSpPr>
        <p:spPr>
          <a:xfrm>
            <a:off x="7193700" y="5006648"/>
            <a:ext cx="0" cy="339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156" name="Google Shape;1156;p29"/>
          <p:cNvSpPr txBox="1"/>
          <p:nvPr/>
        </p:nvSpPr>
        <p:spPr>
          <a:xfrm>
            <a:off x="6488301" y="5053679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WN.AP</a:t>
            </a:r>
            <a:endParaRPr/>
          </a:p>
        </p:txBody>
      </p:sp>
      <p:sp>
        <p:nvSpPr>
          <p:cNvPr id="1157" name="Google Shape;1157;p29"/>
          <p:cNvSpPr txBox="1"/>
          <p:nvPr/>
        </p:nvSpPr>
        <p:spPr>
          <a:xfrm>
            <a:off x="6955778" y="611423"/>
            <a:ext cx="66028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(M)</a:t>
            </a:r>
            <a:endParaRPr sz="16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58" name="Google Shape;1158;p29"/>
          <p:cNvSpPr txBox="1"/>
          <p:nvPr/>
        </p:nvSpPr>
        <p:spPr>
          <a:xfrm>
            <a:off x="6947262" y="3463548"/>
            <a:ext cx="591361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(M)</a:t>
            </a:r>
            <a:endParaRPr sz="16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59" name="Google Shape;1159;p29"/>
          <p:cNvSpPr txBox="1"/>
          <p:nvPr/>
        </p:nvSpPr>
        <p:spPr>
          <a:xfrm>
            <a:off x="388730" y="2204628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WN.AN</a:t>
            </a:r>
            <a:endParaRPr/>
          </a:p>
        </p:txBody>
      </p:sp>
      <p:sp>
        <p:nvSpPr>
          <p:cNvPr id="1160" name="Google Shape;1160;p29"/>
          <p:cNvSpPr txBox="1"/>
          <p:nvPr/>
        </p:nvSpPr>
        <p:spPr>
          <a:xfrm>
            <a:off x="1237191" y="2204628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WN.AP</a:t>
            </a:r>
            <a:endParaRPr/>
          </a:p>
        </p:txBody>
      </p:sp>
      <p:sp>
        <p:nvSpPr>
          <p:cNvPr id="1161" name="Google Shape;1161;p29"/>
          <p:cNvSpPr txBox="1"/>
          <p:nvPr/>
        </p:nvSpPr>
        <p:spPr>
          <a:xfrm>
            <a:off x="417698" y="5017070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WN.AN</a:t>
            </a:r>
            <a:endParaRPr/>
          </a:p>
        </p:txBody>
      </p:sp>
      <p:sp>
        <p:nvSpPr>
          <p:cNvPr id="1162" name="Google Shape;1162;p29"/>
          <p:cNvSpPr txBox="1"/>
          <p:nvPr/>
        </p:nvSpPr>
        <p:spPr>
          <a:xfrm>
            <a:off x="1266159" y="5017070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WN.AP</a:t>
            </a:r>
            <a:endParaRPr/>
          </a:p>
        </p:txBody>
      </p:sp>
      <p:sp>
        <p:nvSpPr>
          <p:cNvPr id="1163" name="Google Shape;1163;p29"/>
          <p:cNvSpPr txBox="1"/>
          <p:nvPr/>
        </p:nvSpPr>
        <p:spPr>
          <a:xfrm>
            <a:off x="-1" y="7376"/>
            <a:ext cx="795664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Cat-2: WN to AP/AN/AR/AC related</a:t>
            </a:r>
            <a:endParaRPr/>
          </a:p>
        </p:txBody>
      </p:sp>
      <p:sp>
        <p:nvSpPr>
          <p:cNvPr id="1164" name="Google Shape;1164;p29"/>
          <p:cNvSpPr txBox="1"/>
          <p:nvPr/>
        </p:nvSpPr>
        <p:spPr>
          <a:xfrm>
            <a:off x="4314535" y="3884247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1165" name="Google Shape;1165;p29"/>
          <p:cNvCxnSpPr/>
          <p:nvPr/>
        </p:nvCxnSpPr>
        <p:spPr>
          <a:xfrm>
            <a:off x="3147386" y="5185079"/>
            <a:ext cx="101836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166" name="Google Shape;1166;p29"/>
          <p:cNvSpPr/>
          <p:nvPr/>
        </p:nvSpPr>
        <p:spPr>
          <a:xfrm rot="-5400000">
            <a:off x="3292780" y="3477508"/>
            <a:ext cx="742654" cy="12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67" name="Google Shape;1167;p29"/>
          <p:cNvSpPr txBox="1"/>
          <p:nvPr/>
        </p:nvSpPr>
        <p:spPr>
          <a:xfrm>
            <a:off x="2579756" y="426597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AC.GC</a:t>
            </a:r>
            <a:endParaRPr/>
          </a:p>
        </p:txBody>
      </p:sp>
      <p:sp>
        <p:nvSpPr>
          <p:cNvPr id="1168" name="Google Shape;1168;p29"/>
          <p:cNvSpPr/>
          <p:nvPr/>
        </p:nvSpPr>
        <p:spPr>
          <a:xfrm>
            <a:off x="3156912" y="3836445"/>
            <a:ext cx="1010424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169" name="Google Shape;1169;p29"/>
          <p:cNvSpPr txBox="1"/>
          <p:nvPr/>
        </p:nvSpPr>
        <p:spPr>
          <a:xfrm>
            <a:off x="3156911" y="3858605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cxnSp>
        <p:nvCxnSpPr>
          <p:cNvPr id="1170" name="Google Shape;1170;p29"/>
          <p:cNvCxnSpPr/>
          <p:nvPr/>
        </p:nvCxnSpPr>
        <p:spPr>
          <a:xfrm>
            <a:off x="3913962" y="4386234"/>
            <a:ext cx="0" cy="437363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171" name="Google Shape;1171;p29"/>
          <p:cNvCxnSpPr/>
          <p:nvPr/>
        </p:nvCxnSpPr>
        <p:spPr>
          <a:xfrm rot="10800000">
            <a:off x="2857115" y="4222808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sm" w="sm" type="none"/>
          </a:ln>
        </p:spPr>
      </p:cxnSp>
      <p:cxnSp>
        <p:nvCxnSpPr>
          <p:cNvPr id="1172" name="Google Shape;1172;p29"/>
          <p:cNvCxnSpPr/>
          <p:nvPr/>
        </p:nvCxnSpPr>
        <p:spPr>
          <a:xfrm>
            <a:off x="3147386" y="4220870"/>
            <a:ext cx="16912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sm" w="sm" type="none"/>
          </a:ln>
        </p:spPr>
      </p:cxnSp>
      <p:sp>
        <p:nvSpPr>
          <p:cNvPr id="1173" name="Google Shape;1173;p29"/>
          <p:cNvSpPr txBox="1"/>
          <p:nvPr/>
        </p:nvSpPr>
        <p:spPr>
          <a:xfrm>
            <a:off x="7643365" y="5492302"/>
            <a:ext cx="4116711" cy="830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WN(R)：WN covering Resistor(AR)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WN(C)：WN covering Capacitor(AC)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WN(M)：WN covering MOS/Diode(AP)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AN(C)：AN ring for Capacitor WN(C)</a:t>
            </a:r>
            <a:endParaRPr/>
          </a:p>
        </p:txBody>
      </p:sp>
      <p:sp>
        <p:nvSpPr>
          <p:cNvPr id="1174" name="Google Shape;1174;p29"/>
          <p:cNvSpPr txBox="1"/>
          <p:nvPr/>
        </p:nvSpPr>
        <p:spPr>
          <a:xfrm>
            <a:off x="4339650" y="419012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AC.R1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75" name="Google Shape;1175;p29"/>
          <p:cNvSpPr txBox="1"/>
          <p:nvPr/>
        </p:nvSpPr>
        <p:spPr>
          <a:xfrm>
            <a:off x="3951867" y="3635016"/>
            <a:ext cx="48243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</p:txBody>
      </p:sp>
      <p:sp>
        <p:nvSpPr>
          <p:cNvPr id="1176" name="Google Shape;1176;p29"/>
          <p:cNvSpPr txBox="1"/>
          <p:nvPr/>
        </p:nvSpPr>
        <p:spPr>
          <a:xfrm>
            <a:off x="3101334" y="5462935"/>
            <a:ext cx="125803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AC.R1(Donut)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177" name="Google Shape;1177;p29"/>
          <p:cNvGrpSpPr/>
          <p:nvPr/>
        </p:nvGrpSpPr>
        <p:grpSpPr>
          <a:xfrm>
            <a:off x="6106383" y="5999897"/>
            <a:ext cx="1169657" cy="662327"/>
            <a:chOff x="5984454" y="5922857"/>
            <a:chExt cx="1516751" cy="820844"/>
          </a:xfrm>
        </p:grpSpPr>
        <p:cxnSp>
          <p:nvCxnSpPr>
            <p:cNvPr id="1178" name="Google Shape;1178;p29"/>
            <p:cNvCxnSpPr/>
            <p:nvPr/>
          </p:nvCxnSpPr>
          <p:spPr>
            <a:xfrm rot="10800000">
              <a:off x="5992240" y="5929186"/>
              <a:ext cx="0" cy="814515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179" name="Google Shape;1179;p29"/>
            <p:cNvCxnSpPr/>
            <p:nvPr/>
          </p:nvCxnSpPr>
          <p:spPr>
            <a:xfrm rot="10800000">
              <a:off x="7498047" y="5929186"/>
              <a:ext cx="0" cy="814515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180" name="Google Shape;1180;p29"/>
            <p:cNvCxnSpPr/>
            <p:nvPr/>
          </p:nvCxnSpPr>
          <p:spPr>
            <a:xfrm flipH="1">
              <a:off x="5992240" y="6736115"/>
              <a:ext cx="1505807" cy="551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181" name="Google Shape;1181;p29"/>
            <p:cNvCxnSpPr/>
            <p:nvPr/>
          </p:nvCxnSpPr>
          <p:spPr>
            <a:xfrm>
              <a:off x="5984454" y="5929186"/>
              <a:ext cx="523505" cy="2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182" name="Google Shape;1182;p29"/>
            <p:cNvCxnSpPr/>
            <p:nvPr/>
          </p:nvCxnSpPr>
          <p:spPr>
            <a:xfrm>
              <a:off x="6986667" y="5938155"/>
              <a:ext cx="514538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183" name="Google Shape;1183;p29"/>
            <p:cNvCxnSpPr/>
            <p:nvPr/>
          </p:nvCxnSpPr>
          <p:spPr>
            <a:xfrm>
              <a:off x="6496681" y="6253124"/>
              <a:ext cx="489986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184" name="Google Shape;1184;p29"/>
            <p:cNvCxnSpPr/>
            <p:nvPr/>
          </p:nvCxnSpPr>
          <p:spPr>
            <a:xfrm rot="10800000">
              <a:off x="6501148" y="5922857"/>
              <a:ext cx="0" cy="338839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185" name="Google Shape;1185;p29"/>
            <p:cNvCxnSpPr/>
            <p:nvPr/>
          </p:nvCxnSpPr>
          <p:spPr>
            <a:xfrm flipH="1" rot="10800000">
              <a:off x="6986667" y="5933566"/>
              <a:ext cx="1872" cy="32813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186" name="Google Shape;1186;p29"/>
          <p:cNvSpPr txBox="1"/>
          <p:nvPr/>
        </p:nvSpPr>
        <p:spPr>
          <a:xfrm>
            <a:off x="6872163" y="6060234"/>
            <a:ext cx="71147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WN.N1</a:t>
            </a:r>
            <a:endParaRPr/>
          </a:p>
        </p:txBody>
      </p:sp>
      <p:cxnSp>
        <p:nvCxnSpPr>
          <p:cNvPr id="1187" name="Google Shape;1187;p29"/>
          <p:cNvCxnSpPr/>
          <p:nvPr/>
        </p:nvCxnSpPr>
        <p:spPr>
          <a:xfrm>
            <a:off x="6496681" y="6134624"/>
            <a:ext cx="38256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188" name="Google Shape;1188;p29"/>
          <p:cNvSpPr/>
          <p:nvPr/>
        </p:nvSpPr>
        <p:spPr>
          <a:xfrm>
            <a:off x="4982862" y="6008538"/>
            <a:ext cx="653456" cy="653707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9" name="Google Shape;1189;p29"/>
          <p:cNvCxnSpPr>
            <a:stCxn id="1188" idx="3"/>
          </p:cNvCxnSpPr>
          <p:nvPr/>
        </p:nvCxnSpPr>
        <p:spPr>
          <a:xfrm>
            <a:off x="5636318" y="6335392"/>
            <a:ext cx="459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190" name="Google Shape;1190;p29"/>
          <p:cNvSpPr txBox="1"/>
          <p:nvPr/>
        </p:nvSpPr>
        <p:spPr>
          <a:xfrm>
            <a:off x="6054963" y="5993600"/>
            <a:ext cx="5230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1191" name="Google Shape;1191;p29"/>
          <p:cNvSpPr txBox="1"/>
          <p:nvPr/>
        </p:nvSpPr>
        <p:spPr>
          <a:xfrm>
            <a:off x="5051339" y="6025495"/>
            <a:ext cx="5230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1192" name="Google Shape;1192;p29"/>
          <p:cNvSpPr txBox="1"/>
          <p:nvPr/>
        </p:nvSpPr>
        <p:spPr>
          <a:xfrm>
            <a:off x="5574438" y="641179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193" name="Google Shape;1193;p29"/>
          <p:cNvCxnSpPr>
            <a:stCxn id="1188" idx="1"/>
            <a:endCxn id="1188" idx="3"/>
          </p:cNvCxnSpPr>
          <p:nvPr/>
        </p:nvCxnSpPr>
        <p:spPr>
          <a:xfrm>
            <a:off x="4982862" y="6335392"/>
            <a:ext cx="6534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194" name="Google Shape;1194;p29"/>
          <p:cNvSpPr txBox="1"/>
          <p:nvPr/>
        </p:nvSpPr>
        <p:spPr>
          <a:xfrm>
            <a:off x="5015288" y="641179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WN.W1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195" name="Google Shape;119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2845" y="598960"/>
            <a:ext cx="4442431" cy="486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29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30"/>
          <p:cNvSpPr/>
          <p:nvPr/>
        </p:nvSpPr>
        <p:spPr>
          <a:xfrm>
            <a:off x="6083248" y="5006894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02" name="Google Shape;1202;p30"/>
          <p:cNvSpPr/>
          <p:nvPr/>
        </p:nvSpPr>
        <p:spPr>
          <a:xfrm>
            <a:off x="672663" y="540000"/>
            <a:ext cx="6558454" cy="2898938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30"/>
          <p:cNvSpPr/>
          <p:nvPr/>
        </p:nvSpPr>
        <p:spPr>
          <a:xfrm>
            <a:off x="3303701" y="3996620"/>
            <a:ext cx="1943845" cy="8121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04" name="Google Shape;1204;p30"/>
          <p:cNvSpPr/>
          <p:nvPr/>
        </p:nvSpPr>
        <p:spPr>
          <a:xfrm>
            <a:off x="3303701" y="1171930"/>
            <a:ext cx="1943845" cy="4843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05" name="Google Shape;1205;p30"/>
          <p:cNvSpPr/>
          <p:nvPr/>
        </p:nvSpPr>
        <p:spPr>
          <a:xfrm>
            <a:off x="3284065" y="5167765"/>
            <a:ext cx="1943845" cy="48439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06" name="Google Shape;1206;p30"/>
          <p:cNvSpPr/>
          <p:nvPr/>
        </p:nvSpPr>
        <p:spPr>
          <a:xfrm>
            <a:off x="3303701" y="2059372"/>
            <a:ext cx="1943845" cy="76665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07" name="Google Shape;1207;p30"/>
          <p:cNvSpPr/>
          <p:nvPr/>
        </p:nvSpPr>
        <p:spPr>
          <a:xfrm>
            <a:off x="6071942" y="2182695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08" name="Google Shape;1208;p30"/>
          <p:cNvSpPr/>
          <p:nvPr/>
        </p:nvSpPr>
        <p:spPr>
          <a:xfrm>
            <a:off x="3915702" y="906179"/>
            <a:ext cx="180000" cy="4917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09" name="Google Shape;1209;p30"/>
          <p:cNvSpPr/>
          <p:nvPr/>
        </p:nvSpPr>
        <p:spPr>
          <a:xfrm>
            <a:off x="6078589" y="4013944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10" name="Google Shape;1210;p30"/>
          <p:cNvSpPr txBox="1"/>
          <p:nvPr/>
        </p:nvSpPr>
        <p:spPr>
          <a:xfrm>
            <a:off x="672663" y="666687"/>
            <a:ext cx="59136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(M)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11" name="Google Shape;1211;p30"/>
          <p:cNvSpPr txBox="1"/>
          <p:nvPr/>
        </p:nvSpPr>
        <p:spPr>
          <a:xfrm>
            <a:off x="3290688" y="2170808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(M)</a:t>
            </a:r>
            <a:endParaRPr/>
          </a:p>
        </p:txBody>
      </p:sp>
      <p:sp>
        <p:nvSpPr>
          <p:cNvPr id="1212" name="Google Shape;1212;p30"/>
          <p:cNvSpPr txBox="1"/>
          <p:nvPr/>
        </p:nvSpPr>
        <p:spPr>
          <a:xfrm>
            <a:off x="3316574" y="4162280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(M)</a:t>
            </a:r>
            <a:endParaRPr/>
          </a:p>
        </p:txBody>
      </p:sp>
      <p:sp>
        <p:nvSpPr>
          <p:cNvPr id="1213" name="Google Shape;1213;p30"/>
          <p:cNvSpPr txBox="1"/>
          <p:nvPr/>
        </p:nvSpPr>
        <p:spPr>
          <a:xfrm>
            <a:off x="6080778" y="5335683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1214" name="Google Shape;1214;p30"/>
          <p:cNvCxnSpPr/>
          <p:nvPr/>
        </p:nvCxnSpPr>
        <p:spPr>
          <a:xfrm>
            <a:off x="2801355" y="2559635"/>
            <a:ext cx="50234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215" name="Google Shape;1215;p30"/>
          <p:cNvCxnSpPr>
            <a:endCxn id="1207" idx="1"/>
          </p:cNvCxnSpPr>
          <p:nvPr/>
        </p:nvCxnSpPr>
        <p:spPr>
          <a:xfrm>
            <a:off x="5247542" y="2506695"/>
            <a:ext cx="8244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216" name="Google Shape;1216;p30"/>
          <p:cNvCxnSpPr/>
          <p:nvPr/>
        </p:nvCxnSpPr>
        <p:spPr>
          <a:xfrm>
            <a:off x="4906987" y="2059372"/>
            <a:ext cx="8394" cy="78141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217" name="Google Shape;1217;p30"/>
          <p:cNvCxnSpPr>
            <a:stCxn id="1207" idx="1"/>
            <a:endCxn id="1207" idx="3"/>
          </p:cNvCxnSpPr>
          <p:nvPr/>
        </p:nvCxnSpPr>
        <p:spPr>
          <a:xfrm>
            <a:off x="6071942" y="2506695"/>
            <a:ext cx="648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218" name="Google Shape;1218;p30"/>
          <p:cNvSpPr/>
          <p:nvPr/>
        </p:nvSpPr>
        <p:spPr>
          <a:xfrm>
            <a:off x="6066478" y="1166315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1219" name="Google Shape;1219;p30"/>
          <p:cNvCxnSpPr>
            <a:stCxn id="1218" idx="2"/>
            <a:endCxn id="1207" idx="0"/>
          </p:cNvCxnSpPr>
          <p:nvPr/>
        </p:nvCxnSpPr>
        <p:spPr>
          <a:xfrm>
            <a:off x="6390478" y="1814315"/>
            <a:ext cx="5400" cy="368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220" name="Google Shape;1220;p30"/>
          <p:cNvCxnSpPr/>
          <p:nvPr/>
        </p:nvCxnSpPr>
        <p:spPr>
          <a:xfrm>
            <a:off x="2805858" y="4325419"/>
            <a:ext cx="50360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221" name="Google Shape;1221;p30"/>
          <p:cNvCxnSpPr/>
          <p:nvPr/>
        </p:nvCxnSpPr>
        <p:spPr>
          <a:xfrm>
            <a:off x="5231984" y="4337944"/>
            <a:ext cx="85108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222" name="Google Shape;1222;p30"/>
          <p:cNvCxnSpPr>
            <a:stCxn id="1209" idx="1"/>
            <a:endCxn id="1209" idx="3"/>
          </p:cNvCxnSpPr>
          <p:nvPr/>
        </p:nvCxnSpPr>
        <p:spPr>
          <a:xfrm>
            <a:off x="6078589" y="4337944"/>
            <a:ext cx="648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223" name="Google Shape;1223;p30"/>
          <p:cNvCxnSpPr/>
          <p:nvPr/>
        </p:nvCxnSpPr>
        <p:spPr>
          <a:xfrm>
            <a:off x="4906987" y="4025151"/>
            <a:ext cx="0" cy="78362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224" name="Google Shape;1224;p30"/>
          <p:cNvCxnSpPr>
            <a:stCxn id="1209" idx="2"/>
            <a:endCxn id="1201" idx="0"/>
          </p:cNvCxnSpPr>
          <p:nvPr/>
        </p:nvCxnSpPr>
        <p:spPr>
          <a:xfrm>
            <a:off x="6402589" y="4661944"/>
            <a:ext cx="4800" cy="345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225" name="Google Shape;1225;p30"/>
          <p:cNvSpPr txBox="1"/>
          <p:nvPr/>
        </p:nvSpPr>
        <p:spPr>
          <a:xfrm>
            <a:off x="6356204" y="1934732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AN.S1</a:t>
            </a:r>
            <a:endParaRPr/>
          </a:p>
        </p:txBody>
      </p:sp>
      <p:sp>
        <p:nvSpPr>
          <p:cNvPr id="1226" name="Google Shape;1226;p30"/>
          <p:cNvSpPr txBox="1"/>
          <p:nvPr/>
        </p:nvSpPr>
        <p:spPr>
          <a:xfrm>
            <a:off x="6128741" y="413058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AP.W1</a:t>
            </a:r>
            <a:endParaRPr/>
          </a:p>
        </p:txBody>
      </p:sp>
      <p:sp>
        <p:nvSpPr>
          <p:cNvPr id="1227" name="Google Shape;1227;p30"/>
          <p:cNvSpPr txBox="1"/>
          <p:nvPr/>
        </p:nvSpPr>
        <p:spPr>
          <a:xfrm>
            <a:off x="5332719" y="413058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AN.AP</a:t>
            </a:r>
            <a:endParaRPr/>
          </a:p>
        </p:txBody>
      </p:sp>
      <p:sp>
        <p:nvSpPr>
          <p:cNvPr id="1228" name="Google Shape;1228;p30"/>
          <p:cNvSpPr txBox="1"/>
          <p:nvPr/>
        </p:nvSpPr>
        <p:spPr>
          <a:xfrm>
            <a:off x="6467224" y="4742142"/>
            <a:ext cx="52053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AP.S1</a:t>
            </a:r>
            <a:endParaRPr/>
          </a:p>
        </p:txBody>
      </p:sp>
      <p:sp>
        <p:nvSpPr>
          <p:cNvPr id="1229" name="Google Shape;1229;p30"/>
          <p:cNvSpPr txBox="1"/>
          <p:nvPr/>
        </p:nvSpPr>
        <p:spPr>
          <a:xfrm>
            <a:off x="2756337" y="409109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DN.AN</a:t>
            </a:r>
            <a:endParaRPr/>
          </a:p>
        </p:txBody>
      </p:sp>
      <p:sp>
        <p:nvSpPr>
          <p:cNvPr id="1230" name="Google Shape;1230;p30"/>
          <p:cNvSpPr txBox="1"/>
          <p:nvPr/>
        </p:nvSpPr>
        <p:spPr>
          <a:xfrm>
            <a:off x="4876843" y="449481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AN.WM</a:t>
            </a:r>
            <a:endParaRPr/>
          </a:p>
        </p:txBody>
      </p:sp>
      <p:cxnSp>
        <p:nvCxnSpPr>
          <p:cNvPr id="1231" name="Google Shape;1231;p30"/>
          <p:cNvCxnSpPr/>
          <p:nvPr/>
        </p:nvCxnSpPr>
        <p:spPr>
          <a:xfrm>
            <a:off x="4906987" y="1650660"/>
            <a:ext cx="0" cy="40871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232" name="Google Shape;1232;p30"/>
          <p:cNvSpPr txBox="1"/>
          <p:nvPr/>
        </p:nvSpPr>
        <p:spPr>
          <a:xfrm>
            <a:off x="4899534" y="490842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AN.S1</a:t>
            </a:r>
            <a:endParaRPr/>
          </a:p>
        </p:txBody>
      </p:sp>
      <p:cxnSp>
        <p:nvCxnSpPr>
          <p:cNvPr id="1233" name="Google Shape;1233;p30"/>
          <p:cNvCxnSpPr/>
          <p:nvPr/>
        </p:nvCxnSpPr>
        <p:spPr>
          <a:xfrm>
            <a:off x="4906987" y="4808780"/>
            <a:ext cx="0" cy="3589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234" name="Google Shape;1234;p30"/>
          <p:cNvSpPr/>
          <p:nvPr/>
        </p:nvSpPr>
        <p:spPr>
          <a:xfrm>
            <a:off x="4576790" y="3143829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35" name="Google Shape;1235;p30"/>
          <p:cNvSpPr txBox="1"/>
          <p:nvPr/>
        </p:nvSpPr>
        <p:spPr>
          <a:xfrm>
            <a:off x="4461569" y="3249099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</p:txBody>
      </p:sp>
      <p:sp>
        <p:nvSpPr>
          <p:cNvPr id="1236" name="Google Shape;1236;p30"/>
          <p:cNvSpPr/>
          <p:nvPr/>
        </p:nvSpPr>
        <p:spPr>
          <a:xfrm>
            <a:off x="4398611" y="915358"/>
            <a:ext cx="180000" cy="49079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37" name="Google Shape;1237;p30"/>
          <p:cNvSpPr txBox="1"/>
          <p:nvPr/>
        </p:nvSpPr>
        <p:spPr>
          <a:xfrm>
            <a:off x="6064831" y="121665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1238" name="Google Shape;1238;p30"/>
          <p:cNvSpPr txBox="1"/>
          <p:nvPr/>
        </p:nvSpPr>
        <p:spPr>
          <a:xfrm>
            <a:off x="6078589" y="2551198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AN.W1</a:t>
            </a:r>
            <a:endParaRPr/>
          </a:p>
        </p:txBody>
      </p:sp>
      <p:sp>
        <p:nvSpPr>
          <p:cNvPr id="1239" name="Google Shape;1239;p30"/>
          <p:cNvSpPr txBox="1"/>
          <p:nvPr/>
        </p:nvSpPr>
        <p:spPr>
          <a:xfrm>
            <a:off x="4877195" y="2221567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AP.WM</a:t>
            </a:r>
            <a:endParaRPr/>
          </a:p>
        </p:txBody>
      </p:sp>
      <p:sp>
        <p:nvSpPr>
          <p:cNvPr id="1240" name="Google Shape;1240;p30"/>
          <p:cNvSpPr txBox="1"/>
          <p:nvPr/>
        </p:nvSpPr>
        <p:spPr>
          <a:xfrm>
            <a:off x="2758637" y="2611005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DP.AP</a:t>
            </a:r>
            <a:endParaRPr/>
          </a:p>
        </p:txBody>
      </p:sp>
      <p:sp>
        <p:nvSpPr>
          <p:cNvPr id="1241" name="Google Shape;1241;p30"/>
          <p:cNvSpPr txBox="1"/>
          <p:nvPr/>
        </p:nvSpPr>
        <p:spPr>
          <a:xfrm>
            <a:off x="5359410" y="2573110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AP.AN</a:t>
            </a:r>
            <a:endParaRPr/>
          </a:p>
        </p:txBody>
      </p:sp>
      <p:sp>
        <p:nvSpPr>
          <p:cNvPr id="1242" name="Google Shape;1242;p30"/>
          <p:cNvSpPr txBox="1"/>
          <p:nvPr/>
        </p:nvSpPr>
        <p:spPr>
          <a:xfrm>
            <a:off x="4910381" y="1770330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AP.S1</a:t>
            </a:r>
            <a:endParaRPr/>
          </a:p>
        </p:txBody>
      </p:sp>
      <p:sp>
        <p:nvSpPr>
          <p:cNvPr id="1243" name="Google Shape;1243;p30"/>
          <p:cNvSpPr txBox="1"/>
          <p:nvPr/>
        </p:nvSpPr>
        <p:spPr>
          <a:xfrm>
            <a:off x="2435383" y="4715531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DN.S1</a:t>
            </a:r>
            <a:endParaRPr/>
          </a:p>
        </p:txBody>
      </p:sp>
      <p:sp>
        <p:nvSpPr>
          <p:cNvPr id="1244" name="Google Shape;1244;p30"/>
          <p:cNvSpPr/>
          <p:nvPr/>
        </p:nvSpPr>
        <p:spPr>
          <a:xfrm>
            <a:off x="2162160" y="215565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45" name="Google Shape;1245;p30"/>
          <p:cNvSpPr/>
          <p:nvPr/>
        </p:nvSpPr>
        <p:spPr>
          <a:xfrm>
            <a:off x="2162160" y="116270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46" name="Google Shape;1246;p30"/>
          <p:cNvSpPr txBox="1"/>
          <p:nvPr/>
        </p:nvSpPr>
        <p:spPr>
          <a:xfrm>
            <a:off x="2156017" y="2200667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(D)</a:t>
            </a:r>
            <a:endParaRPr/>
          </a:p>
        </p:txBody>
      </p:sp>
      <p:cxnSp>
        <p:nvCxnSpPr>
          <p:cNvPr id="1247" name="Google Shape;1247;p30"/>
          <p:cNvCxnSpPr/>
          <p:nvPr/>
        </p:nvCxnSpPr>
        <p:spPr>
          <a:xfrm>
            <a:off x="2162160" y="1486706"/>
            <a:ext cx="648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248" name="Google Shape;1248;p30"/>
          <p:cNvCxnSpPr/>
          <p:nvPr/>
        </p:nvCxnSpPr>
        <p:spPr>
          <a:xfrm>
            <a:off x="2483831" y="1810706"/>
            <a:ext cx="0" cy="34495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249" name="Google Shape;1249;p30"/>
          <p:cNvSpPr txBox="1"/>
          <p:nvPr/>
        </p:nvSpPr>
        <p:spPr>
          <a:xfrm>
            <a:off x="2175645" y="127934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DP.W1</a:t>
            </a:r>
            <a:endParaRPr/>
          </a:p>
        </p:txBody>
      </p:sp>
      <p:sp>
        <p:nvSpPr>
          <p:cNvPr id="1250" name="Google Shape;1250;p30"/>
          <p:cNvSpPr txBox="1"/>
          <p:nvPr/>
        </p:nvSpPr>
        <p:spPr>
          <a:xfrm>
            <a:off x="2539479" y="1890904"/>
            <a:ext cx="52053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DP.S1</a:t>
            </a:r>
            <a:endParaRPr/>
          </a:p>
        </p:txBody>
      </p:sp>
      <p:sp>
        <p:nvSpPr>
          <p:cNvPr id="1251" name="Google Shape;1251;p30"/>
          <p:cNvSpPr/>
          <p:nvPr/>
        </p:nvSpPr>
        <p:spPr>
          <a:xfrm>
            <a:off x="2162160" y="4991791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52" name="Google Shape;1252;p30"/>
          <p:cNvSpPr/>
          <p:nvPr/>
        </p:nvSpPr>
        <p:spPr>
          <a:xfrm>
            <a:off x="2162160" y="3998841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1253" name="Google Shape;1253;p30"/>
          <p:cNvCxnSpPr/>
          <p:nvPr/>
        </p:nvCxnSpPr>
        <p:spPr>
          <a:xfrm>
            <a:off x="2162160" y="5326018"/>
            <a:ext cx="648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254" name="Google Shape;1254;p30"/>
          <p:cNvCxnSpPr/>
          <p:nvPr/>
        </p:nvCxnSpPr>
        <p:spPr>
          <a:xfrm>
            <a:off x="2483831" y="4646841"/>
            <a:ext cx="0" cy="34495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255" name="Google Shape;1255;p30"/>
          <p:cNvSpPr txBox="1"/>
          <p:nvPr/>
        </p:nvSpPr>
        <p:spPr>
          <a:xfrm>
            <a:off x="2175645" y="511865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DN.W1</a:t>
            </a:r>
            <a:endParaRPr/>
          </a:p>
        </p:txBody>
      </p:sp>
      <p:sp>
        <p:nvSpPr>
          <p:cNvPr id="1256" name="Google Shape;1256;p30"/>
          <p:cNvSpPr txBox="1"/>
          <p:nvPr/>
        </p:nvSpPr>
        <p:spPr>
          <a:xfrm>
            <a:off x="2155501" y="4043336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(D)</a:t>
            </a:r>
            <a:endParaRPr/>
          </a:p>
        </p:txBody>
      </p:sp>
      <p:sp>
        <p:nvSpPr>
          <p:cNvPr id="1257" name="Google Shape;1257;p30"/>
          <p:cNvSpPr txBox="1"/>
          <p:nvPr/>
        </p:nvSpPr>
        <p:spPr>
          <a:xfrm>
            <a:off x="-1" y="7376"/>
            <a:ext cx="56397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Cat-3: MOS transistor related</a:t>
            </a:r>
            <a:endParaRPr/>
          </a:p>
        </p:txBody>
      </p:sp>
      <p:sp>
        <p:nvSpPr>
          <p:cNvPr id="1258" name="Google Shape;1258;p30"/>
          <p:cNvSpPr/>
          <p:nvPr/>
        </p:nvSpPr>
        <p:spPr>
          <a:xfrm>
            <a:off x="1014109" y="2171960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59" name="Google Shape;1259;p30"/>
          <p:cNvSpPr txBox="1"/>
          <p:nvPr/>
        </p:nvSpPr>
        <p:spPr>
          <a:xfrm>
            <a:off x="1012462" y="2222303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1260" name="Google Shape;1260;p30"/>
          <p:cNvCxnSpPr/>
          <p:nvPr/>
        </p:nvCxnSpPr>
        <p:spPr>
          <a:xfrm>
            <a:off x="1667673" y="2507766"/>
            <a:ext cx="50234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261" name="Google Shape;1261;p30"/>
          <p:cNvSpPr txBox="1"/>
          <p:nvPr/>
        </p:nvSpPr>
        <p:spPr>
          <a:xfrm>
            <a:off x="1624955" y="2559136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DP.AN</a:t>
            </a:r>
            <a:endParaRPr/>
          </a:p>
        </p:txBody>
      </p:sp>
      <p:sp>
        <p:nvSpPr>
          <p:cNvPr id="1262" name="Google Shape;1262;p30"/>
          <p:cNvSpPr/>
          <p:nvPr/>
        </p:nvSpPr>
        <p:spPr>
          <a:xfrm>
            <a:off x="1027787" y="3991249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63" name="Google Shape;1263;p30"/>
          <p:cNvSpPr txBox="1"/>
          <p:nvPr/>
        </p:nvSpPr>
        <p:spPr>
          <a:xfrm>
            <a:off x="1025317" y="432003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1264" name="Google Shape;1264;p30"/>
          <p:cNvCxnSpPr/>
          <p:nvPr/>
        </p:nvCxnSpPr>
        <p:spPr>
          <a:xfrm>
            <a:off x="1671106" y="4313767"/>
            <a:ext cx="50360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265" name="Google Shape;1265;p30"/>
          <p:cNvSpPr txBox="1"/>
          <p:nvPr/>
        </p:nvSpPr>
        <p:spPr>
          <a:xfrm>
            <a:off x="1621585" y="407944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DN.AP</a:t>
            </a:r>
            <a:endParaRPr/>
          </a:p>
        </p:txBody>
      </p:sp>
      <p:cxnSp>
        <p:nvCxnSpPr>
          <p:cNvPr id="1266" name="Google Shape;1266;p30"/>
          <p:cNvCxnSpPr/>
          <p:nvPr/>
        </p:nvCxnSpPr>
        <p:spPr>
          <a:xfrm>
            <a:off x="4398611" y="2551198"/>
            <a:ext cx="174399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267" name="Google Shape;1267;p30"/>
          <p:cNvSpPr txBox="1"/>
          <p:nvPr/>
        </p:nvSpPr>
        <p:spPr>
          <a:xfrm>
            <a:off x="4112926" y="2283317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AP.LM</a:t>
            </a:r>
            <a:endParaRPr/>
          </a:p>
        </p:txBody>
      </p:sp>
      <p:cxnSp>
        <p:nvCxnSpPr>
          <p:cNvPr id="1268" name="Google Shape;1268;p30"/>
          <p:cNvCxnSpPr/>
          <p:nvPr/>
        </p:nvCxnSpPr>
        <p:spPr>
          <a:xfrm>
            <a:off x="4400671" y="4597914"/>
            <a:ext cx="174399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269" name="Google Shape;1269;p30"/>
          <p:cNvSpPr txBox="1"/>
          <p:nvPr/>
        </p:nvSpPr>
        <p:spPr>
          <a:xfrm>
            <a:off x="4114986" y="4330033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AN.LM</a:t>
            </a:r>
            <a:endParaRPr/>
          </a:p>
        </p:txBody>
      </p:sp>
      <p:sp>
        <p:nvSpPr>
          <p:cNvPr id="1270" name="Google Shape;1270;p30"/>
          <p:cNvSpPr txBox="1"/>
          <p:nvPr/>
        </p:nvSpPr>
        <p:spPr>
          <a:xfrm>
            <a:off x="2984297" y="3012906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AP.WN</a:t>
            </a:r>
            <a:endParaRPr/>
          </a:p>
        </p:txBody>
      </p:sp>
      <p:cxnSp>
        <p:nvCxnSpPr>
          <p:cNvPr id="1271" name="Google Shape;1271;p30"/>
          <p:cNvCxnSpPr/>
          <p:nvPr/>
        </p:nvCxnSpPr>
        <p:spPr>
          <a:xfrm>
            <a:off x="3632007" y="2819960"/>
            <a:ext cx="0" cy="62726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272" name="Google Shape;1272;p30"/>
          <p:cNvSpPr txBox="1"/>
          <p:nvPr/>
        </p:nvSpPr>
        <p:spPr>
          <a:xfrm>
            <a:off x="1824815" y="3013645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AP.WN</a:t>
            </a:r>
            <a:endParaRPr/>
          </a:p>
        </p:txBody>
      </p:sp>
      <p:cxnSp>
        <p:nvCxnSpPr>
          <p:cNvPr id="1273" name="Google Shape;1273;p30"/>
          <p:cNvCxnSpPr/>
          <p:nvPr/>
        </p:nvCxnSpPr>
        <p:spPr>
          <a:xfrm>
            <a:off x="2472525" y="2820699"/>
            <a:ext cx="0" cy="62726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274" name="Google Shape;1274;p30"/>
          <p:cNvCxnSpPr/>
          <p:nvPr/>
        </p:nvCxnSpPr>
        <p:spPr>
          <a:xfrm>
            <a:off x="6402589" y="2830975"/>
            <a:ext cx="0" cy="59615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275" name="Google Shape;1275;p30"/>
          <p:cNvSpPr txBox="1"/>
          <p:nvPr/>
        </p:nvSpPr>
        <p:spPr>
          <a:xfrm>
            <a:off x="6285456" y="3027857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AN.WN</a:t>
            </a:r>
            <a:endParaRPr/>
          </a:p>
        </p:txBody>
      </p:sp>
      <p:sp>
        <p:nvSpPr>
          <p:cNvPr id="1276" name="Google Shape;1276;p30"/>
          <p:cNvSpPr txBox="1"/>
          <p:nvPr/>
        </p:nvSpPr>
        <p:spPr>
          <a:xfrm>
            <a:off x="7399602" y="5197867"/>
            <a:ext cx="4396715" cy="10156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AP(M)/PMOS：AP for 5V PMOS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AN(M)/NMOS：AN for 5V NMOS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AP(D)/DP  ：AP for P-Diode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AN(D)/DN  ：AN for N-Diode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WN(M)     ：WN covering PMOS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277" name="Google Shape;127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3053" y="540000"/>
            <a:ext cx="4657864" cy="4657864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p30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31"/>
          <p:cNvSpPr/>
          <p:nvPr/>
        </p:nvSpPr>
        <p:spPr>
          <a:xfrm>
            <a:off x="672663" y="482765"/>
            <a:ext cx="5916143" cy="2956173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31"/>
          <p:cNvSpPr/>
          <p:nvPr/>
        </p:nvSpPr>
        <p:spPr>
          <a:xfrm>
            <a:off x="2620949" y="3996620"/>
            <a:ext cx="1943845" cy="16160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85" name="Google Shape;1285;p31"/>
          <p:cNvSpPr/>
          <p:nvPr/>
        </p:nvSpPr>
        <p:spPr>
          <a:xfrm>
            <a:off x="2620949" y="1178924"/>
            <a:ext cx="1943845" cy="16471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86" name="Google Shape;1286;p31"/>
          <p:cNvSpPr/>
          <p:nvPr/>
        </p:nvSpPr>
        <p:spPr>
          <a:xfrm>
            <a:off x="5389190" y="1174701"/>
            <a:ext cx="648000" cy="16471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87" name="Google Shape;1287;p31"/>
          <p:cNvSpPr/>
          <p:nvPr/>
        </p:nvSpPr>
        <p:spPr>
          <a:xfrm>
            <a:off x="3232950" y="906179"/>
            <a:ext cx="180000" cy="49788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88" name="Google Shape;1288;p31"/>
          <p:cNvSpPr/>
          <p:nvPr/>
        </p:nvSpPr>
        <p:spPr>
          <a:xfrm>
            <a:off x="5395837" y="4013943"/>
            <a:ext cx="648000" cy="159873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89" name="Google Shape;1289;p31"/>
          <p:cNvSpPr txBox="1"/>
          <p:nvPr/>
        </p:nvSpPr>
        <p:spPr>
          <a:xfrm>
            <a:off x="3890258" y="121665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1290" name="Google Shape;1290;p31"/>
          <p:cNvSpPr txBox="1"/>
          <p:nvPr/>
        </p:nvSpPr>
        <p:spPr>
          <a:xfrm>
            <a:off x="3915265" y="5335683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1291" name="Google Shape;1291;p31"/>
          <p:cNvSpPr txBox="1"/>
          <p:nvPr/>
        </p:nvSpPr>
        <p:spPr>
          <a:xfrm>
            <a:off x="5398026" y="5335683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1292" name="Google Shape;1292;p31"/>
          <p:cNvCxnSpPr>
            <a:stCxn id="1287" idx="0"/>
          </p:cNvCxnSpPr>
          <p:nvPr/>
        </p:nvCxnSpPr>
        <p:spPr>
          <a:xfrm>
            <a:off x="3322950" y="906179"/>
            <a:ext cx="5700" cy="273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293" name="Google Shape;1293;p31"/>
          <p:cNvSpPr/>
          <p:nvPr/>
        </p:nvSpPr>
        <p:spPr>
          <a:xfrm>
            <a:off x="3894038" y="3143829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94" name="Google Shape;1294;p31"/>
          <p:cNvSpPr txBox="1"/>
          <p:nvPr/>
        </p:nvSpPr>
        <p:spPr>
          <a:xfrm>
            <a:off x="3778817" y="3249099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</p:txBody>
      </p:sp>
      <p:sp>
        <p:nvSpPr>
          <p:cNvPr id="1295" name="Google Shape;1295;p31"/>
          <p:cNvSpPr/>
          <p:nvPr/>
        </p:nvSpPr>
        <p:spPr>
          <a:xfrm>
            <a:off x="3715859" y="915358"/>
            <a:ext cx="180000" cy="49695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96" name="Google Shape;1296;p31"/>
          <p:cNvSpPr txBox="1"/>
          <p:nvPr/>
        </p:nvSpPr>
        <p:spPr>
          <a:xfrm>
            <a:off x="5382079" y="121665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1297" name="Google Shape;1297;p31"/>
          <p:cNvSpPr txBox="1"/>
          <p:nvPr/>
        </p:nvSpPr>
        <p:spPr>
          <a:xfrm flipH="1">
            <a:off x="2587039" y="936695"/>
            <a:ext cx="611277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GC.EP</a:t>
            </a:r>
            <a:endParaRPr/>
          </a:p>
        </p:txBody>
      </p:sp>
      <p:sp>
        <p:nvSpPr>
          <p:cNvPr id="1298" name="Google Shape;1298;p31"/>
          <p:cNvSpPr/>
          <p:nvPr/>
        </p:nvSpPr>
        <p:spPr>
          <a:xfrm>
            <a:off x="4871369" y="3334855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31"/>
          <p:cNvSpPr/>
          <p:nvPr/>
        </p:nvSpPr>
        <p:spPr>
          <a:xfrm>
            <a:off x="4153792" y="2325452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31"/>
          <p:cNvSpPr/>
          <p:nvPr/>
        </p:nvSpPr>
        <p:spPr>
          <a:xfrm>
            <a:off x="4153792" y="1771340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31"/>
          <p:cNvSpPr/>
          <p:nvPr/>
        </p:nvSpPr>
        <p:spPr>
          <a:xfrm>
            <a:off x="5622813" y="2325452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31"/>
          <p:cNvSpPr/>
          <p:nvPr/>
        </p:nvSpPr>
        <p:spPr>
          <a:xfrm>
            <a:off x="5622093" y="1771340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3" name="Google Shape;1303;p31"/>
          <p:cNvCxnSpPr/>
          <p:nvPr/>
        </p:nvCxnSpPr>
        <p:spPr>
          <a:xfrm rot="10800000">
            <a:off x="5389190" y="2415452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304" name="Google Shape;1304;p31"/>
          <p:cNvCxnSpPr/>
          <p:nvPr/>
        </p:nvCxnSpPr>
        <p:spPr>
          <a:xfrm rot="10800000">
            <a:off x="5622093" y="2415452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305" name="Google Shape;1305;p31"/>
          <p:cNvSpPr txBox="1"/>
          <p:nvPr/>
        </p:nvSpPr>
        <p:spPr>
          <a:xfrm>
            <a:off x="5666731" y="2495372"/>
            <a:ext cx="658533" cy="191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CO.WB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306" name="Google Shape;1306;p31"/>
          <p:cNvCxnSpPr/>
          <p:nvPr/>
        </p:nvCxnSpPr>
        <p:spPr>
          <a:xfrm>
            <a:off x="5712093" y="1979967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307" name="Google Shape;1307;p31"/>
          <p:cNvSpPr txBox="1"/>
          <p:nvPr/>
        </p:nvSpPr>
        <p:spPr>
          <a:xfrm>
            <a:off x="5724127" y="208932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CO.S1</a:t>
            </a:r>
            <a:endParaRPr/>
          </a:p>
        </p:txBody>
      </p:sp>
      <p:sp>
        <p:nvSpPr>
          <p:cNvPr id="1308" name="Google Shape;1308;p31"/>
          <p:cNvSpPr txBox="1"/>
          <p:nvPr/>
        </p:nvSpPr>
        <p:spPr>
          <a:xfrm>
            <a:off x="4835560" y="232599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CO.AN</a:t>
            </a:r>
            <a:endParaRPr/>
          </a:p>
        </p:txBody>
      </p:sp>
      <p:cxnSp>
        <p:nvCxnSpPr>
          <p:cNvPr id="1309" name="Google Shape;1309;p31"/>
          <p:cNvCxnSpPr/>
          <p:nvPr/>
        </p:nvCxnSpPr>
        <p:spPr>
          <a:xfrm rot="10800000">
            <a:off x="3905060" y="2415048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310" name="Google Shape;1310;p31"/>
          <p:cNvCxnSpPr/>
          <p:nvPr/>
        </p:nvCxnSpPr>
        <p:spPr>
          <a:xfrm rot="10800000">
            <a:off x="4154533" y="1856648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311" name="Google Shape;1311;p31"/>
          <p:cNvCxnSpPr/>
          <p:nvPr/>
        </p:nvCxnSpPr>
        <p:spPr>
          <a:xfrm rot="10800000">
            <a:off x="4326089" y="1866895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312" name="Google Shape;1312;p31"/>
          <p:cNvCxnSpPr/>
          <p:nvPr/>
        </p:nvCxnSpPr>
        <p:spPr>
          <a:xfrm>
            <a:off x="4241387" y="1970710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313" name="Google Shape;1313;p31"/>
          <p:cNvSpPr txBox="1"/>
          <p:nvPr/>
        </p:nvSpPr>
        <p:spPr>
          <a:xfrm>
            <a:off x="4280382" y="2043433"/>
            <a:ext cx="102084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CO.SM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14" name="Google Shape;1314;p31"/>
          <p:cNvSpPr txBox="1"/>
          <p:nvPr/>
        </p:nvSpPr>
        <p:spPr>
          <a:xfrm>
            <a:off x="4530495" y="177801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CO.AP</a:t>
            </a:r>
            <a:endParaRPr/>
          </a:p>
        </p:txBody>
      </p:sp>
      <p:sp>
        <p:nvSpPr>
          <p:cNvPr id="1315" name="Google Shape;1315;p31"/>
          <p:cNvSpPr txBox="1"/>
          <p:nvPr/>
        </p:nvSpPr>
        <p:spPr>
          <a:xfrm>
            <a:off x="4218086" y="1559444"/>
            <a:ext cx="103446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CO.WM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16" name="Google Shape;1316;p31"/>
          <p:cNvSpPr txBox="1"/>
          <p:nvPr/>
        </p:nvSpPr>
        <p:spPr>
          <a:xfrm>
            <a:off x="3597056" y="222575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CO.GG</a:t>
            </a:r>
            <a:endParaRPr/>
          </a:p>
        </p:txBody>
      </p:sp>
      <p:sp>
        <p:nvSpPr>
          <p:cNvPr id="1317" name="Google Shape;1317;p31"/>
          <p:cNvSpPr/>
          <p:nvPr/>
        </p:nvSpPr>
        <p:spPr>
          <a:xfrm>
            <a:off x="4153792" y="4832111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31"/>
          <p:cNvSpPr/>
          <p:nvPr/>
        </p:nvSpPr>
        <p:spPr>
          <a:xfrm>
            <a:off x="4153792" y="4277999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31"/>
          <p:cNvSpPr/>
          <p:nvPr/>
        </p:nvSpPr>
        <p:spPr>
          <a:xfrm>
            <a:off x="5622813" y="483211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31"/>
          <p:cNvSpPr/>
          <p:nvPr/>
        </p:nvSpPr>
        <p:spPr>
          <a:xfrm>
            <a:off x="5622093" y="4277999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1" name="Google Shape;1321;p31"/>
          <p:cNvCxnSpPr/>
          <p:nvPr/>
        </p:nvCxnSpPr>
        <p:spPr>
          <a:xfrm rot="10800000">
            <a:off x="5389190" y="4922111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322" name="Google Shape;1322;p31"/>
          <p:cNvCxnSpPr/>
          <p:nvPr/>
        </p:nvCxnSpPr>
        <p:spPr>
          <a:xfrm rot="10800000">
            <a:off x="5622093" y="4922111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323" name="Google Shape;1323;p31"/>
          <p:cNvSpPr txBox="1"/>
          <p:nvPr/>
        </p:nvSpPr>
        <p:spPr>
          <a:xfrm>
            <a:off x="5661895" y="5033806"/>
            <a:ext cx="573806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CO.WB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324" name="Google Shape;1324;p31"/>
          <p:cNvCxnSpPr/>
          <p:nvPr/>
        </p:nvCxnSpPr>
        <p:spPr>
          <a:xfrm>
            <a:off x="5712093" y="4486626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325" name="Google Shape;1325;p31"/>
          <p:cNvSpPr txBox="1"/>
          <p:nvPr/>
        </p:nvSpPr>
        <p:spPr>
          <a:xfrm>
            <a:off x="5724127" y="459598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CO.S1</a:t>
            </a:r>
            <a:endParaRPr/>
          </a:p>
        </p:txBody>
      </p:sp>
      <p:sp>
        <p:nvSpPr>
          <p:cNvPr id="1326" name="Google Shape;1326;p31"/>
          <p:cNvSpPr txBox="1"/>
          <p:nvPr/>
        </p:nvSpPr>
        <p:spPr>
          <a:xfrm>
            <a:off x="4835560" y="479255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CO.AP</a:t>
            </a:r>
            <a:endParaRPr/>
          </a:p>
        </p:txBody>
      </p:sp>
      <p:cxnSp>
        <p:nvCxnSpPr>
          <p:cNvPr id="1327" name="Google Shape;1327;p31"/>
          <p:cNvCxnSpPr/>
          <p:nvPr/>
        </p:nvCxnSpPr>
        <p:spPr>
          <a:xfrm rot="10800000">
            <a:off x="3905060" y="4921707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328" name="Google Shape;1328;p31"/>
          <p:cNvCxnSpPr/>
          <p:nvPr/>
        </p:nvCxnSpPr>
        <p:spPr>
          <a:xfrm rot="10800000">
            <a:off x="4154533" y="4363307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329" name="Google Shape;1329;p31"/>
          <p:cNvCxnSpPr/>
          <p:nvPr/>
        </p:nvCxnSpPr>
        <p:spPr>
          <a:xfrm rot="10800000">
            <a:off x="4326643" y="4931406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330" name="Google Shape;1330;p31"/>
          <p:cNvCxnSpPr/>
          <p:nvPr/>
        </p:nvCxnSpPr>
        <p:spPr>
          <a:xfrm>
            <a:off x="4241387" y="4477369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331" name="Google Shape;1331;p31"/>
          <p:cNvSpPr txBox="1"/>
          <p:nvPr/>
        </p:nvSpPr>
        <p:spPr>
          <a:xfrm>
            <a:off x="4268904" y="4605728"/>
            <a:ext cx="1043807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CO.SM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32" name="Google Shape;1332;p31"/>
          <p:cNvSpPr txBox="1"/>
          <p:nvPr/>
        </p:nvSpPr>
        <p:spPr>
          <a:xfrm>
            <a:off x="4365539" y="493812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CO.AN</a:t>
            </a:r>
            <a:endParaRPr/>
          </a:p>
        </p:txBody>
      </p:sp>
      <p:sp>
        <p:nvSpPr>
          <p:cNvPr id="1333" name="Google Shape;1333;p31"/>
          <p:cNvSpPr txBox="1"/>
          <p:nvPr/>
        </p:nvSpPr>
        <p:spPr>
          <a:xfrm>
            <a:off x="4348698" y="4289739"/>
            <a:ext cx="101940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CO.WM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34" name="Google Shape;1334;p31"/>
          <p:cNvSpPr txBox="1"/>
          <p:nvPr/>
        </p:nvSpPr>
        <p:spPr>
          <a:xfrm>
            <a:off x="3699144" y="501088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CO.GG</a:t>
            </a:r>
            <a:endParaRPr/>
          </a:p>
        </p:txBody>
      </p:sp>
      <p:cxnSp>
        <p:nvCxnSpPr>
          <p:cNvPr id="1335" name="Google Shape;1335;p31"/>
          <p:cNvCxnSpPr/>
          <p:nvPr/>
        </p:nvCxnSpPr>
        <p:spPr>
          <a:xfrm>
            <a:off x="3305999" y="5611837"/>
            <a:ext cx="5765" cy="273036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336" name="Google Shape;1336;p31"/>
          <p:cNvSpPr txBox="1"/>
          <p:nvPr/>
        </p:nvSpPr>
        <p:spPr>
          <a:xfrm flipH="1">
            <a:off x="2570088" y="5642353"/>
            <a:ext cx="611277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GC.EN</a:t>
            </a:r>
            <a:endParaRPr/>
          </a:p>
        </p:txBody>
      </p:sp>
      <p:cxnSp>
        <p:nvCxnSpPr>
          <p:cNvPr id="1337" name="Google Shape;1337;p31"/>
          <p:cNvCxnSpPr/>
          <p:nvPr/>
        </p:nvCxnSpPr>
        <p:spPr>
          <a:xfrm flipH="1">
            <a:off x="4858875" y="3424807"/>
            <a:ext cx="176064" cy="1030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338" name="Google Shape;1338;p31"/>
          <p:cNvCxnSpPr>
            <a:endCxn id="1298" idx="0"/>
          </p:cNvCxnSpPr>
          <p:nvPr/>
        </p:nvCxnSpPr>
        <p:spPr>
          <a:xfrm>
            <a:off x="4961369" y="3143755"/>
            <a:ext cx="0" cy="191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339" name="Google Shape;1339;p31"/>
          <p:cNvSpPr txBox="1"/>
          <p:nvPr/>
        </p:nvSpPr>
        <p:spPr>
          <a:xfrm>
            <a:off x="4638755" y="35055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CO.W1</a:t>
            </a:r>
            <a:endParaRPr/>
          </a:p>
        </p:txBody>
      </p:sp>
      <p:sp>
        <p:nvSpPr>
          <p:cNvPr id="1340" name="Google Shape;1340;p31"/>
          <p:cNvSpPr txBox="1"/>
          <p:nvPr/>
        </p:nvSpPr>
        <p:spPr>
          <a:xfrm>
            <a:off x="4602713" y="296537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CO.GC</a:t>
            </a:r>
            <a:endParaRPr/>
          </a:p>
        </p:txBody>
      </p:sp>
      <p:sp>
        <p:nvSpPr>
          <p:cNvPr id="1341" name="Google Shape;1341;p31"/>
          <p:cNvSpPr/>
          <p:nvPr/>
        </p:nvSpPr>
        <p:spPr>
          <a:xfrm>
            <a:off x="4433709" y="3334855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2" name="Google Shape;1342;p31"/>
          <p:cNvCxnSpPr/>
          <p:nvPr/>
        </p:nvCxnSpPr>
        <p:spPr>
          <a:xfrm rot="10800000">
            <a:off x="4624324" y="3429959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343" name="Google Shape;1343;p31"/>
          <p:cNvSpPr txBox="1"/>
          <p:nvPr/>
        </p:nvSpPr>
        <p:spPr>
          <a:xfrm>
            <a:off x="4240030" y="313133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CO.S1</a:t>
            </a:r>
            <a:endParaRPr/>
          </a:p>
        </p:txBody>
      </p:sp>
      <p:sp>
        <p:nvSpPr>
          <p:cNvPr id="1344" name="Google Shape;1344;p31"/>
          <p:cNvSpPr/>
          <p:nvPr/>
        </p:nvSpPr>
        <p:spPr>
          <a:xfrm>
            <a:off x="1905161" y="3171020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1345" name="Google Shape;1345;p31"/>
          <p:cNvCxnSpPr/>
          <p:nvPr/>
        </p:nvCxnSpPr>
        <p:spPr>
          <a:xfrm>
            <a:off x="3045101" y="2817762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346" name="Google Shape;1346;p31"/>
          <p:cNvSpPr txBox="1"/>
          <p:nvPr/>
        </p:nvSpPr>
        <p:spPr>
          <a:xfrm>
            <a:off x="2402231" y="291292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GA.AP</a:t>
            </a:r>
            <a:endParaRPr/>
          </a:p>
        </p:txBody>
      </p:sp>
      <p:cxnSp>
        <p:nvCxnSpPr>
          <p:cNvPr id="1347" name="Google Shape;1347;p31"/>
          <p:cNvCxnSpPr/>
          <p:nvPr/>
        </p:nvCxnSpPr>
        <p:spPr>
          <a:xfrm>
            <a:off x="3027192" y="3665849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348" name="Google Shape;1348;p31"/>
          <p:cNvSpPr txBox="1"/>
          <p:nvPr/>
        </p:nvSpPr>
        <p:spPr>
          <a:xfrm>
            <a:off x="2402231" y="375096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GA.AN</a:t>
            </a:r>
            <a:endParaRPr/>
          </a:p>
        </p:txBody>
      </p:sp>
      <p:cxnSp>
        <p:nvCxnSpPr>
          <p:cNvPr id="1349" name="Google Shape;1349;p31"/>
          <p:cNvCxnSpPr/>
          <p:nvPr/>
        </p:nvCxnSpPr>
        <p:spPr>
          <a:xfrm rot="10800000">
            <a:off x="3232950" y="1982526"/>
            <a:ext cx="18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350" name="Google Shape;1350;p31"/>
          <p:cNvCxnSpPr/>
          <p:nvPr/>
        </p:nvCxnSpPr>
        <p:spPr>
          <a:xfrm rot="10800000">
            <a:off x="3412950" y="1982526"/>
            <a:ext cx="302909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351" name="Google Shape;1351;p31"/>
          <p:cNvSpPr txBox="1"/>
          <p:nvPr/>
        </p:nvSpPr>
        <p:spPr>
          <a:xfrm>
            <a:off x="3265202" y="206550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GC.S1</a:t>
            </a:r>
            <a:endParaRPr/>
          </a:p>
        </p:txBody>
      </p:sp>
      <p:sp>
        <p:nvSpPr>
          <p:cNvPr id="1352" name="Google Shape;1352;p31"/>
          <p:cNvSpPr txBox="1"/>
          <p:nvPr/>
        </p:nvSpPr>
        <p:spPr>
          <a:xfrm>
            <a:off x="3006936" y="173535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GC.W1</a:t>
            </a:r>
            <a:endParaRPr/>
          </a:p>
        </p:txBody>
      </p:sp>
      <p:sp>
        <p:nvSpPr>
          <p:cNvPr id="1353" name="Google Shape;1353;p31"/>
          <p:cNvSpPr/>
          <p:nvPr/>
        </p:nvSpPr>
        <p:spPr>
          <a:xfrm>
            <a:off x="1479408" y="215565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54" name="Google Shape;1354;p31"/>
          <p:cNvSpPr/>
          <p:nvPr/>
        </p:nvSpPr>
        <p:spPr>
          <a:xfrm>
            <a:off x="1479408" y="116270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55" name="Google Shape;1355;p31"/>
          <p:cNvSpPr txBox="1"/>
          <p:nvPr/>
        </p:nvSpPr>
        <p:spPr>
          <a:xfrm>
            <a:off x="1473265" y="2200667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(D)</a:t>
            </a:r>
            <a:endParaRPr/>
          </a:p>
        </p:txBody>
      </p:sp>
      <p:sp>
        <p:nvSpPr>
          <p:cNvPr id="1356" name="Google Shape;1356;p31"/>
          <p:cNvSpPr/>
          <p:nvPr/>
        </p:nvSpPr>
        <p:spPr>
          <a:xfrm>
            <a:off x="1479408" y="4988804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57" name="Google Shape;1357;p31"/>
          <p:cNvSpPr/>
          <p:nvPr/>
        </p:nvSpPr>
        <p:spPr>
          <a:xfrm>
            <a:off x="1479408" y="3998841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58" name="Google Shape;1358;p31"/>
          <p:cNvSpPr txBox="1"/>
          <p:nvPr/>
        </p:nvSpPr>
        <p:spPr>
          <a:xfrm>
            <a:off x="1473265" y="5048653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(D)</a:t>
            </a:r>
            <a:endParaRPr/>
          </a:p>
        </p:txBody>
      </p:sp>
      <p:sp>
        <p:nvSpPr>
          <p:cNvPr id="1359" name="Google Shape;1359;p31"/>
          <p:cNvSpPr/>
          <p:nvPr/>
        </p:nvSpPr>
        <p:spPr>
          <a:xfrm>
            <a:off x="1713408" y="4227737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0" name="Google Shape;1360;p31"/>
          <p:cNvCxnSpPr/>
          <p:nvPr/>
        </p:nvCxnSpPr>
        <p:spPr>
          <a:xfrm rot="10800000">
            <a:off x="1479234" y="4322841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361" name="Google Shape;1361;p31"/>
          <p:cNvCxnSpPr/>
          <p:nvPr/>
        </p:nvCxnSpPr>
        <p:spPr>
          <a:xfrm rot="10800000">
            <a:off x="1716554" y="4322841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362" name="Google Shape;1362;p31"/>
          <p:cNvSpPr txBox="1"/>
          <p:nvPr/>
        </p:nvSpPr>
        <p:spPr>
          <a:xfrm>
            <a:off x="1623826" y="444078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CO.WD</a:t>
            </a:r>
            <a:endParaRPr/>
          </a:p>
        </p:txBody>
      </p:sp>
      <p:sp>
        <p:nvSpPr>
          <p:cNvPr id="1363" name="Google Shape;1363;p31"/>
          <p:cNvSpPr txBox="1"/>
          <p:nvPr/>
        </p:nvSpPr>
        <p:spPr>
          <a:xfrm>
            <a:off x="925604" y="423050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CO.AD</a:t>
            </a:r>
            <a:endParaRPr/>
          </a:p>
        </p:txBody>
      </p:sp>
      <p:sp>
        <p:nvSpPr>
          <p:cNvPr id="1364" name="Google Shape;1364;p31"/>
          <p:cNvSpPr/>
          <p:nvPr/>
        </p:nvSpPr>
        <p:spPr>
          <a:xfrm>
            <a:off x="1713408" y="1391602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5" name="Google Shape;1365;p31"/>
          <p:cNvCxnSpPr/>
          <p:nvPr/>
        </p:nvCxnSpPr>
        <p:spPr>
          <a:xfrm rot="10800000">
            <a:off x="1478810" y="1486706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366" name="Google Shape;1366;p31"/>
          <p:cNvCxnSpPr/>
          <p:nvPr/>
        </p:nvCxnSpPr>
        <p:spPr>
          <a:xfrm rot="10800000">
            <a:off x="1716554" y="1486706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367" name="Google Shape;1367;p31"/>
          <p:cNvSpPr txBox="1"/>
          <p:nvPr/>
        </p:nvSpPr>
        <p:spPr>
          <a:xfrm>
            <a:off x="1623402" y="160556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CO.WD</a:t>
            </a:r>
            <a:endParaRPr/>
          </a:p>
        </p:txBody>
      </p:sp>
      <p:sp>
        <p:nvSpPr>
          <p:cNvPr id="1368" name="Google Shape;1368;p31"/>
          <p:cNvSpPr txBox="1"/>
          <p:nvPr/>
        </p:nvSpPr>
        <p:spPr>
          <a:xfrm>
            <a:off x="925180" y="139437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CO.AD</a:t>
            </a:r>
            <a:endParaRPr/>
          </a:p>
        </p:txBody>
      </p:sp>
      <p:sp>
        <p:nvSpPr>
          <p:cNvPr id="1369" name="Google Shape;1369;p31"/>
          <p:cNvSpPr txBox="1"/>
          <p:nvPr/>
        </p:nvSpPr>
        <p:spPr>
          <a:xfrm>
            <a:off x="672663" y="666687"/>
            <a:ext cx="12198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1370" name="Google Shape;1370;p31"/>
          <p:cNvSpPr txBox="1"/>
          <p:nvPr/>
        </p:nvSpPr>
        <p:spPr>
          <a:xfrm>
            <a:off x="-1" y="7376"/>
            <a:ext cx="56397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Cat-4: Contact and Poly related</a:t>
            </a:r>
            <a:endParaRPr/>
          </a:p>
        </p:txBody>
      </p:sp>
      <p:sp>
        <p:nvSpPr>
          <p:cNvPr id="1371" name="Google Shape;1371;p31"/>
          <p:cNvSpPr txBox="1"/>
          <p:nvPr/>
        </p:nvSpPr>
        <p:spPr>
          <a:xfrm>
            <a:off x="1236135" y="4024037"/>
            <a:ext cx="113454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CO(D)</a:t>
            </a:r>
            <a:endParaRPr/>
          </a:p>
        </p:txBody>
      </p:sp>
      <p:sp>
        <p:nvSpPr>
          <p:cNvPr id="1372" name="Google Shape;1372;p31"/>
          <p:cNvSpPr txBox="1"/>
          <p:nvPr/>
        </p:nvSpPr>
        <p:spPr>
          <a:xfrm>
            <a:off x="8412554" y="5568423"/>
            <a:ext cx="3596585" cy="12003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   ：GC/GR (all Poly)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BG   ：AP/AN for MOS Back-gate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CO(M)：CO on PMOS/NMOS source/drain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CO(B)：CO on BG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CO(D)：CO on AP(D)/AN(D)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CO(L)：CO(Area&gt;=1.5um</a:t>
            </a:r>
            <a:r>
              <a:rPr baseline="30000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</p:txBody>
      </p:sp>
      <p:cxnSp>
        <p:nvCxnSpPr>
          <p:cNvPr id="1373" name="Google Shape;1373;p31"/>
          <p:cNvCxnSpPr/>
          <p:nvPr/>
        </p:nvCxnSpPr>
        <p:spPr>
          <a:xfrm>
            <a:off x="4240030" y="2505452"/>
            <a:ext cx="0" cy="31634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374" name="Google Shape;1374;p31"/>
          <p:cNvSpPr txBox="1"/>
          <p:nvPr/>
        </p:nvSpPr>
        <p:spPr>
          <a:xfrm>
            <a:off x="4248296" y="2595230"/>
            <a:ext cx="1076164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CO.SM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375" name="Google Shape;1375;p31"/>
          <p:cNvCxnSpPr/>
          <p:nvPr/>
        </p:nvCxnSpPr>
        <p:spPr>
          <a:xfrm>
            <a:off x="4240030" y="3996620"/>
            <a:ext cx="0" cy="28805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376" name="Google Shape;1376;p31"/>
          <p:cNvSpPr txBox="1"/>
          <p:nvPr/>
        </p:nvSpPr>
        <p:spPr>
          <a:xfrm>
            <a:off x="4322929" y="4002978"/>
            <a:ext cx="1023846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CO.SM</a:t>
            </a:r>
            <a:endParaRPr/>
          </a:p>
        </p:txBody>
      </p:sp>
      <p:sp>
        <p:nvSpPr>
          <p:cNvPr id="1377" name="Google Shape;1377;p31"/>
          <p:cNvSpPr/>
          <p:nvPr/>
        </p:nvSpPr>
        <p:spPr>
          <a:xfrm>
            <a:off x="1798212" y="3497116"/>
            <a:ext cx="284298" cy="30042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8" name="Google Shape;1378;p31"/>
          <p:cNvSpPr txBox="1"/>
          <p:nvPr/>
        </p:nvSpPr>
        <p:spPr>
          <a:xfrm>
            <a:off x="1275520" y="369709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CO(L)</a:t>
            </a:r>
            <a:endParaRPr/>
          </a:p>
        </p:txBody>
      </p:sp>
      <p:sp>
        <p:nvSpPr>
          <p:cNvPr id="1379" name="Google Shape;1379;p31"/>
          <p:cNvSpPr txBox="1"/>
          <p:nvPr/>
        </p:nvSpPr>
        <p:spPr>
          <a:xfrm flipH="1">
            <a:off x="1844837" y="3473124"/>
            <a:ext cx="2740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✕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380" name="Google Shape;1380;p31"/>
          <p:cNvGrpSpPr/>
          <p:nvPr/>
        </p:nvGrpSpPr>
        <p:grpSpPr>
          <a:xfrm>
            <a:off x="6400761" y="2923704"/>
            <a:ext cx="998382" cy="2037615"/>
            <a:chOff x="6269957" y="3599188"/>
            <a:chExt cx="998382" cy="2037615"/>
          </a:xfrm>
        </p:grpSpPr>
        <p:sp>
          <p:nvSpPr>
            <p:cNvPr id="1381" name="Google Shape;1381;p31"/>
            <p:cNvSpPr/>
            <p:nvPr/>
          </p:nvSpPr>
          <p:spPr>
            <a:xfrm rot="-5400000">
              <a:off x="6008496" y="4391344"/>
              <a:ext cx="2037615" cy="453303"/>
            </a:xfrm>
            <a:prstGeom prst="rect">
              <a:avLst/>
            </a:prstGeom>
            <a:solidFill>
              <a:srgbClr val="BF4F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382" name="Google Shape;1382;p31"/>
            <p:cNvSpPr txBox="1"/>
            <p:nvPr/>
          </p:nvSpPr>
          <p:spPr>
            <a:xfrm>
              <a:off x="6269957" y="3662814"/>
              <a:ext cx="66889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JP" sz="160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GR</a:t>
              </a:r>
              <a:endParaRPr sz="16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383" name="Google Shape;1383;p31"/>
            <p:cNvSpPr/>
            <p:nvPr/>
          </p:nvSpPr>
          <p:spPr>
            <a:xfrm>
              <a:off x="6938856" y="3730641"/>
              <a:ext cx="203200" cy="21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84" name="Google Shape;1384;p31"/>
            <p:cNvSpPr/>
            <p:nvPr/>
          </p:nvSpPr>
          <p:spPr>
            <a:xfrm>
              <a:off x="6942152" y="5319687"/>
              <a:ext cx="203200" cy="21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85" name="Google Shape;1385;p31"/>
            <p:cNvSpPr/>
            <p:nvPr/>
          </p:nvSpPr>
          <p:spPr>
            <a:xfrm>
              <a:off x="6800652" y="4022287"/>
              <a:ext cx="467687" cy="119618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6" name="Google Shape;1386;p31"/>
          <p:cNvGrpSpPr/>
          <p:nvPr/>
        </p:nvGrpSpPr>
        <p:grpSpPr>
          <a:xfrm>
            <a:off x="6818329" y="1599400"/>
            <a:ext cx="668899" cy="878717"/>
            <a:chOff x="6809276" y="2410419"/>
            <a:chExt cx="668899" cy="878717"/>
          </a:xfrm>
        </p:grpSpPr>
        <p:sp>
          <p:nvSpPr>
            <p:cNvPr id="1387" name="Google Shape;1387;p31"/>
            <p:cNvSpPr/>
            <p:nvPr/>
          </p:nvSpPr>
          <p:spPr>
            <a:xfrm rot="-5400000">
              <a:off x="6708150" y="2623126"/>
              <a:ext cx="878717" cy="45330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388" name="Google Shape;1388;p31"/>
            <p:cNvSpPr txBox="1"/>
            <p:nvPr/>
          </p:nvSpPr>
          <p:spPr>
            <a:xfrm>
              <a:off x="6809276" y="2687563"/>
              <a:ext cx="66889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JP" sz="160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GC</a:t>
              </a:r>
              <a:endParaRPr/>
            </a:p>
          </p:txBody>
        </p:sp>
      </p:grpSp>
      <p:cxnSp>
        <p:nvCxnSpPr>
          <p:cNvPr id="1389" name="Google Shape;1389;p31"/>
          <p:cNvCxnSpPr>
            <a:stCxn id="1387" idx="1"/>
            <a:endCxn id="1381" idx="3"/>
          </p:cNvCxnSpPr>
          <p:nvPr/>
        </p:nvCxnSpPr>
        <p:spPr>
          <a:xfrm>
            <a:off x="7156562" y="2478117"/>
            <a:ext cx="1500" cy="445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390" name="Google Shape;1390;p31"/>
          <p:cNvSpPr txBox="1"/>
          <p:nvPr/>
        </p:nvSpPr>
        <p:spPr>
          <a:xfrm>
            <a:off x="7178085" y="262296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GC.GR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391" name="Google Shape;1391;p31"/>
          <p:cNvCxnSpPr/>
          <p:nvPr/>
        </p:nvCxnSpPr>
        <p:spPr>
          <a:xfrm>
            <a:off x="4433709" y="5611837"/>
            <a:ext cx="0" cy="49611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392" name="Google Shape;1392;p31"/>
          <p:cNvSpPr txBox="1"/>
          <p:nvPr/>
        </p:nvSpPr>
        <p:spPr>
          <a:xfrm>
            <a:off x="4371976" y="5771834"/>
            <a:ext cx="633175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GA.AN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393" name="Google Shape;1393;p31"/>
          <p:cNvGrpSpPr/>
          <p:nvPr/>
        </p:nvGrpSpPr>
        <p:grpSpPr>
          <a:xfrm>
            <a:off x="4266052" y="6072887"/>
            <a:ext cx="2292091" cy="446215"/>
            <a:chOff x="4266054" y="6072892"/>
            <a:chExt cx="2570908" cy="467687"/>
          </a:xfrm>
        </p:grpSpPr>
        <p:sp>
          <p:nvSpPr>
            <p:cNvPr id="1394" name="Google Shape;1394;p31"/>
            <p:cNvSpPr/>
            <p:nvPr/>
          </p:nvSpPr>
          <p:spPr>
            <a:xfrm rot="10800000">
              <a:off x="4266054" y="6087276"/>
              <a:ext cx="2037615" cy="453303"/>
            </a:xfrm>
            <a:prstGeom prst="rect">
              <a:avLst/>
            </a:prstGeom>
            <a:solidFill>
              <a:srgbClr val="BF4F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395" name="Google Shape;1395;p31"/>
            <p:cNvSpPr txBox="1"/>
            <p:nvPr/>
          </p:nvSpPr>
          <p:spPr>
            <a:xfrm>
              <a:off x="6168065" y="6140305"/>
              <a:ext cx="668897" cy="322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JP" sz="140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GR</a:t>
              </a:r>
              <a:endParaRPr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396" name="Google Shape;1396;p31"/>
            <p:cNvSpPr/>
            <p:nvPr/>
          </p:nvSpPr>
          <p:spPr>
            <a:xfrm rot="-5400000">
              <a:off x="4403857" y="6192825"/>
              <a:ext cx="203200" cy="21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97" name="Google Shape;1397;p31"/>
            <p:cNvSpPr/>
            <p:nvPr/>
          </p:nvSpPr>
          <p:spPr>
            <a:xfrm rot="-5400000">
              <a:off x="5992903" y="6189529"/>
              <a:ext cx="203200" cy="21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98" name="Google Shape;1398;p31"/>
            <p:cNvSpPr/>
            <p:nvPr/>
          </p:nvSpPr>
          <p:spPr>
            <a:xfrm rot="-5400000">
              <a:off x="5053402" y="5708643"/>
              <a:ext cx="467687" cy="119618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399" name="Google Shape;1399;p31"/>
          <p:cNvCxnSpPr/>
          <p:nvPr/>
        </p:nvCxnSpPr>
        <p:spPr>
          <a:xfrm>
            <a:off x="5724127" y="5591157"/>
            <a:ext cx="0" cy="49611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400" name="Google Shape;1400;p31"/>
          <p:cNvSpPr txBox="1"/>
          <p:nvPr/>
        </p:nvSpPr>
        <p:spPr>
          <a:xfrm>
            <a:off x="5686728" y="5693871"/>
            <a:ext cx="6331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GA.AP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GA.BG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401" name="Google Shape;1401;p31"/>
          <p:cNvGrpSpPr/>
          <p:nvPr/>
        </p:nvGrpSpPr>
        <p:grpSpPr>
          <a:xfrm>
            <a:off x="4142217" y="548008"/>
            <a:ext cx="2243512" cy="446215"/>
            <a:chOff x="4266054" y="6072892"/>
            <a:chExt cx="2516419" cy="467687"/>
          </a:xfrm>
        </p:grpSpPr>
        <p:sp>
          <p:nvSpPr>
            <p:cNvPr id="1402" name="Google Shape;1402;p31"/>
            <p:cNvSpPr/>
            <p:nvPr/>
          </p:nvSpPr>
          <p:spPr>
            <a:xfrm rot="10800000">
              <a:off x="4266054" y="6087276"/>
              <a:ext cx="2037615" cy="453303"/>
            </a:xfrm>
            <a:prstGeom prst="rect">
              <a:avLst/>
            </a:prstGeom>
            <a:solidFill>
              <a:srgbClr val="BF4F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403" name="Google Shape;1403;p31"/>
            <p:cNvSpPr txBox="1"/>
            <p:nvPr/>
          </p:nvSpPr>
          <p:spPr>
            <a:xfrm>
              <a:off x="6202454" y="6158746"/>
              <a:ext cx="580019" cy="322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JP" sz="140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GR</a:t>
              </a:r>
              <a:endParaRPr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404" name="Google Shape;1404;p31"/>
            <p:cNvSpPr/>
            <p:nvPr/>
          </p:nvSpPr>
          <p:spPr>
            <a:xfrm rot="-5400000">
              <a:off x="4403857" y="6192825"/>
              <a:ext cx="203200" cy="21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05" name="Google Shape;1405;p31"/>
            <p:cNvSpPr/>
            <p:nvPr/>
          </p:nvSpPr>
          <p:spPr>
            <a:xfrm rot="-5400000">
              <a:off x="5992903" y="6189529"/>
              <a:ext cx="203200" cy="21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06" name="Google Shape;1406;p31"/>
            <p:cNvSpPr/>
            <p:nvPr/>
          </p:nvSpPr>
          <p:spPr>
            <a:xfrm rot="-5400000">
              <a:off x="5053402" y="5708643"/>
              <a:ext cx="467687" cy="119618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07" name="Google Shape;1407;p31"/>
          <p:cNvCxnSpPr/>
          <p:nvPr/>
        </p:nvCxnSpPr>
        <p:spPr>
          <a:xfrm>
            <a:off x="4355656" y="980614"/>
            <a:ext cx="0" cy="194087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408" name="Google Shape;1408;p31"/>
          <p:cNvSpPr txBox="1"/>
          <p:nvPr/>
        </p:nvSpPr>
        <p:spPr>
          <a:xfrm>
            <a:off x="4312331" y="991571"/>
            <a:ext cx="633175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GA.AP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409" name="Google Shape;1409;p31"/>
          <p:cNvCxnSpPr/>
          <p:nvPr/>
        </p:nvCxnSpPr>
        <p:spPr>
          <a:xfrm>
            <a:off x="5641480" y="991571"/>
            <a:ext cx="0" cy="20072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410" name="Google Shape;1410;p31"/>
          <p:cNvSpPr txBox="1"/>
          <p:nvPr/>
        </p:nvSpPr>
        <p:spPr>
          <a:xfrm>
            <a:off x="5679178" y="1007627"/>
            <a:ext cx="1034792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GA.AN/GA.BG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411" name="Google Shape;1411;p31"/>
          <p:cNvCxnSpPr/>
          <p:nvPr/>
        </p:nvCxnSpPr>
        <p:spPr>
          <a:xfrm flipH="1">
            <a:off x="5214860" y="2826024"/>
            <a:ext cx="180977" cy="31780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412" name="Google Shape;1412;p31"/>
          <p:cNvSpPr txBox="1"/>
          <p:nvPr/>
        </p:nvSpPr>
        <p:spPr>
          <a:xfrm>
            <a:off x="5246139" y="2873258"/>
            <a:ext cx="7270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GA.AN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GA.BG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13" name="Google Shape;1413;p31"/>
          <p:cNvSpPr txBox="1"/>
          <p:nvPr/>
        </p:nvSpPr>
        <p:spPr>
          <a:xfrm>
            <a:off x="5306787" y="3689614"/>
            <a:ext cx="7270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GA.AP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GA.BG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414" name="Google Shape;1414;p31"/>
          <p:cNvCxnSpPr/>
          <p:nvPr/>
        </p:nvCxnSpPr>
        <p:spPr>
          <a:xfrm rot="10800000">
            <a:off x="5223743" y="3654136"/>
            <a:ext cx="172094" cy="36990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415" name="Google Shape;1415;p31"/>
          <p:cNvSpPr/>
          <p:nvPr/>
        </p:nvSpPr>
        <p:spPr>
          <a:xfrm>
            <a:off x="7075299" y="1662399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p31"/>
          <p:cNvSpPr/>
          <p:nvPr/>
        </p:nvSpPr>
        <p:spPr>
          <a:xfrm>
            <a:off x="2503683" y="332172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31"/>
          <p:cNvSpPr txBox="1"/>
          <p:nvPr/>
        </p:nvSpPr>
        <p:spPr>
          <a:xfrm>
            <a:off x="2701580" y="3322846"/>
            <a:ext cx="621030" cy="184666"/>
          </a:xfrm>
          <a:prstGeom prst="rect">
            <a:avLst/>
          </a:prstGeom>
          <a:solidFill>
            <a:srgbClr val="D9D9D9">
              <a:alpha val="47059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GA.CO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18" name="Google Shape;1418;p31"/>
          <p:cNvSpPr txBox="1"/>
          <p:nvPr/>
        </p:nvSpPr>
        <p:spPr>
          <a:xfrm>
            <a:off x="5608007" y="1737665"/>
            <a:ext cx="99050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CO(B)</a:t>
            </a:r>
            <a:endParaRPr/>
          </a:p>
        </p:txBody>
      </p:sp>
      <p:sp>
        <p:nvSpPr>
          <p:cNvPr id="1419" name="Google Shape;1419;p31"/>
          <p:cNvSpPr txBox="1"/>
          <p:nvPr/>
        </p:nvSpPr>
        <p:spPr>
          <a:xfrm>
            <a:off x="5585889" y="4289739"/>
            <a:ext cx="99050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CO(B)</a:t>
            </a:r>
            <a:endParaRPr/>
          </a:p>
        </p:txBody>
      </p:sp>
      <p:sp>
        <p:nvSpPr>
          <p:cNvPr id="1420" name="Google Shape;1420;p31"/>
          <p:cNvSpPr/>
          <p:nvPr/>
        </p:nvSpPr>
        <p:spPr>
          <a:xfrm>
            <a:off x="1607722" y="6212590"/>
            <a:ext cx="284298" cy="30042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31"/>
          <p:cNvSpPr txBox="1"/>
          <p:nvPr/>
        </p:nvSpPr>
        <p:spPr>
          <a:xfrm>
            <a:off x="1045143" y="625742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CO(L)</a:t>
            </a:r>
            <a:endParaRPr/>
          </a:p>
        </p:txBody>
      </p:sp>
      <p:sp>
        <p:nvSpPr>
          <p:cNvPr id="1422" name="Google Shape;1422;p31"/>
          <p:cNvSpPr/>
          <p:nvPr/>
        </p:nvSpPr>
        <p:spPr>
          <a:xfrm>
            <a:off x="2131091" y="6267696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3" name="Google Shape;1423;p31"/>
          <p:cNvCxnSpPr/>
          <p:nvPr/>
        </p:nvCxnSpPr>
        <p:spPr>
          <a:xfrm rot="10800000">
            <a:off x="1894505" y="6349760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424" name="Google Shape;1424;p31"/>
          <p:cNvSpPr txBox="1"/>
          <p:nvPr/>
        </p:nvSpPr>
        <p:spPr>
          <a:xfrm>
            <a:off x="2283168" y="6267696"/>
            <a:ext cx="418412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</a:t>
            </a:r>
            <a:endParaRPr/>
          </a:p>
        </p:txBody>
      </p:sp>
      <p:sp>
        <p:nvSpPr>
          <p:cNvPr id="1425" name="Google Shape;1425;p31"/>
          <p:cNvSpPr txBox="1"/>
          <p:nvPr/>
        </p:nvSpPr>
        <p:spPr>
          <a:xfrm flipH="1">
            <a:off x="1845303" y="6076255"/>
            <a:ext cx="611277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CO.CL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26" name="Google Shape;1426;p31"/>
          <p:cNvSpPr txBox="1"/>
          <p:nvPr/>
        </p:nvSpPr>
        <p:spPr>
          <a:xfrm>
            <a:off x="3552915" y="654796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CO(L)</a:t>
            </a:r>
            <a:endParaRPr/>
          </a:p>
        </p:txBody>
      </p:sp>
      <p:sp>
        <p:nvSpPr>
          <p:cNvPr id="1427" name="Google Shape;1427;p31"/>
          <p:cNvSpPr txBox="1"/>
          <p:nvPr/>
        </p:nvSpPr>
        <p:spPr>
          <a:xfrm flipH="1">
            <a:off x="4159611" y="6370935"/>
            <a:ext cx="2740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✕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28" name="Google Shape;1428;p31"/>
          <p:cNvSpPr/>
          <p:nvPr/>
        </p:nvSpPr>
        <p:spPr>
          <a:xfrm>
            <a:off x="4111942" y="6407300"/>
            <a:ext cx="284298" cy="30042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9" name="Google Shape;1429;p31"/>
          <p:cNvSpPr txBox="1"/>
          <p:nvPr/>
        </p:nvSpPr>
        <p:spPr>
          <a:xfrm>
            <a:off x="1182377" y="35055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CL.GC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30" name="Google Shape;1430;p31"/>
          <p:cNvSpPr txBox="1"/>
          <p:nvPr/>
        </p:nvSpPr>
        <p:spPr>
          <a:xfrm>
            <a:off x="3533654" y="633446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CL.GC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431" name="Google Shape;143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2176" y="271650"/>
            <a:ext cx="4345657" cy="5170380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31"/>
          <p:cNvSpPr/>
          <p:nvPr/>
        </p:nvSpPr>
        <p:spPr>
          <a:xfrm>
            <a:off x="6486217" y="5616011"/>
            <a:ext cx="1483957" cy="104833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33" name="Google Shape;1433;p31"/>
          <p:cNvSpPr txBox="1"/>
          <p:nvPr/>
        </p:nvSpPr>
        <p:spPr>
          <a:xfrm>
            <a:off x="7309890" y="6399881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1434" name="Google Shape;1434;p31"/>
          <p:cNvSpPr/>
          <p:nvPr/>
        </p:nvSpPr>
        <p:spPr>
          <a:xfrm>
            <a:off x="6929907" y="5611837"/>
            <a:ext cx="543522" cy="3793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31"/>
          <p:cNvSpPr/>
          <p:nvPr/>
        </p:nvSpPr>
        <p:spPr>
          <a:xfrm>
            <a:off x="7117951" y="5568422"/>
            <a:ext cx="170241" cy="12851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1436" name="Google Shape;1436;p31"/>
          <p:cNvCxnSpPr>
            <a:stCxn id="1435" idx="0"/>
          </p:cNvCxnSpPr>
          <p:nvPr/>
        </p:nvCxnSpPr>
        <p:spPr>
          <a:xfrm>
            <a:off x="7203072" y="5568422"/>
            <a:ext cx="0" cy="422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437" name="Google Shape;1437;p31"/>
          <p:cNvSpPr txBox="1"/>
          <p:nvPr/>
        </p:nvSpPr>
        <p:spPr>
          <a:xfrm>
            <a:off x="6859279" y="532872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GC.E2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438" name="Google Shape;1438;p31"/>
          <p:cNvCxnSpPr/>
          <p:nvPr/>
        </p:nvCxnSpPr>
        <p:spPr>
          <a:xfrm rot="10800000">
            <a:off x="6929910" y="5859896"/>
            <a:ext cx="188042" cy="86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439" name="Google Shape;1439;p31"/>
          <p:cNvCxnSpPr/>
          <p:nvPr/>
        </p:nvCxnSpPr>
        <p:spPr>
          <a:xfrm rot="10800000">
            <a:off x="7288194" y="5859896"/>
            <a:ext cx="188042" cy="86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440" name="Google Shape;1440;p31"/>
          <p:cNvSpPr txBox="1"/>
          <p:nvPr/>
        </p:nvSpPr>
        <p:spPr>
          <a:xfrm>
            <a:off x="6520376" y="5859899"/>
            <a:ext cx="573806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&lt;=1.2um</a:t>
            </a:r>
            <a:endParaRPr b="1"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41" name="Google Shape;1441;p31"/>
          <p:cNvSpPr txBox="1"/>
          <p:nvPr/>
        </p:nvSpPr>
        <p:spPr>
          <a:xfrm>
            <a:off x="7396368" y="5868948"/>
            <a:ext cx="573806" cy="1615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&lt;=1.2um</a:t>
            </a:r>
            <a:endParaRPr b="1"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42" name="Google Shape;1442;p31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p32"/>
          <p:cNvSpPr/>
          <p:nvPr/>
        </p:nvSpPr>
        <p:spPr>
          <a:xfrm>
            <a:off x="1473910" y="3899640"/>
            <a:ext cx="2340000" cy="234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49" name="Google Shape;1449;p32"/>
          <p:cNvSpPr/>
          <p:nvPr/>
        </p:nvSpPr>
        <p:spPr>
          <a:xfrm rot="-5400000">
            <a:off x="1880418" y="4349640"/>
            <a:ext cx="1440000" cy="14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50" name="Google Shape;1450;p32"/>
          <p:cNvSpPr/>
          <p:nvPr/>
        </p:nvSpPr>
        <p:spPr>
          <a:xfrm rot="-5400000">
            <a:off x="1031931" y="999469"/>
            <a:ext cx="1980000" cy="198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51" name="Google Shape;1451;p32"/>
          <p:cNvSpPr/>
          <p:nvPr/>
        </p:nvSpPr>
        <p:spPr>
          <a:xfrm rot="-5400000">
            <a:off x="1301931" y="1269469"/>
            <a:ext cx="1440000" cy="14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52" name="Google Shape;1452;p32"/>
          <p:cNvSpPr/>
          <p:nvPr/>
        </p:nvSpPr>
        <p:spPr>
          <a:xfrm>
            <a:off x="1481931" y="1449469"/>
            <a:ext cx="1080000" cy="108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53" name="Google Shape;1453;p32"/>
          <p:cNvSpPr txBox="1"/>
          <p:nvPr/>
        </p:nvSpPr>
        <p:spPr>
          <a:xfrm>
            <a:off x="695347" y="629122"/>
            <a:ext cx="12198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WN(R)</a:t>
            </a:r>
            <a:endParaRPr/>
          </a:p>
        </p:txBody>
      </p:sp>
      <p:sp>
        <p:nvSpPr>
          <p:cNvPr id="1454" name="Google Shape;1454;p32"/>
          <p:cNvSpPr txBox="1"/>
          <p:nvPr/>
        </p:nvSpPr>
        <p:spPr>
          <a:xfrm>
            <a:off x="1424159" y="145601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sp>
        <p:nvSpPr>
          <p:cNvPr id="1455" name="Google Shape;1455;p32"/>
          <p:cNvSpPr/>
          <p:nvPr/>
        </p:nvSpPr>
        <p:spPr>
          <a:xfrm>
            <a:off x="660267" y="3709912"/>
            <a:ext cx="3577845" cy="2675463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32"/>
          <p:cNvSpPr/>
          <p:nvPr/>
        </p:nvSpPr>
        <p:spPr>
          <a:xfrm>
            <a:off x="2060418" y="4529640"/>
            <a:ext cx="1080000" cy="108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57" name="Google Shape;1457;p32"/>
          <p:cNvSpPr txBox="1"/>
          <p:nvPr/>
        </p:nvSpPr>
        <p:spPr>
          <a:xfrm>
            <a:off x="675457" y="3770151"/>
            <a:ext cx="60992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(C)</a:t>
            </a:r>
            <a:endParaRPr/>
          </a:p>
        </p:txBody>
      </p:sp>
      <p:sp>
        <p:nvSpPr>
          <p:cNvPr id="1458" name="Google Shape;1458;p32"/>
          <p:cNvSpPr txBox="1"/>
          <p:nvPr/>
        </p:nvSpPr>
        <p:spPr>
          <a:xfrm>
            <a:off x="2086606" y="4601632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1459" name="Google Shape;1459;p32"/>
          <p:cNvSpPr/>
          <p:nvPr/>
        </p:nvSpPr>
        <p:spPr>
          <a:xfrm>
            <a:off x="3396898" y="1438767"/>
            <a:ext cx="540000" cy="110140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60" name="Google Shape;1460;p32"/>
          <p:cNvSpPr txBox="1"/>
          <p:nvPr/>
        </p:nvSpPr>
        <p:spPr>
          <a:xfrm>
            <a:off x="3405540" y="1496099"/>
            <a:ext cx="510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1461" name="Google Shape;1461;p32"/>
          <p:cNvCxnSpPr/>
          <p:nvPr/>
        </p:nvCxnSpPr>
        <p:spPr>
          <a:xfrm>
            <a:off x="3026946" y="1526078"/>
            <a:ext cx="384967" cy="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462" name="Google Shape;1462;p32"/>
          <p:cNvSpPr txBox="1"/>
          <p:nvPr/>
        </p:nvSpPr>
        <p:spPr>
          <a:xfrm>
            <a:off x="3056003" y="126263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GC.AN</a:t>
            </a:r>
            <a:endParaRPr/>
          </a:p>
        </p:txBody>
      </p:sp>
      <p:cxnSp>
        <p:nvCxnSpPr>
          <p:cNvPr id="1463" name="Google Shape;1463;p32"/>
          <p:cNvCxnSpPr/>
          <p:nvPr/>
        </p:nvCxnSpPr>
        <p:spPr>
          <a:xfrm>
            <a:off x="2561931" y="1783094"/>
            <a:ext cx="18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464" name="Google Shape;1464;p32"/>
          <p:cNvSpPr txBox="1"/>
          <p:nvPr/>
        </p:nvSpPr>
        <p:spPr>
          <a:xfrm>
            <a:off x="2401980" y="1514534"/>
            <a:ext cx="621030" cy="184666"/>
          </a:xfrm>
          <a:prstGeom prst="rect">
            <a:avLst/>
          </a:prstGeom>
          <a:solidFill>
            <a:srgbClr val="D9D9D9">
              <a:alpha val="47059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AR.GC</a:t>
            </a:r>
            <a:endParaRPr/>
          </a:p>
        </p:txBody>
      </p:sp>
      <p:cxnSp>
        <p:nvCxnSpPr>
          <p:cNvPr id="1465" name="Google Shape;1465;p32"/>
          <p:cNvCxnSpPr>
            <a:stCxn id="1451" idx="3"/>
            <a:endCxn id="1450" idx="3"/>
          </p:cNvCxnSpPr>
          <p:nvPr/>
        </p:nvCxnSpPr>
        <p:spPr>
          <a:xfrm rot="10800000">
            <a:off x="2021931" y="999469"/>
            <a:ext cx="0" cy="270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466" name="Google Shape;1466;p32"/>
          <p:cNvSpPr txBox="1"/>
          <p:nvPr/>
        </p:nvSpPr>
        <p:spPr>
          <a:xfrm>
            <a:off x="1775928" y="81143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AR.PW</a:t>
            </a:r>
            <a:endParaRPr/>
          </a:p>
        </p:txBody>
      </p:sp>
      <p:sp>
        <p:nvSpPr>
          <p:cNvPr id="1467" name="Google Shape;1467;p32"/>
          <p:cNvSpPr/>
          <p:nvPr/>
        </p:nvSpPr>
        <p:spPr>
          <a:xfrm>
            <a:off x="3478210" y="5239317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8" name="Google Shape;1468;p32"/>
          <p:cNvSpPr txBox="1"/>
          <p:nvPr/>
        </p:nvSpPr>
        <p:spPr>
          <a:xfrm>
            <a:off x="3209319" y="4009784"/>
            <a:ext cx="50269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1469" name="Google Shape;1469;p32"/>
          <p:cNvSpPr/>
          <p:nvPr/>
        </p:nvSpPr>
        <p:spPr>
          <a:xfrm>
            <a:off x="3477490" y="4685205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0" name="Google Shape;1470;p32"/>
          <p:cNvCxnSpPr/>
          <p:nvPr/>
        </p:nvCxnSpPr>
        <p:spPr>
          <a:xfrm rot="10800000">
            <a:off x="3652638" y="4778076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471" name="Google Shape;1471;p32"/>
          <p:cNvSpPr txBox="1"/>
          <p:nvPr/>
        </p:nvSpPr>
        <p:spPr>
          <a:xfrm>
            <a:off x="3548153" y="447177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CC.AN</a:t>
            </a:r>
            <a:endParaRPr/>
          </a:p>
        </p:txBody>
      </p:sp>
      <p:cxnSp>
        <p:nvCxnSpPr>
          <p:cNvPr id="1472" name="Google Shape;1472;p32"/>
          <p:cNvCxnSpPr/>
          <p:nvPr/>
        </p:nvCxnSpPr>
        <p:spPr>
          <a:xfrm rot="10800000">
            <a:off x="3478930" y="5330517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473" name="Google Shape;1473;p32"/>
          <p:cNvSpPr txBox="1"/>
          <p:nvPr/>
        </p:nvSpPr>
        <p:spPr>
          <a:xfrm>
            <a:off x="3509613" y="541682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CC.W1</a:t>
            </a:r>
            <a:endParaRPr/>
          </a:p>
        </p:txBody>
      </p:sp>
      <p:cxnSp>
        <p:nvCxnSpPr>
          <p:cNvPr id="1474" name="Google Shape;1474;p32"/>
          <p:cNvCxnSpPr/>
          <p:nvPr/>
        </p:nvCxnSpPr>
        <p:spPr>
          <a:xfrm>
            <a:off x="3574771" y="4882943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475" name="Google Shape;1475;p32"/>
          <p:cNvSpPr txBox="1"/>
          <p:nvPr/>
        </p:nvSpPr>
        <p:spPr>
          <a:xfrm>
            <a:off x="2825016" y="501121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CO.SC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76" name="Google Shape;1476;p32"/>
          <p:cNvSpPr/>
          <p:nvPr/>
        </p:nvSpPr>
        <p:spPr>
          <a:xfrm>
            <a:off x="2786098" y="5196474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7" name="Google Shape;1477;p32"/>
          <p:cNvSpPr/>
          <p:nvPr/>
        </p:nvSpPr>
        <p:spPr>
          <a:xfrm>
            <a:off x="2785378" y="4642362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8" name="Google Shape;1478;p32"/>
          <p:cNvCxnSpPr/>
          <p:nvPr/>
        </p:nvCxnSpPr>
        <p:spPr>
          <a:xfrm rot="10800000">
            <a:off x="2959790" y="4732681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479" name="Google Shape;1479;p32"/>
          <p:cNvCxnSpPr/>
          <p:nvPr/>
        </p:nvCxnSpPr>
        <p:spPr>
          <a:xfrm rot="10800000">
            <a:off x="2786818" y="5287674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480" name="Google Shape;1480;p32"/>
          <p:cNvSpPr txBox="1"/>
          <p:nvPr/>
        </p:nvSpPr>
        <p:spPr>
          <a:xfrm>
            <a:off x="2848171" y="537824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CC.W1</a:t>
            </a:r>
            <a:endParaRPr/>
          </a:p>
        </p:txBody>
      </p:sp>
      <p:cxnSp>
        <p:nvCxnSpPr>
          <p:cNvPr id="1481" name="Google Shape;1481;p32"/>
          <p:cNvCxnSpPr/>
          <p:nvPr/>
        </p:nvCxnSpPr>
        <p:spPr>
          <a:xfrm>
            <a:off x="2882659" y="4840100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482" name="Google Shape;1482;p32"/>
          <p:cNvSpPr txBox="1"/>
          <p:nvPr/>
        </p:nvSpPr>
        <p:spPr>
          <a:xfrm>
            <a:off x="2821882" y="487863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 strike="sng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CC.S1</a:t>
            </a:r>
            <a:endParaRPr/>
          </a:p>
        </p:txBody>
      </p:sp>
      <p:sp>
        <p:nvSpPr>
          <p:cNvPr id="1483" name="Google Shape;1483;p32"/>
          <p:cNvSpPr txBox="1"/>
          <p:nvPr/>
        </p:nvSpPr>
        <p:spPr>
          <a:xfrm>
            <a:off x="2850215" y="447177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CC.AC</a:t>
            </a:r>
            <a:endParaRPr/>
          </a:p>
        </p:txBody>
      </p:sp>
      <p:sp>
        <p:nvSpPr>
          <p:cNvPr id="1484" name="Google Shape;1484;p32"/>
          <p:cNvSpPr/>
          <p:nvPr/>
        </p:nvSpPr>
        <p:spPr>
          <a:xfrm>
            <a:off x="672663" y="540000"/>
            <a:ext cx="3565449" cy="2898938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5" name="Google Shape;1485;p32"/>
          <p:cNvSpPr txBox="1"/>
          <p:nvPr/>
        </p:nvSpPr>
        <p:spPr>
          <a:xfrm>
            <a:off x="1959263" y="1023197"/>
            <a:ext cx="113454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GC(R)</a:t>
            </a:r>
            <a:endParaRPr/>
          </a:p>
        </p:txBody>
      </p:sp>
      <p:sp>
        <p:nvSpPr>
          <p:cNvPr id="1486" name="Google Shape;1486;p32"/>
          <p:cNvSpPr/>
          <p:nvPr/>
        </p:nvSpPr>
        <p:spPr>
          <a:xfrm rot="-5400000">
            <a:off x="3870075" y="1556724"/>
            <a:ext cx="2898925" cy="865472"/>
          </a:xfrm>
          <a:prstGeom prst="rect">
            <a:avLst/>
          </a:prstGeom>
          <a:solidFill>
            <a:srgbClr val="BF4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87" name="Google Shape;1487;p32"/>
          <p:cNvSpPr/>
          <p:nvPr/>
        </p:nvSpPr>
        <p:spPr>
          <a:xfrm rot="-5400000">
            <a:off x="5319553" y="1646513"/>
            <a:ext cx="2898925" cy="679151"/>
          </a:xfrm>
          <a:prstGeom prst="rect">
            <a:avLst/>
          </a:prstGeom>
          <a:solidFill>
            <a:srgbClr val="BF4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88" name="Google Shape;1488;p32"/>
          <p:cNvSpPr txBox="1"/>
          <p:nvPr/>
        </p:nvSpPr>
        <p:spPr>
          <a:xfrm>
            <a:off x="4304708" y="612285"/>
            <a:ext cx="6688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GR</a:t>
            </a:r>
            <a:endParaRPr sz="16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1489" name="Google Shape;1489;p32"/>
          <p:cNvCxnSpPr/>
          <p:nvPr/>
        </p:nvCxnSpPr>
        <p:spPr>
          <a:xfrm>
            <a:off x="4886801" y="1666306"/>
            <a:ext cx="87244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490" name="Google Shape;1490;p32"/>
          <p:cNvSpPr txBox="1"/>
          <p:nvPr/>
        </p:nvSpPr>
        <p:spPr>
          <a:xfrm>
            <a:off x="4923016" y="173178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GR.W1</a:t>
            </a:r>
            <a:endParaRPr/>
          </a:p>
        </p:txBody>
      </p:sp>
      <p:cxnSp>
        <p:nvCxnSpPr>
          <p:cNvPr id="1491" name="Google Shape;1491;p32"/>
          <p:cNvCxnSpPr/>
          <p:nvPr/>
        </p:nvCxnSpPr>
        <p:spPr>
          <a:xfrm>
            <a:off x="5752274" y="1666306"/>
            <a:ext cx="694392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492" name="Google Shape;1492;p32"/>
          <p:cNvSpPr txBox="1"/>
          <p:nvPr/>
        </p:nvSpPr>
        <p:spPr>
          <a:xfrm>
            <a:off x="5782003" y="173178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GR.S1</a:t>
            </a:r>
            <a:endParaRPr/>
          </a:p>
        </p:txBody>
      </p:sp>
      <p:sp>
        <p:nvSpPr>
          <p:cNvPr id="1493" name="Google Shape;1493;p32"/>
          <p:cNvSpPr txBox="1"/>
          <p:nvPr/>
        </p:nvSpPr>
        <p:spPr>
          <a:xfrm>
            <a:off x="5898745" y="600250"/>
            <a:ext cx="6688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GR</a:t>
            </a:r>
            <a:endParaRPr sz="16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94" name="Google Shape;1494;p32"/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Cat-5: Resistors(AR/GR) and Capacitor(AC) related</a:t>
            </a:r>
            <a:endParaRPr/>
          </a:p>
        </p:txBody>
      </p:sp>
      <p:sp>
        <p:nvSpPr>
          <p:cNvPr id="1495" name="Google Shape;1495;p32"/>
          <p:cNvSpPr/>
          <p:nvPr/>
        </p:nvSpPr>
        <p:spPr>
          <a:xfrm>
            <a:off x="4783707" y="3767739"/>
            <a:ext cx="1440000" cy="2230407"/>
          </a:xfrm>
          <a:prstGeom prst="snip2SameRect">
            <a:avLst>
              <a:gd fmla="val 23682" name="adj1"/>
              <a:gd fmla="val 0" name="adj2"/>
            </a:avLst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32"/>
          <p:cNvSpPr/>
          <p:nvPr/>
        </p:nvSpPr>
        <p:spPr>
          <a:xfrm>
            <a:off x="5215707" y="4318569"/>
            <a:ext cx="576000" cy="36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7" name="Google Shape;1497;p32"/>
          <p:cNvCxnSpPr/>
          <p:nvPr/>
        </p:nvCxnSpPr>
        <p:spPr>
          <a:xfrm>
            <a:off x="5789283" y="4480773"/>
            <a:ext cx="432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498" name="Google Shape;1498;p32"/>
          <p:cNvCxnSpPr/>
          <p:nvPr/>
        </p:nvCxnSpPr>
        <p:spPr>
          <a:xfrm>
            <a:off x="5863707" y="3767740"/>
            <a:ext cx="36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499" name="Google Shape;1499;p32"/>
          <p:cNvCxnSpPr/>
          <p:nvPr/>
        </p:nvCxnSpPr>
        <p:spPr>
          <a:xfrm>
            <a:off x="6223707" y="3767740"/>
            <a:ext cx="0" cy="35894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500" name="Google Shape;1500;p32"/>
          <p:cNvCxnSpPr/>
          <p:nvPr/>
        </p:nvCxnSpPr>
        <p:spPr>
          <a:xfrm>
            <a:off x="5518413" y="3767740"/>
            <a:ext cx="0" cy="54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501" name="Google Shape;1501;p32"/>
          <p:cNvCxnSpPr/>
          <p:nvPr/>
        </p:nvCxnSpPr>
        <p:spPr>
          <a:xfrm>
            <a:off x="5213283" y="4391891"/>
            <a:ext cx="576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502" name="Google Shape;1502;p32"/>
          <p:cNvCxnSpPr/>
          <p:nvPr/>
        </p:nvCxnSpPr>
        <p:spPr>
          <a:xfrm>
            <a:off x="5119002" y="4319629"/>
            <a:ext cx="0" cy="35894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503" name="Google Shape;1503;p32"/>
          <p:cNvSpPr txBox="1"/>
          <p:nvPr/>
        </p:nvSpPr>
        <p:spPr>
          <a:xfrm>
            <a:off x="4804677" y="5499401"/>
            <a:ext cx="8707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endParaRPr/>
          </a:p>
        </p:txBody>
      </p:sp>
      <p:sp>
        <p:nvSpPr>
          <p:cNvPr id="1504" name="Google Shape;1504;p32"/>
          <p:cNvSpPr txBox="1"/>
          <p:nvPr/>
        </p:nvSpPr>
        <p:spPr>
          <a:xfrm>
            <a:off x="6242537" y="385896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AR.XY</a:t>
            </a:r>
            <a:endParaRPr/>
          </a:p>
        </p:txBody>
      </p:sp>
      <p:sp>
        <p:nvSpPr>
          <p:cNvPr id="1505" name="Google Shape;1505;p32"/>
          <p:cNvSpPr txBox="1"/>
          <p:nvPr/>
        </p:nvSpPr>
        <p:spPr>
          <a:xfrm>
            <a:off x="4922748" y="371256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CR.AT</a:t>
            </a:r>
            <a:endParaRPr/>
          </a:p>
        </p:txBody>
      </p:sp>
      <p:sp>
        <p:nvSpPr>
          <p:cNvPr id="1506" name="Google Shape;1506;p32"/>
          <p:cNvSpPr txBox="1"/>
          <p:nvPr/>
        </p:nvSpPr>
        <p:spPr>
          <a:xfrm>
            <a:off x="4380691" y="439813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CR.W1</a:t>
            </a:r>
            <a:endParaRPr/>
          </a:p>
        </p:txBody>
      </p:sp>
      <p:sp>
        <p:nvSpPr>
          <p:cNvPr id="1507" name="Google Shape;1507;p32"/>
          <p:cNvSpPr txBox="1"/>
          <p:nvPr/>
        </p:nvSpPr>
        <p:spPr>
          <a:xfrm>
            <a:off x="6209200" y="432237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CR.ASN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08" name="Google Shape;1508;p32"/>
          <p:cNvSpPr txBox="1"/>
          <p:nvPr/>
        </p:nvSpPr>
        <p:spPr>
          <a:xfrm>
            <a:off x="5910768" y="351481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AR.XY</a:t>
            </a:r>
            <a:endParaRPr/>
          </a:p>
        </p:txBody>
      </p:sp>
      <p:sp>
        <p:nvSpPr>
          <p:cNvPr id="1509" name="Google Shape;1509;p32"/>
          <p:cNvSpPr txBox="1"/>
          <p:nvPr/>
        </p:nvSpPr>
        <p:spPr>
          <a:xfrm>
            <a:off x="5196575" y="439189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CR.W2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10" name="Google Shape;1510;p32"/>
          <p:cNvSpPr/>
          <p:nvPr/>
        </p:nvSpPr>
        <p:spPr>
          <a:xfrm>
            <a:off x="5049627" y="751904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11" name="Google Shape;1511;p32"/>
          <p:cNvSpPr/>
          <p:nvPr/>
        </p:nvSpPr>
        <p:spPr>
          <a:xfrm>
            <a:off x="6672540" y="743823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12" name="Google Shape;1512;p32"/>
          <p:cNvSpPr/>
          <p:nvPr/>
        </p:nvSpPr>
        <p:spPr>
          <a:xfrm>
            <a:off x="5049627" y="2999233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13" name="Google Shape;1513;p32"/>
          <p:cNvSpPr/>
          <p:nvPr/>
        </p:nvSpPr>
        <p:spPr>
          <a:xfrm>
            <a:off x="6685308" y="2991152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14" name="Google Shape;1514;p32"/>
          <p:cNvSpPr txBox="1"/>
          <p:nvPr/>
        </p:nvSpPr>
        <p:spPr>
          <a:xfrm>
            <a:off x="5468166" y="216792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GR.L1</a:t>
            </a:r>
            <a:endParaRPr/>
          </a:p>
        </p:txBody>
      </p:sp>
      <p:sp>
        <p:nvSpPr>
          <p:cNvPr id="1515" name="Google Shape;1515;p32"/>
          <p:cNvSpPr/>
          <p:nvPr/>
        </p:nvSpPr>
        <p:spPr>
          <a:xfrm>
            <a:off x="1843088" y="1505895"/>
            <a:ext cx="378893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16" name="Google Shape;1516;p32"/>
          <p:cNvSpPr/>
          <p:nvPr/>
        </p:nvSpPr>
        <p:spPr>
          <a:xfrm>
            <a:off x="1843088" y="2268290"/>
            <a:ext cx="3785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id="1517" name="Google Shape;1517;p32"/>
          <p:cNvCxnSpPr>
            <a:stCxn id="1516" idx="0"/>
            <a:endCxn id="1515" idx="2"/>
          </p:cNvCxnSpPr>
          <p:nvPr/>
        </p:nvCxnSpPr>
        <p:spPr>
          <a:xfrm flipH="1" rot="10800000">
            <a:off x="2032338" y="1721690"/>
            <a:ext cx="300" cy="546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518" name="Google Shape;1518;p32"/>
          <p:cNvCxnSpPr>
            <a:stCxn id="1519" idx="1"/>
            <a:endCxn id="1519" idx="3"/>
          </p:cNvCxnSpPr>
          <p:nvPr/>
        </p:nvCxnSpPr>
        <p:spPr>
          <a:xfrm>
            <a:off x="4783707" y="5341668"/>
            <a:ext cx="14469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520" name="Google Shape;1520;p32"/>
          <p:cNvSpPr txBox="1"/>
          <p:nvPr/>
        </p:nvSpPr>
        <p:spPr>
          <a:xfrm>
            <a:off x="5215707" y="540951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AR.W1</a:t>
            </a:r>
            <a:endParaRPr/>
          </a:p>
        </p:txBody>
      </p:sp>
      <p:sp>
        <p:nvSpPr>
          <p:cNvPr id="1521" name="Google Shape;1521;p32"/>
          <p:cNvSpPr/>
          <p:nvPr/>
        </p:nvSpPr>
        <p:spPr>
          <a:xfrm>
            <a:off x="4886801" y="966361"/>
            <a:ext cx="872447" cy="202479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2" name="Google Shape;1522;p32"/>
          <p:cNvSpPr/>
          <p:nvPr/>
        </p:nvSpPr>
        <p:spPr>
          <a:xfrm>
            <a:off x="6429440" y="959723"/>
            <a:ext cx="679151" cy="202479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p32"/>
          <p:cNvSpPr/>
          <p:nvPr/>
        </p:nvSpPr>
        <p:spPr>
          <a:xfrm>
            <a:off x="1490785" y="1723495"/>
            <a:ext cx="1056131" cy="51893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9" name="Google Shape;1519;p32"/>
          <p:cNvSpPr/>
          <p:nvPr/>
        </p:nvSpPr>
        <p:spPr>
          <a:xfrm>
            <a:off x="4783707" y="4685204"/>
            <a:ext cx="1446767" cy="131292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32"/>
          <p:cNvSpPr txBox="1"/>
          <p:nvPr/>
        </p:nvSpPr>
        <p:spPr>
          <a:xfrm>
            <a:off x="1458784" y="2502180"/>
            <a:ext cx="113454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CO(RR)</a:t>
            </a:r>
            <a:endParaRPr/>
          </a:p>
        </p:txBody>
      </p:sp>
      <p:sp>
        <p:nvSpPr>
          <p:cNvPr id="1525" name="Google Shape;1525;p32"/>
          <p:cNvSpPr txBox="1"/>
          <p:nvPr/>
        </p:nvSpPr>
        <p:spPr>
          <a:xfrm>
            <a:off x="4936434" y="4760251"/>
            <a:ext cx="113454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CO(RR)</a:t>
            </a:r>
            <a:endParaRPr/>
          </a:p>
        </p:txBody>
      </p:sp>
      <p:sp>
        <p:nvSpPr>
          <p:cNvPr id="1526" name="Google Shape;1526;p32"/>
          <p:cNvSpPr txBox="1"/>
          <p:nvPr/>
        </p:nvSpPr>
        <p:spPr>
          <a:xfrm>
            <a:off x="5847040" y="2588550"/>
            <a:ext cx="494607" cy="3608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72000" lIns="0" spcFirstLastPara="1" rIns="0" wrap="square" tIns="72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RS</a:t>
            </a:r>
            <a:endParaRPr/>
          </a:p>
        </p:txBody>
      </p:sp>
      <p:sp>
        <p:nvSpPr>
          <p:cNvPr id="1527" name="Google Shape;1527;p32"/>
          <p:cNvSpPr txBox="1"/>
          <p:nvPr/>
        </p:nvSpPr>
        <p:spPr>
          <a:xfrm>
            <a:off x="6320340" y="4694988"/>
            <a:ext cx="494607" cy="3608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72000" lIns="0" spcFirstLastPara="1" rIns="0" wrap="square" tIns="72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RR</a:t>
            </a:r>
            <a:endParaRPr/>
          </a:p>
        </p:txBody>
      </p:sp>
      <p:sp>
        <p:nvSpPr>
          <p:cNvPr id="1528" name="Google Shape;1528;p32"/>
          <p:cNvSpPr txBox="1"/>
          <p:nvPr/>
        </p:nvSpPr>
        <p:spPr>
          <a:xfrm>
            <a:off x="4651180" y="6137578"/>
            <a:ext cx="1728863" cy="3608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72000" lIns="0" spcFirstLastPara="1" rIns="0" wrap="square" tIns="72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R.Effective region</a:t>
            </a:r>
            <a:endParaRPr/>
          </a:p>
        </p:txBody>
      </p:sp>
      <p:sp>
        <p:nvSpPr>
          <p:cNvPr id="1529" name="Google Shape;1529;p32"/>
          <p:cNvSpPr txBox="1"/>
          <p:nvPr/>
        </p:nvSpPr>
        <p:spPr>
          <a:xfrm>
            <a:off x="7215177" y="5513851"/>
            <a:ext cx="2324229" cy="13388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RR(W) ：Width of AR effective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RR(L) ：Length of AR effective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RROK  ：Allowed W=2.8,4,6,12,20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GC(R) ：GC in WN(R)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RS(W) ：Width of GR effective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RS(L) ：Length of GR effective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RSOK  ：Allowed W=4,6,12,20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WC    ：WN interacting AC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AR(T) ：AR top fringe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530" name="Google Shape;1530;p32"/>
          <p:cNvCxnSpPr>
            <a:stCxn id="1511" idx="3"/>
          </p:cNvCxnSpPr>
          <p:nvPr/>
        </p:nvCxnSpPr>
        <p:spPr>
          <a:xfrm>
            <a:off x="6875740" y="851773"/>
            <a:ext cx="23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531" name="Google Shape;1531;p32"/>
          <p:cNvSpPr txBox="1"/>
          <p:nvPr/>
        </p:nvSpPr>
        <p:spPr>
          <a:xfrm>
            <a:off x="7058272" y="83853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CO.GS</a:t>
            </a:r>
            <a:endParaRPr/>
          </a:p>
        </p:txBody>
      </p:sp>
      <p:cxnSp>
        <p:nvCxnSpPr>
          <p:cNvPr id="1532" name="Google Shape;1532;p32"/>
          <p:cNvCxnSpPr>
            <a:stCxn id="1487" idx="3"/>
            <a:endCxn id="1511" idx="0"/>
          </p:cNvCxnSpPr>
          <p:nvPr/>
        </p:nvCxnSpPr>
        <p:spPr>
          <a:xfrm>
            <a:off x="6769016" y="536626"/>
            <a:ext cx="5100" cy="20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533" name="Google Shape;1533;p32"/>
          <p:cNvSpPr txBox="1"/>
          <p:nvPr/>
        </p:nvSpPr>
        <p:spPr>
          <a:xfrm>
            <a:off x="6858965" y="53678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CO.GR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34" name="Google Shape;1534;p32"/>
          <p:cNvSpPr txBox="1"/>
          <p:nvPr/>
        </p:nvSpPr>
        <p:spPr>
          <a:xfrm>
            <a:off x="5357723" y="58463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35" name="Google Shape;1535;p32"/>
          <p:cNvSpPr/>
          <p:nvPr/>
        </p:nvSpPr>
        <p:spPr>
          <a:xfrm>
            <a:off x="5414012" y="749707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36" name="Google Shape;1536;p32"/>
          <p:cNvSpPr/>
          <p:nvPr/>
        </p:nvSpPr>
        <p:spPr>
          <a:xfrm>
            <a:off x="5414012" y="2997036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id="1537" name="Google Shape;1537;p32"/>
          <p:cNvCxnSpPr>
            <a:stCxn id="1535" idx="2"/>
            <a:endCxn id="1536" idx="0"/>
          </p:cNvCxnSpPr>
          <p:nvPr/>
        </p:nvCxnSpPr>
        <p:spPr>
          <a:xfrm>
            <a:off x="5515612" y="965607"/>
            <a:ext cx="0" cy="2031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538" name="Google Shape;1538;p32"/>
          <p:cNvCxnSpPr>
            <a:stCxn id="1535" idx="1"/>
            <a:endCxn id="1535" idx="3"/>
          </p:cNvCxnSpPr>
          <p:nvPr/>
        </p:nvCxnSpPr>
        <p:spPr>
          <a:xfrm>
            <a:off x="5414012" y="857657"/>
            <a:ext cx="203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539" name="Google Shape;1539;p32"/>
          <p:cNvCxnSpPr>
            <a:stCxn id="1510" idx="3"/>
            <a:endCxn id="1535" idx="1"/>
          </p:cNvCxnSpPr>
          <p:nvPr/>
        </p:nvCxnSpPr>
        <p:spPr>
          <a:xfrm flipH="1" rot="10800000">
            <a:off x="5252827" y="857754"/>
            <a:ext cx="161100" cy="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540" name="Google Shape;1540;p32"/>
          <p:cNvSpPr txBox="1"/>
          <p:nvPr/>
        </p:nvSpPr>
        <p:spPr>
          <a:xfrm>
            <a:off x="4955745" y="95884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541" name="Google Shape;1541;p32"/>
          <p:cNvCxnSpPr/>
          <p:nvPr/>
        </p:nvCxnSpPr>
        <p:spPr>
          <a:xfrm>
            <a:off x="4908392" y="4005959"/>
            <a:ext cx="307315" cy="35426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542" name="Google Shape;1542;p32"/>
          <p:cNvSpPr txBox="1"/>
          <p:nvPr/>
        </p:nvSpPr>
        <p:spPr>
          <a:xfrm>
            <a:off x="4359135" y="38425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CR.AR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43" name="Google Shape;1543;p32"/>
          <p:cNvSpPr txBox="1"/>
          <p:nvPr/>
        </p:nvSpPr>
        <p:spPr>
          <a:xfrm>
            <a:off x="3726089" y="491790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 strike="sng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CC.S1</a:t>
            </a:r>
            <a:endParaRPr/>
          </a:p>
        </p:txBody>
      </p:sp>
      <p:cxnSp>
        <p:nvCxnSpPr>
          <p:cNvPr id="1544" name="Google Shape;1544;p32"/>
          <p:cNvCxnSpPr>
            <a:stCxn id="1452" idx="3"/>
            <a:endCxn id="1452" idx="1"/>
          </p:cNvCxnSpPr>
          <p:nvPr/>
        </p:nvCxnSpPr>
        <p:spPr>
          <a:xfrm rot="10800000">
            <a:off x="1481931" y="1989469"/>
            <a:ext cx="108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545" name="Google Shape;1545;p32"/>
          <p:cNvSpPr txBox="1"/>
          <p:nvPr/>
        </p:nvSpPr>
        <p:spPr>
          <a:xfrm>
            <a:off x="1489650" y="203829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AR.L1</a:t>
            </a:r>
            <a:endParaRPr/>
          </a:p>
        </p:txBody>
      </p:sp>
      <p:sp>
        <p:nvSpPr>
          <p:cNvPr id="1546" name="Google Shape;1546;p32"/>
          <p:cNvSpPr txBox="1"/>
          <p:nvPr/>
        </p:nvSpPr>
        <p:spPr>
          <a:xfrm>
            <a:off x="1474957" y="180895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AR.W1</a:t>
            </a:r>
            <a:endParaRPr/>
          </a:p>
        </p:txBody>
      </p:sp>
      <p:sp>
        <p:nvSpPr>
          <p:cNvPr id="1547" name="Google Shape;1547;p32"/>
          <p:cNvSpPr txBox="1"/>
          <p:nvPr/>
        </p:nvSpPr>
        <p:spPr>
          <a:xfrm>
            <a:off x="9539406" y="5519498"/>
            <a:ext cx="2652594" cy="13388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CO(RR) ：CO on AR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CO(RRW)：CO on AR(W&gt;=4.0)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CO(RRN)：CO on AR(W=2.8)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ARN(S) ：AR side fringe (W=2.8)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ARW(S) ：AR side fringe (W&gt;=4.0)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CO(C)  ：CO on WC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CO(RS) ：CO on GR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GR(S)  ：GR side fringe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CO(RSM)：CO(sized) &amp; GR(S)</a:t>
            </a:r>
            <a:endParaRPr/>
          </a:p>
        </p:txBody>
      </p:sp>
      <p:sp>
        <p:nvSpPr>
          <p:cNvPr id="1548" name="Google Shape;1548;p32"/>
          <p:cNvSpPr txBox="1"/>
          <p:nvPr/>
        </p:nvSpPr>
        <p:spPr>
          <a:xfrm>
            <a:off x="5205097" y="451795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CR.W3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49" name="Google Shape;1549;p32"/>
          <p:cNvSpPr txBox="1"/>
          <p:nvPr/>
        </p:nvSpPr>
        <p:spPr>
          <a:xfrm>
            <a:off x="6207551" y="447512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CR.ASW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50" name="Google Shape;1550;p32"/>
          <p:cNvSpPr txBox="1"/>
          <p:nvPr/>
        </p:nvSpPr>
        <p:spPr>
          <a:xfrm>
            <a:off x="3723435" y="507767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CO.SC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51" name="Google Shape;1551;p32"/>
          <p:cNvSpPr txBox="1"/>
          <p:nvPr/>
        </p:nvSpPr>
        <p:spPr>
          <a:xfrm>
            <a:off x="81547" y="6626168"/>
            <a:ext cx="472313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rgbClr val="FFC000"/>
                </a:solidFill>
                <a:latin typeface="Meiryo"/>
                <a:ea typeface="Meiryo"/>
                <a:cs typeface="Meiryo"/>
                <a:sym typeface="Meiryo"/>
              </a:rPr>
              <a:t>*Strike-through rules are not yet implemented</a:t>
            </a:r>
            <a:endParaRPr/>
          </a:p>
        </p:txBody>
      </p:sp>
      <p:sp>
        <p:nvSpPr>
          <p:cNvPr id="1552" name="Google Shape;1552;p32"/>
          <p:cNvSpPr txBox="1"/>
          <p:nvPr/>
        </p:nvSpPr>
        <p:spPr>
          <a:xfrm>
            <a:off x="623284" y="1716617"/>
            <a:ext cx="6871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GC.R1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(Donut)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53" name="Google Shape;1553;p32"/>
          <p:cNvSpPr/>
          <p:nvPr/>
        </p:nvSpPr>
        <p:spPr>
          <a:xfrm>
            <a:off x="1809662" y="2979469"/>
            <a:ext cx="349338" cy="3493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p32"/>
          <p:cNvSpPr/>
          <p:nvPr/>
        </p:nvSpPr>
        <p:spPr>
          <a:xfrm>
            <a:off x="1914624" y="3073976"/>
            <a:ext cx="137681" cy="1462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55" name="Google Shape;1555;p32"/>
          <p:cNvSpPr txBox="1"/>
          <p:nvPr/>
        </p:nvSpPr>
        <p:spPr>
          <a:xfrm>
            <a:off x="2535994" y="3042179"/>
            <a:ext cx="8654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GC.R2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(TieDown)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56" name="Google Shape;1556;p32"/>
          <p:cNvSpPr/>
          <p:nvPr/>
        </p:nvSpPr>
        <p:spPr>
          <a:xfrm>
            <a:off x="2265920" y="3088836"/>
            <a:ext cx="274604" cy="2520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557" name="Google Shape;1557;p32"/>
          <p:cNvSpPr/>
          <p:nvPr/>
        </p:nvSpPr>
        <p:spPr>
          <a:xfrm>
            <a:off x="2333140" y="3139793"/>
            <a:ext cx="137681" cy="1462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58" name="Google Shape;1558;p32"/>
          <p:cNvSpPr/>
          <p:nvPr/>
        </p:nvSpPr>
        <p:spPr>
          <a:xfrm rot="-5400000">
            <a:off x="2022424" y="2825996"/>
            <a:ext cx="323476" cy="682146"/>
          </a:xfrm>
          <a:prstGeom prst="rect">
            <a:avLst/>
          </a:prstGeom>
          <a:solidFill>
            <a:srgbClr val="D1D1D1">
              <a:alpha val="38824"/>
            </a:srgbClr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559" name="Google Shape;1559;p32"/>
          <p:cNvSpPr txBox="1"/>
          <p:nvPr/>
        </p:nvSpPr>
        <p:spPr>
          <a:xfrm>
            <a:off x="2004715" y="3292167"/>
            <a:ext cx="349338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60" name="Google Shape;1560;p32"/>
          <p:cNvSpPr txBox="1"/>
          <p:nvPr/>
        </p:nvSpPr>
        <p:spPr>
          <a:xfrm>
            <a:off x="5004741" y="5819126"/>
            <a:ext cx="108851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RR.SZ/RR.RT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61" name="Google Shape;1561;p32"/>
          <p:cNvSpPr txBox="1"/>
          <p:nvPr/>
        </p:nvSpPr>
        <p:spPr>
          <a:xfrm>
            <a:off x="6786908" y="2216944"/>
            <a:ext cx="108851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RS.SZ/RS.RT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562" name="Google Shape;156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4823" y="123354"/>
            <a:ext cx="3538995" cy="5360156"/>
          </a:xfrm>
          <a:prstGeom prst="rect">
            <a:avLst/>
          </a:prstGeom>
          <a:noFill/>
          <a:ln>
            <a:noFill/>
          </a:ln>
        </p:spPr>
      </p:pic>
      <p:sp>
        <p:nvSpPr>
          <p:cNvPr id="1563" name="Google Shape;1563;p32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33"/>
          <p:cNvSpPr/>
          <p:nvPr/>
        </p:nvSpPr>
        <p:spPr>
          <a:xfrm rot="-5400000">
            <a:off x="5781209" y="4954897"/>
            <a:ext cx="1954443" cy="49765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569" name="Google Shape;1569;p33"/>
          <p:cNvSpPr/>
          <p:nvPr/>
        </p:nvSpPr>
        <p:spPr>
          <a:xfrm flipH="1" rot="-5400000">
            <a:off x="3016584" y="2719455"/>
            <a:ext cx="1327921" cy="77973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570" name="Google Shape;1570;p33"/>
          <p:cNvSpPr/>
          <p:nvPr/>
        </p:nvSpPr>
        <p:spPr>
          <a:xfrm rot="-5400000">
            <a:off x="2224319" y="2064162"/>
            <a:ext cx="2920585" cy="49765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571" name="Google Shape;1571;p33"/>
          <p:cNvSpPr/>
          <p:nvPr/>
        </p:nvSpPr>
        <p:spPr>
          <a:xfrm rot="-5400000">
            <a:off x="2554550" y="3134826"/>
            <a:ext cx="5343989" cy="779736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572" name="Google Shape;1572;p33"/>
          <p:cNvSpPr/>
          <p:nvPr/>
        </p:nvSpPr>
        <p:spPr>
          <a:xfrm>
            <a:off x="3594300" y="2754669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3" name="Google Shape;1573;p33"/>
          <p:cNvCxnSpPr/>
          <p:nvPr/>
        </p:nvCxnSpPr>
        <p:spPr>
          <a:xfrm rot="10800000">
            <a:off x="3597446" y="2858138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574" name="Google Shape;1574;p33"/>
          <p:cNvSpPr txBox="1"/>
          <p:nvPr/>
        </p:nvSpPr>
        <p:spPr>
          <a:xfrm>
            <a:off x="3540760" y="253569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V1.W1</a:t>
            </a:r>
            <a:endParaRPr/>
          </a:p>
        </p:txBody>
      </p:sp>
      <p:sp>
        <p:nvSpPr>
          <p:cNvPr id="1575" name="Google Shape;1575;p33"/>
          <p:cNvSpPr/>
          <p:nvPr/>
        </p:nvSpPr>
        <p:spPr>
          <a:xfrm>
            <a:off x="3594300" y="3311478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6" name="Google Shape;1576;p33"/>
          <p:cNvCxnSpPr/>
          <p:nvPr/>
        </p:nvCxnSpPr>
        <p:spPr>
          <a:xfrm rot="10800000">
            <a:off x="3678700" y="3501686"/>
            <a:ext cx="1" cy="271597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577" name="Google Shape;1577;p33"/>
          <p:cNvCxnSpPr/>
          <p:nvPr/>
        </p:nvCxnSpPr>
        <p:spPr>
          <a:xfrm>
            <a:off x="3684300" y="2963632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578" name="Google Shape;1578;p33"/>
          <p:cNvSpPr txBox="1"/>
          <p:nvPr/>
        </p:nvSpPr>
        <p:spPr>
          <a:xfrm>
            <a:off x="3643539" y="306215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V1.S1</a:t>
            </a:r>
            <a:endParaRPr/>
          </a:p>
        </p:txBody>
      </p:sp>
      <p:sp>
        <p:nvSpPr>
          <p:cNvPr id="1579" name="Google Shape;1579;p33"/>
          <p:cNvSpPr txBox="1"/>
          <p:nvPr/>
        </p:nvSpPr>
        <p:spPr>
          <a:xfrm>
            <a:off x="3693816" y="356634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V1.M1</a:t>
            </a:r>
            <a:endParaRPr/>
          </a:p>
        </p:txBody>
      </p:sp>
      <p:sp>
        <p:nvSpPr>
          <p:cNvPr id="1580" name="Google Shape;1580;p33"/>
          <p:cNvSpPr txBox="1"/>
          <p:nvPr/>
        </p:nvSpPr>
        <p:spPr>
          <a:xfrm>
            <a:off x="3429412" y="890796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1581" name="Google Shape;1581;p33"/>
          <p:cNvSpPr/>
          <p:nvPr/>
        </p:nvSpPr>
        <p:spPr>
          <a:xfrm rot="-5400000">
            <a:off x="982835" y="2064161"/>
            <a:ext cx="2920585" cy="49765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1582" name="Google Shape;1582;p33"/>
          <p:cNvCxnSpPr/>
          <p:nvPr/>
        </p:nvCxnSpPr>
        <p:spPr>
          <a:xfrm>
            <a:off x="2194299" y="3251524"/>
            <a:ext cx="47427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583" name="Google Shape;1583;p33"/>
          <p:cNvSpPr txBox="1"/>
          <p:nvPr/>
        </p:nvSpPr>
        <p:spPr>
          <a:xfrm>
            <a:off x="2143937" y="300140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M1.W1</a:t>
            </a:r>
            <a:endParaRPr/>
          </a:p>
        </p:txBody>
      </p:sp>
      <p:cxnSp>
        <p:nvCxnSpPr>
          <p:cNvPr id="1584" name="Google Shape;1584;p33"/>
          <p:cNvCxnSpPr/>
          <p:nvPr/>
        </p:nvCxnSpPr>
        <p:spPr>
          <a:xfrm>
            <a:off x="2683540" y="3251524"/>
            <a:ext cx="60713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585" name="Google Shape;1585;p33"/>
          <p:cNvSpPr txBox="1"/>
          <p:nvPr/>
        </p:nvSpPr>
        <p:spPr>
          <a:xfrm>
            <a:off x="2699652" y="300140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M1.S1</a:t>
            </a:r>
            <a:endParaRPr/>
          </a:p>
        </p:txBody>
      </p:sp>
      <p:sp>
        <p:nvSpPr>
          <p:cNvPr id="1586" name="Google Shape;1586;p33"/>
          <p:cNvSpPr/>
          <p:nvPr/>
        </p:nvSpPr>
        <p:spPr>
          <a:xfrm rot="-5400000">
            <a:off x="5286691" y="1923120"/>
            <a:ext cx="2920586" cy="779738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587" name="Google Shape;1587;p33"/>
          <p:cNvSpPr/>
          <p:nvPr/>
        </p:nvSpPr>
        <p:spPr>
          <a:xfrm>
            <a:off x="5144645" y="151606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8" name="Google Shape;1588;p33"/>
          <p:cNvSpPr/>
          <p:nvPr/>
        </p:nvSpPr>
        <p:spPr>
          <a:xfrm>
            <a:off x="5144645" y="2072870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9" name="Google Shape;1589;p33"/>
          <p:cNvSpPr txBox="1"/>
          <p:nvPr/>
        </p:nvSpPr>
        <p:spPr>
          <a:xfrm>
            <a:off x="2167059" y="890796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1590" name="Google Shape;1590;p33"/>
          <p:cNvSpPr txBox="1"/>
          <p:nvPr/>
        </p:nvSpPr>
        <p:spPr>
          <a:xfrm>
            <a:off x="6491784" y="918078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</a:t>
            </a:r>
            <a:endParaRPr/>
          </a:p>
        </p:txBody>
      </p:sp>
      <p:sp>
        <p:nvSpPr>
          <p:cNvPr id="1591" name="Google Shape;1591;p33"/>
          <p:cNvSpPr txBox="1"/>
          <p:nvPr/>
        </p:nvSpPr>
        <p:spPr>
          <a:xfrm>
            <a:off x="4971345" y="918078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</a:t>
            </a:r>
            <a:endParaRPr/>
          </a:p>
        </p:txBody>
      </p:sp>
      <p:cxnSp>
        <p:nvCxnSpPr>
          <p:cNvPr id="1592" name="Google Shape;1592;p33"/>
          <p:cNvCxnSpPr/>
          <p:nvPr/>
        </p:nvCxnSpPr>
        <p:spPr>
          <a:xfrm>
            <a:off x="4836677" y="3242680"/>
            <a:ext cx="77811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593" name="Google Shape;1593;p33"/>
          <p:cNvSpPr txBox="1"/>
          <p:nvPr/>
        </p:nvSpPr>
        <p:spPr>
          <a:xfrm>
            <a:off x="4921642" y="330815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M2.W1</a:t>
            </a:r>
            <a:endParaRPr/>
          </a:p>
        </p:txBody>
      </p:sp>
      <p:cxnSp>
        <p:nvCxnSpPr>
          <p:cNvPr id="1594" name="Google Shape;1594;p33"/>
          <p:cNvCxnSpPr/>
          <p:nvPr/>
        </p:nvCxnSpPr>
        <p:spPr>
          <a:xfrm>
            <a:off x="5623059" y="3242680"/>
            <a:ext cx="734056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595" name="Google Shape;1595;p33"/>
          <p:cNvSpPr txBox="1"/>
          <p:nvPr/>
        </p:nvSpPr>
        <p:spPr>
          <a:xfrm>
            <a:off x="5695073" y="330815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M2.S1</a:t>
            </a:r>
            <a:endParaRPr/>
          </a:p>
        </p:txBody>
      </p:sp>
      <p:cxnSp>
        <p:nvCxnSpPr>
          <p:cNvPr id="1596" name="Google Shape;1596;p33"/>
          <p:cNvCxnSpPr/>
          <p:nvPr/>
        </p:nvCxnSpPr>
        <p:spPr>
          <a:xfrm rot="10800000">
            <a:off x="5335507" y="1609823"/>
            <a:ext cx="287552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597" name="Google Shape;1597;p33"/>
          <p:cNvSpPr txBox="1"/>
          <p:nvPr/>
        </p:nvSpPr>
        <p:spPr>
          <a:xfrm>
            <a:off x="5171230" y="130607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M2.V1</a:t>
            </a:r>
            <a:endParaRPr/>
          </a:p>
        </p:txBody>
      </p:sp>
      <p:sp>
        <p:nvSpPr>
          <p:cNvPr id="1598" name="Google Shape;1598;p33"/>
          <p:cNvSpPr/>
          <p:nvPr/>
        </p:nvSpPr>
        <p:spPr>
          <a:xfrm rot="-5400000">
            <a:off x="3355153" y="4737690"/>
            <a:ext cx="677330" cy="6688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599" name="Google Shape;1599;p33"/>
          <p:cNvSpPr txBox="1"/>
          <p:nvPr/>
        </p:nvSpPr>
        <p:spPr>
          <a:xfrm>
            <a:off x="3366341" y="5023175"/>
            <a:ext cx="6688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</p:txBody>
      </p:sp>
      <p:cxnSp>
        <p:nvCxnSpPr>
          <p:cNvPr id="1600" name="Google Shape;1600;p33"/>
          <p:cNvCxnSpPr>
            <a:stCxn id="1601" idx="3"/>
            <a:endCxn id="1602" idx="1"/>
          </p:cNvCxnSpPr>
          <p:nvPr/>
        </p:nvCxnSpPr>
        <p:spPr>
          <a:xfrm>
            <a:off x="5319668" y="4638371"/>
            <a:ext cx="1337400" cy="6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603" name="Google Shape;1603;p33"/>
          <p:cNvSpPr txBox="1"/>
          <p:nvPr/>
        </p:nvSpPr>
        <p:spPr>
          <a:xfrm>
            <a:off x="5630110" y="4361372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V1.CO</a:t>
            </a:r>
            <a:endParaRPr/>
          </a:p>
        </p:txBody>
      </p:sp>
      <p:sp>
        <p:nvSpPr>
          <p:cNvPr id="1601" name="Google Shape;1601;p33"/>
          <p:cNvSpPr/>
          <p:nvPr/>
        </p:nvSpPr>
        <p:spPr>
          <a:xfrm>
            <a:off x="5139668" y="4543267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4" name="Google Shape;1604;p33"/>
          <p:cNvSpPr/>
          <p:nvPr/>
        </p:nvSpPr>
        <p:spPr>
          <a:xfrm>
            <a:off x="5139668" y="5100076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5" name="Google Shape;1605;p33"/>
          <p:cNvSpPr/>
          <p:nvPr/>
        </p:nvSpPr>
        <p:spPr>
          <a:xfrm>
            <a:off x="5144645" y="5663137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6" name="Google Shape;1606;p33"/>
          <p:cNvCxnSpPr>
            <a:endCxn id="1604" idx="1"/>
          </p:cNvCxnSpPr>
          <p:nvPr/>
        </p:nvCxnSpPr>
        <p:spPr>
          <a:xfrm>
            <a:off x="4004468" y="5195180"/>
            <a:ext cx="1135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607" name="Google Shape;1607;p33"/>
          <p:cNvSpPr txBox="1"/>
          <p:nvPr/>
        </p:nvSpPr>
        <p:spPr>
          <a:xfrm>
            <a:off x="4059675" y="4939505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V1.GA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08" name="Google Shape;1608;p33"/>
          <p:cNvSpPr txBox="1"/>
          <p:nvPr/>
        </p:nvSpPr>
        <p:spPr>
          <a:xfrm>
            <a:off x="6519649" y="4859145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1602" name="Google Shape;1602;p33"/>
          <p:cNvSpPr/>
          <p:nvPr/>
        </p:nvSpPr>
        <p:spPr>
          <a:xfrm>
            <a:off x="6656984" y="454945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9" name="Google Shape;1609;p33"/>
          <p:cNvCxnSpPr>
            <a:stCxn id="1605" idx="3"/>
            <a:endCxn id="1610" idx="1"/>
          </p:cNvCxnSpPr>
          <p:nvPr/>
        </p:nvCxnSpPr>
        <p:spPr>
          <a:xfrm flipH="1" rot="10800000">
            <a:off x="5324645" y="5756141"/>
            <a:ext cx="1332300" cy="2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611" name="Google Shape;1611;p33"/>
          <p:cNvSpPr txBox="1"/>
          <p:nvPr/>
        </p:nvSpPr>
        <p:spPr>
          <a:xfrm>
            <a:off x="5630110" y="5500159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V1.CL</a:t>
            </a:r>
            <a:endParaRPr/>
          </a:p>
        </p:txBody>
      </p:sp>
      <p:sp>
        <p:nvSpPr>
          <p:cNvPr id="1610" name="Google Shape;1610;p33"/>
          <p:cNvSpPr/>
          <p:nvPr/>
        </p:nvSpPr>
        <p:spPr>
          <a:xfrm>
            <a:off x="6656984" y="5523136"/>
            <a:ext cx="180000" cy="465843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2" name="Google Shape;1612;p33"/>
          <p:cNvSpPr/>
          <p:nvPr/>
        </p:nvSpPr>
        <p:spPr>
          <a:xfrm rot="-5400000">
            <a:off x="-634202" y="1724519"/>
            <a:ext cx="2920585" cy="1176939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1613" name="Google Shape;1613;p33"/>
          <p:cNvCxnSpPr/>
          <p:nvPr/>
        </p:nvCxnSpPr>
        <p:spPr>
          <a:xfrm rot="10800000">
            <a:off x="219768" y="3246874"/>
            <a:ext cx="1176939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614" name="Google Shape;1614;p33"/>
          <p:cNvSpPr txBox="1"/>
          <p:nvPr/>
        </p:nvSpPr>
        <p:spPr>
          <a:xfrm flipH="1">
            <a:off x="287583" y="3301860"/>
            <a:ext cx="97709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M1.W3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5" name="Google Shape;1615;p33"/>
          <p:cNvSpPr txBox="1"/>
          <p:nvPr/>
        </p:nvSpPr>
        <p:spPr>
          <a:xfrm>
            <a:off x="350831" y="922380"/>
            <a:ext cx="8505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M1(W)</a:t>
            </a:r>
            <a:endParaRPr/>
          </a:p>
        </p:txBody>
      </p:sp>
      <p:cxnSp>
        <p:nvCxnSpPr>
          <p:cNvPr id="1616" name="Google Shape;1616;p33"/>
          <p:cNvCxnSpPr/>
          <p:nvPr/>
        </p:nvCxnSpPr>
        <p:spPr>
          <a:xfrm>
            <a:off x="1396707" y="3251524"/>
            <a:ext cx="80941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617" name="Google Shape;1617;p33"/>
          <p:cNvSpPr txBox="1"/>
          <p:nvPr/>
        </p:nvSpPr>
        <p:spPr>
          <a:xfrm>
            <a:off x="1522907" y="333151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M1.SW</a:t>
            </a:r>
            <a:endParaRPr/>
          </a:p>
        </p:txBody>
      </p:sp>
      <p:sp>
        <p:nvSpPr>
          <p:cNvPr id="1618" name="Google Shape;1618;p33"/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Cat-6: M1/V1/M2 related</a:t>
            </a:r>
            <a:endParaRPr/>
          </a:p>
        </p:txBody>
      </p:sp>
      <p:sp>
        <p:nvSpPr>
          <p:cNvPr id="1619" name="Google Shape;1619;p33"/>
          <p:cNvSpPr/>
          <p:nvPr/>
        </p:nvSpPr>
        <p:spPr>
          <a:xfrm>
            <a:off x="3567176" y="1386813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0" name="Google Shape;1620;p33"/>
          <p:cNvCxnSpPr/>
          <p:nvPr/>
        </p:nvCxnSpPr>
        <p:spPr>
          <a:xfrm rot="10800000">
            <a:off x="3742654" y="1477132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621" name="Google Shape;1621;p33"/>
          <p:cNvSpPr txBox="1"/>
          <p:nvPr/>
        </p:nvSpPr>
        <p:spPr>
          <a:xfrm>
            <a:off x="3578377" y="117337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M1.CO</a:t>
            </a:r>
            <a:endParaRPr/>
          </a:p>
        </p:txBody>
      </p:sp>
      <p:sp>
        <p:nvSpPr>
          <p:cNvPr id="1622" name="Google Shape;1622;p33"/>
          <p:cNvSpPr/>
          <p:nvPr/>
        </p:nvSpPr>
        <p:spPr>
          <a:xfrm rot="-5400000">
            <a:off x="564680" y="4283475"/>
            <a:ext cx="1980000" cy="19800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623" name="Google Shape;1623;p33"/>
          <p:cNvSpPr/>
          <p:nvPr/>
        </p:nvSpPr>
        <p:spPr>
          <a:xfrm rot="-5400000">
            <a:off x="834680" y="4553475"/>
            <a:ext cx="1440000" cy="14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624" name="Google Shape;1624;p33"/>
          <p:cNvSpPr/>
          <p:nvPr/>
        </p:nvSpPr>
        <p:spPr>
          <a:xfrm>
            <a:off x="1014680" y="4733475"/>
            <a:ext cx="1080000" cy="108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625" name="Google Shape;1625;p33"/>
          <p:cNvSpPr/>
          <p:nvPr/>
        </p:nvSpPr>
        <p:spPr>
          <a:xfrm>
            <a:off x="459269" y="4867979"/>
            <a:ext cx="508113" cy="8446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6" name="Google Shape;1626;p33"/>
          <p:cNvSpPr/>
          <p:nvPr/>
        </p:nvSpPr>
        <p:spPr>
          <a:xfrm rot="-5400000">
            <a:off x="1164500" y="4883627"/>
            <a:ext cx="795158" cy="77969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627" name="Google Shape;1627;p33"/>
          <p:cNvSpPr txBox="1"/>
          <p:nvPr/>
        </p:nvSpPr>
        <p:spPr>
          <a:xfrm>
            <a:off x="866096" y="4588034"/>
            <a:ext cx="362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1628" name="Google Shape;1628;p33"/>
          <p:cNvSpPr txBox="1"/>
          <p:nvPr/>
        </p:nvSpPr>
        <p:spPr>
          <a:xfrm>
            <a:off x="1631149" y="554879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M1.CC</a:t>
            </a:r>
            <a:endParaRPr/>
          </a:p>
        </p:txBody>
      </p:sp>
      <p:sp>
        <p:nvSpPr>
          <p:cNvPr id="1629" name="Google Shape;1629;p33"/>
          <p:cNvSpPr/>
          <p:nvPr/>
        </p:nvSpPr>
        <p:spPr>
          <a:xfrm>
            <a:off x="1629434" y="5333443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0" name="Google Shape;1630;p33"/>
          <p:cNvCxnSpPr/>
          <p:nvPr/>
        </p:nvCxnSpPr>
        <p:spPr>
          <a:xfrm rot="10800000">
            <a:off x="1803842" y="5431513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631" name="Google Shape;1631;p33"/>
          <p:cNvSpPr/>
          <p:nvPr/>
        </p:nvSpPr>
        <p:spPr>
          <a:xfrm rot="-5400000">
            <a:off x="663907" y="4883627"/>
            <a:ext cx="274662" cy="77969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1632" name="Google Shape;1632;p33"/>
          <p:cNvCxnSpPr>
            <a:stCxn id="1625" idx="2"/>
            <a:endCxn id="1625" idx="0"/>
          </p:cNvCxnSpPr>
          <p:nvPr/>
        </p:nvCxnSpPr>
        <p:spPr>
          <a:xfrm rot="10800000">
            <a:off x="713326" y="4868089"/>
            <a:ext cx="0" cy="844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633" name="Google Shape;1633;p33"/>
          <p:cNvSpPr txBox="1"/>
          <p:nvPr/>
        </p:nvSpPr>
        <p:spPr>
          <a:xfrm>
            <a:off x="110667" y="493950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M1.SC</a:t>
            </a:r>
            <a:endParaRPr/>
          </a:p>
        </p:txBody>
      </p:sp>
      <p:sp>
        <p:nvSpPr>
          <p:cNvPr id="1634" name="Google Shape;1634;p33"/>
          <p:cNvSpPr/>
          <p:nvPr/>
        </p:nvSpPr>
        <p:spPr>
          <a:xfrm>
            <a:off x="2353128" y="1390534"/>
            <a:ext cx="180000" cy="465843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5" name="Google Shape;1635;p33"/>
          <p:cNvCxnSpPr/>
          <p:nvPr/>
        </p:nvCxnSpPr>
        <p:spPr>
          <a:xfrm rot="10800000">
            <a:off x="2524819" y="1524312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636" name="Google Shape;1636;p33"/>
          <p:cNvSpPr txBox="1"/>
          <p:nvPr/>
        </p:nvSpPr>
        <p:spPr>
          <a:xfrm>
            <a:off x="2360542" y="122055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M1.CL</a:t>
            </a:r>
            <a:endParaRPr/>
          </a:p>
        </p:txBody>
      </p:sp>
      <p:sp>
        <p:nvSpPr>
          <p:cNvPr id="1637" name="Google Shape;1637;p33"/>
          <p:cNvSpPr txBox="1"/>
          <p:nvPr/>
        </p:nvSpPr>
        <p:spPr>
          <a:xfrm>
            <a:off x="1326681" y="4312840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M1(C)</a:t>
            </a:r>
            <a:endParaRPr sz="14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638" name="Google Shape;1638;p33"/>
          <p:cNvSpPr txBox="1"/>
          <p:nvPr/>
        </p:nvSpPr>
        <p:spPr>
          <a:xfrm>
            <a:off x="6304964" y="4304770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</a:t>
            </a:r>
            <a:endParaRPr/>
          </a:p>
        </p:txBody>
      </p:sp>
      <p:sp>
        <p:nvSpPr>
          <p:cNvPr id="1639" name="Google Shape;1639;p33"/>
          <p:cNvSpPr txBox="1"/>
          <p:nvPr/>
        </p:nvSpPr>
        <p:spPr>
          <a:xfrm>
            <a:off x="6295392" y="5307257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CO(L)</a:t>
            </a:r>
            <a:endParaRPr/>
          </a:p>
        </p:txBody>
      </p:sp>
      <p:sp>
        <p:nvSpPr>
          <p:cNvPr id="1640" name="Google Shape;1640;p33"/>
          <p:cNvSpPr txBox="1"/>
          <p:nvPr/>
        </p:nvSpPr>
        <p:spPr>
          <a:xfrm>
            <a:off x="1357842" y="5125685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CO(CC)</a:t>
            </a:r>
            <a:endParaRPr/>
          </a:p>
        </p:txBody>
      </p:sp>
      <p:sp>
        <p:nvSpPr>
          <p:cNvPr id="1641" name="Google Shape;1641;p33"/>
          <p:cNvSpPr txBox="1"/>
          <p:nvPr/>
        </p:nvSpPr>
        <p:spPr>
          <a:xfrm>
            <a:off x="7457356" y="4973401"/>
            <a:ext cx="4242876" cy="193899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        ：GC/GR(all poly)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M1(W)     ：Wide M1 (W&gt;10.0um)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M1(I)     ：M1 outside Pad/Capacitor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M2(I)     ：M2 outside Pad/Capacitor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M1(C)/M1C ：M1 ring for Capacitor WN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M1(S)     ：M1 in scribe ring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M2(S)     ：M2 in scribe ring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CO(C)     ：CO on M1(C) (W=1.2um)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CO(CC)    ：CO on AC (W=1.2um)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CO(L)     ：CO large contact (Area&gt;=1.5um</a:t>
            </a:r>
            <a:r>
              <a:rPr baseline="30000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42" name="Google Shape;1642;p33"/>
          <p:cNvSpPr/>
          <p:nvPr/>
        </p:nvSpPr>
        <p:spPr>
          <a:xfrm>
            <a:off x="2320123" y="502576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3" name="Google Shape;1643;p33"/>
          <p:cNvCxnSpPr/>
          <p:nvPr/>
        </p:nvCxnSpPr>
        <p:spPr>
          <a:xfrm>
            <a:off x="2340053" y="4929930"/>
            <a:ext cx="16007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644" name="Google Shape;1644;p33"/>
          <p:cNvCxnSpPr/>
          <p:nvPr/>
        </p:nvCxnSpPr>
        <p:spPr>
          <a:xfrm rot="10800000">
            <a:off x="2544680" y="4929930"/>
            <a:ext cx="167082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645" name="Google Shape;1645;p33"/>
          <p:cNvCxnSpPr>
            <a:endCxn id="1642" idx="3"/>
          </p:cNvCxnSpPr>
          <p:nvPr/>
        </p:nvCxnSpPr>
        <p:spPr>
          <a:xfrm>
            <a:off x="2500123" y="4914165"/>
            <a:ext cx="0" cy="20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1646" name="Google Shape;1646;p33"/>
          <p:cNvCxnSpPr/>
          <p:nvPr/>
        </p:nvCxnSpPr>
        <p:spPr>
          <a:xfrm>
            <a:off x="2546022" y="4816475"/>
            <a:ext cx="0" cy="20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1647" name="Google Shape;1647;p33"/>
          <p:cNvSpPr txBox="1"/>
          <p:nvPr/>
        </p:nvSpPr>
        <p:spPr>
          <a:xfrm>
            <a:off x="2387280" y="5040144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CO(C)</a:t>
            </a:r>
            <a:endParaRPr/>
          </a:p>
        </p:txBody>
      </p:sp>
      <p:cxnSp>
        <p:nvCxnSpPr>
          <p:cNvPr id="1648" name="Google Shape;1648;p33"/>
          <p:cNvCxnSpPr/>
          <p:nvPr/>
        </p:nvCxnSpPr>
        <p:spPr>
          <a:xfrm>
            <a:off x="6677064" y="6114182"/>
            <a:ext cx="16007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649" name="Google Shape;1649;p33"/>
          <p:cNvCxnSpPr/>
          <p:nvPr/>
        </p:nvCxnSpPr>
        <p:spPr>
          <a:xfrm rot="10800000">
            <a:off x="7007898" y="6114182"/>
            <a:ext cx="167082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650" name="Google Shape;1650;p33"/>
          <p:cNvCxnSpPr/>
          <p:nvPr/>
        </p:nvCxnSpPr>
        <p:spPr>
          <a:xfrm>
            <a:off x="6837134" y="6000727"/>
            <a:ext cx="0" cy="20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1651" name="Google Shape;1651;p33"/>
          <p:cNvCxnSpPr/>
          <p:nvPr/>
        </p:nvCxnSpPr>
        <p:spPr>
          <a:xfrm>
            <a:off x="7009240" y="6000727"/>
            <a:ext cx="0" cy="20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1652" name="Google Shape;1652;p33"/>
          <p:cNvSpPr txBox="1"/>
          <p:nvPr/>
        </p:nvSpPr>
        <p:spPr>
          <a:xfrm>
            <a:off x="6638939" y="624993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M1.CL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53" name="Google Shape;1653;p33"/>
          <p:cNvSpPr txBox="1"/>
          <p:nvPr/>
        </p:nvSpPr>
        <p:spPr>
          <a:xfrm>
            <a:off x="2376887" y="464731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M1.CO</a:t>
            </a:r>
            <a:endParaRPr/>
          </a:p>
        </p:txBody>
      </p:sp>
      <p:sp>
        <p:nvSpPr>
          <p:cNvPr id="1654" name="Google Shape;1654;p33"/>
          <p:cNvSpPr/>
          <p:nvPr/>
        </p:nvSpPr>
        <p:spPr>
          <a:xfrm rot="-5400000">
            <a:off x="3355154" y="5620991"/>
            <a:ext cx="677330" cy="668899"/>
          </a:xfrm>
          <a:prstGeom prst="rect">
            <a:avLst/>
          </a:prstGeom>
          <a:solidFill>
            <a:srgbClr val="BF4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655" name="Google Shape;1655;p33"/>
          <p:cNvSpPr txBox="1"/>
          <p:nvPr/>
        </p:nvSpPr>
        <p:spPr>
          <a:xfrm>
            <a:off x="3344663" y="5899902"/>
            <a:ext cx="6688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GR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656" name="Google Shape;1656;p33"/>
          <p:cNvSpPr txBox="1"/>
          <p:nvPr/>
        </p:nvSpPr>
        <p:spPr>
          <a:xfrm>
            <a:off x="4040718" y="5559208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V1.GA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657" name="Google Shape;1657;p33"/>
          <p:cNvCxnSpPr/>
          <p:nvPr/>
        </p:nvCxnSpPr>
        <p:spPr>
          <a:xfrm>
            <a:off x="4013562" y="5771688"/>
            <a:ext cx="113533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658" name="Google Shape;1658;p33"/>
          <p:cNvCxnSpPr/>
          <p:nvPr/>
        </p:nvCxnSpPr>
        <p:spPr>
          <a:xfrm>
            <a:off x="6389527" y="3242680"/>
            <a:ext cx="734056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659" name="Google Shape;1659;p33"/>
          <p:cNvSpPr txBox="1"/>
          <p:nvPr/>
        </p:nvSpPr>
        <p:spPr>
          <a:xfrm flipH="1">
            <a:off x="6491783" y="3301860"/>
            <a:ext cx="56502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M2.W3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660" name="Google Shape;166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6313" y="97984"/>
            <a:ext cx="4654580" cy="4875417"/>
          </a:xfrm>
          <a:prstGeom prst="rect">
            <a:avLst/>
          </a:prstGeom>
          <a:noFill/>
          <a:ln>
            <a:noFill/>
          </a:ln>
        </p:spPr>
      </p:pic>
      <p:sp>
        <p:nvSpPr>
          <p:cNvPr id="1661" name="Google Shape;1661;p33"/>
          <p:cNvSpPr/>
          <p:nvPr/>
        </p:nvSpPr>
        <p:spPr>
          <a:xfrm rot="-5400000">
            <a:off x="2008942" y="-1234366"/>
            <a:ext cx="93620" cy="372122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662" name="Google Shape;1662;p33"/>
          <p:cNvSpPr/>
          <p:nvPr/>
        </p:nvSpPr>
        <p:spPr>
          <a:xfrm rot="-5400000">
            <a:off x="5918732" y="-573797"/>
            <a:ext cx="100627" cy="2401076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663" name="Google Shape;1663;p33"/>
          <p:cNvSpPr txBox="1"/>
          <p:nvPr/>
        </p:nvSpPr>
        <p:spPr>
          <a:xfrm>
            <a:off x="5596496" y="486780"/>
            <a:ext cx="7084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M2(S)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664" name="Google Shape;1664;p33"/>
          <p:cNvSpPr txBox="1"/>
          <p:nvPr/>
        </p:nvSpPr>
        <p:spPr>
          <a:xfrm>
            <a:off x="1713770" y="478797"/>
            <a:ext cx="7084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M1(S)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1665" name="Google Shape;1665;p33"/>
          <p:cNvCxnSpPr>
            <a:stCxn id="1586" idx="3"/>
          </p:cNvCxnSpPr>
          <p:nvPr/>
        </p:nvCxnSpPr>
        <p:spPr>
          <a:xfrm rot="10800000">
            <a:off x="6746984" y="660696"/>
            <a:ext cx="0" cy="192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666" name="Google Shape;1666;p33"/>
          <p:cNvCxnSpPr/>
          <p:nvPr/>
        </p:nvCxnSpPr>
        <p:spPr>
          <a:xfrm rot="10800000">
            <a:off x="3694083" y="661948"/>
            <a:ext cx="1" cy="191968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667" name="Google Shape;1667;p33"/>
          <p:cNvSpPr txBox="1"/>
          <p:nvPr/>
        </p:nvSpPr>
        <p:spPr>
          <a:xfrm flipH="1">
            <a:off x="3818392" y="671820"/>
            <a:ext cx="56502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M1.SCR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68" name="Google Shape;1668;p33"/>
          <p:cNvSpPr txBox="1"/>
          <p:nvPr/>
        </p:nvSpPr>
        <p:spPr>
          <a:xfrm flipH="1">
            <a:off x="6799498" y="679128"/>
            <a:ext cx="56502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M2.SCR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69" name="Google Shape;1669;p33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5" name="Google Shape;1675;p34"/>
          <p:cNvGrpSpPr/>
          <p:nvPr/>
        </p:nvGrpSpPr>
        <p:grpSpPr>
          <a:xfrm>
            <a:off x="2221098" y="4038819"/>
            <a:ext cx="3459093" cy="1688920"/>
            <a:chOff x="2716754" y="1145009"/>
            <a:chExt cx="3459093" cy="1688920"/>
          </a:xfrm>
        </p:grpSpPr>
        <p:sp>
          <p:nvSpPr>
            <p:cNvPr id="1676" name="Google Shape;1676;p34"/>
            <p:cNvSpPr/>
            <p:nvPr/>
          </p:nvSpPr>
          <p:spPr>
            <a:xfrm flipH="1" rot="5400000">
              <a:off x="4444604" y="1102686"/>
              <a:ext cx="1688920" cy="1773565"/>
            </a:xfrm>
            <a:prstGeom prst="snip2SameRect">
              <a:avLst>
                <a:gd fmla="val 11411" name="adj1"/>
                <a:gd fmla="val 0" name="adj2"/>
              </a:avLst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7" name="Google Shape;1677;p34"/>
            <p:cNvSpPr/>
            <p:nvPr/>
          </p:nvSpPr>
          <p:spPr>
            <a:xfrm rot="-5400000">
              <a:off x="2724145" y="1137618"/>
              <a:ext cx="1688920" cy="1703702"/>
            </a:xfrm>
            <a:prstGeom prst="snip2SameRect">
              <a:avLst>
                <a:gd fmla="val 11411" name="adj1"/>
                <a:gd fmla="val 0" name="adj2"/>
              </a:avLst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78" name="Google Shape;1678;p34"/>
          <p:cNvGrpSpPr/>
          <p:nvPr/>
        </p:nvGrpSpPr>
        <p:grpSpPr>
          <a:xfrm>
            <a:off x="2221097" y="1221923"/>
            <a:ext cx="3459093" cy="1688920"/>
            <a:chOff x="2716754" y="1145009"/>
            <a:chExt cx="3459093" cy="1688920"/>
          </a:xfrm>
        </p:grpSpPr>
        <p:sp>
          <p:nvSpPr>
            <p:cNvPr id="1679" name="Google Shape;1679;p34"/>
            <p:cNvSpPr/>
            <p:nvPr/>
          </p:nvSpPr>
          <p:spPr>
            <a:xfrm flipH="1" rot="5400000">
              <a:off x="4444604" y="1102686"/>
              <a:ext cx="1688920" cy="1773565"/>
            </a:xfrm>
            <a:prstGeom prst="snip2SameRect">
              <a:avLst>
                <a:gd fmla="val 11411" name="adj1"/>
                <a:gd fmla="val 0" name="adj2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0" name="Google Shape;1680;p34"/>
            <p:cNvSpPr/>
            <p:nvPr/>
          </p:nvSpPr>
          <p:spPr>
            <a:xfrm rot="-5400000">
              <a:off x="2724145" y="1137618"/>
              <a:ext cx="1688920" cy="1703702"/>
            </a:xfrm>
            <a:prstGeom prst="snip2SameRect">
              <a:avLst>
                <a:gd fmla="val 11411" name="adj1"/>
                <a:gd fmla="val 0" name="adj2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1" name="Google Shape;1681;p34"/>
          <p:cNvSpPr/>
          <p:nvPr/>
        </p:nvSpPr>
        <p:spPr>
          <a:xfrm>
            <a:off x="177006" y="616914"/>
            <a:ext cx="6558454" cy="2898938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2" name="Google Shape;1682;p34"/>
          <p:cNvSpPr/>
          <p:nvPr/>
        </p:nvSpPr>
        <p:spPr>
          <a:xfrm>
            <a:off x="727829" y="1214018"/>
            <a:ext cx="648000" cy="166201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683" name="Google Shape;1683;p34"/>
          <p:cNvSpPr/>
          <p:nvPr/>
        </p:nvSpPr>
        <p:spPr>
          <a:xfrm>
            <a:off x="3407763" y="983092"/>
            <a:ext cx="192282" cy="49786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684" name="Google Shape;1684;p34"/>
          <p:cNvSpPr/>
          <p:nvPr/>
        </p:nvSpPr>
        <p:spPr>
          <a:xfrm>
            <a:off x="734476" y="4106418"/>
            <a:ext cx="648000" cy="162946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685" name="Google Shape;1685;p34"/>
          <p:cNvSpPr txBox="1"/>
          <p:nvPr/>
        </p:nvSpPr>
        <p:spPr>
          <a:xfrm>
            <a:off x="177006" y="743601"/>
            <a:ext cx="5913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1686" name="Google Shape;1686;p34"/>
          <p:cNvSpPr txBox="1"/>
          <p:nvPr/>
        </p:nvSpPr>
        <p:spPr>
          <a:xfrm>
            <a:off x="4089580" y="994135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1687" name="Google Shape;1687;p34"/>
          <p:cNvSpPr txBox="1"/>
          <p:nvPr/>
        </p:nvSpPr>
        <p:spPr>
          <a:xfrm>
            <a:off x="736665" y="542815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1688" name="Google Shape;1688;p34"/>
          <p:cNvCxnSpPr/>
          <p:nvPr/>
        </p:nvCxnSpPr>
        <p:spPr>
          <a:xfrm>
            <a:off x="1371203" y="2546729"/>
            <a:ext cx="824396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689" name="Google Shape;1689;p34"/>
          <p:cNvCxnSpPr/>
          <p:nvPr/>
        </p:nvCxnSpPr>
        <p:spPr>
          <a:xfrm>
            <a:off x="1374076" y="4429194"/>
            <a:ext cx="85108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690" name="Google Shape;1690;p34"/>
          <p:cNvSpPr txBox="1"/>
          <p:nvPr/>
        </p:nvSpPr>
        <p:spPr>
          <a:xfrm>
            <a:off x="1474811" y="422183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ANE.AP</a:t>
            </a:r>
            <a:endParaRPr/>
          </a:p>
        </p:txBody>
      </p:sp>
      <p:sp>
        <p:nvSpPr>
          <p:cNvPr id="1691" name="Google Shape;1691;p34"/>
          <p:cNvSpPr/>
          <p:nvPr/>
        </p:nvSpPr>
        <p:spPr>
          <a:xfrm>
            <a:off x="3596813" y="3243270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692" name="Google Shape;1692;p34"/>
          <p:cNvSpPr txBox="1"/>
          <p:nvPr/>
        </p:nvSpPr>
        <p:spPr>
          <a:xfrm>
            <a:off x="3628971" y="3324591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</p:txBody>
      </p:sp>
      <p:sp>
        <p:nvSpPr>
          <p:cNvPr id="1693" name="Google Shape;1693;p34"/>
          <p:cNvSpPr txBox="1"/>
          <p:nvPr/>
        </p:nvSpPr>
        <p:spPr>
          <a:xfrm>
            <a:off x="720718" y="126199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1694" name="Google Shape;1694;p34"/>
          <p:cNvSpPr txBox="1"/>
          <p:nvPr/>
        </p:nvSpPr>
        <p:spPr>
          <a:xfrm>
            <a:off x="1498048" y="2324752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APE.AN</a:t>
            </a:r>
            <a:endParaRPr/>
          </a:p>
        </p:txBody>
      </p:sp>
      <p:sp>
        <p:nvSpPr>
          <p:cNvPr id="1695" name="Google Shape;1695;p34"/>
          <p:cNvSpPr txBox="1"/>
          <p:nvPr/>
        </p:nvSpPr>
        <p:spPr>
          <a:xfrm>
            <a:off x="-1" y="7376"/>
            <a:ext cx="81613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Cat-7: ESD MOS transistor related</a:t>
            </a:r>
            <a:endParaRPr/>
          </a:p>
        </p:txBody>
      </p:sp>
      <p:cxnSp>
        <p:nvCxnSpPr>
          <p:cNvPr id="1696" name="Google Shape;1696;p34"/>
          <p:cNvCxnSpPr/>
          <p:nvPr/>
        </p:nvCxnSpPr>
        <p:spPr>
          <a:xfrm rot="10800000">
            <a:off x="2623887" y="2511250"/>
            <a:ext cx="76497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697" name="Google Shape;1697;p34"/>
          <p:cNvSpPr txBox="1"/>
          <p:nvPr/>
        </p:nvSpPr>
        <p:spPr>
          <a:xfrm>
            <a:off x="3135706" y="1380243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APE.LM</a:t>
            </a:r>
            <a:endParaRPr/>
          </a:p>
        </p:txBody>
      </p:sp>
      <p:sp>
        <p:nvSpPr>
          <p:cNvPr id="1698" name="Google Shape;1698;p34"/>
          <p:cNvSpPr txBox="1"/>
          <p:nvPr/>
        </p:nvSpPr>
        <p:spPr>
          <a:xfrm>
            <a:off x="3743993" y="4300162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ANE.WM</a:t>
            </a:r>
            <a:endParaRPr/>
          </a:p>
        </p:txBody>
      </p:sp>
      <p:sp>
        <p:nvSpPr>
          <p:cNvPr id="1699" name="Google Shape;1699;p34"/>
          <p:cNvSpPr/>
          <p:nvPr/>
        </p:nvSpPr>
        <p:spPr>
          <a:xfrm>
            <a:off x="2449438" y="2402366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0" name="Google Shape;1700;p34"/>
          <p:cNvSpPr/>
          <p:nvPr/>
        </p:nvSpPr>
        <p:spPr>
          <a:xfrm>
            <a:off x="2449438" y="1848254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1" name="Google Shape;1701;p34"/>
          <p:cNvCxnSpPr/>
          <p:nvPr/>
        </p:nvCxnSpPr>
        <p:spPr>
          <a:xfrm rot="10800000">
            <a:off x="2200199" y="1930649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702" name="Google Shape;1702;p34"/>
          <p:cNvCxnSpPr/>
          <p:nvPr/>
        </p:nvCxnSpPr>
        <p:spPr>
          <a:xfrm rot="10800000">
            <a:off x="2450179" y="1933562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703" name="Google Shape;1703;p34"/>
          <p:cNvCxnSpPr/>
          <p:nvPr/>
        </p:nvCxnSpPr>
        <p:spPr>
          <a:xfrm>
            <a:off x="2537033" y="2047624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704" name="Google Shape;1704;p34"/>
          <p:cNvSpPr txBox="1"/>
          <p:nvPr/>
        </p:nvSpPr>
        <p:spPr>
          <a:xfrm>
            <a:off x="2557036" y="204283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COE.S1</a:t>
            </a:r>
            <a:endParaRPr/>
          </a:p>
        </p:txBody>
      </p:sp>
      <p:sp>
        <p:nvSpPr>
          <p:cNvPr id="1705" name="Google Shape;1705;p34"/>
          <p:cNvSpPr txBox="1"/>
          <p:nvPr/>
        </p:nvSpPr>
        <p:spPr>
          <a:xfrm>
            <a:off x="2514676" y="164639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COE.W1</a:t>
            </a:r>
            <a:endParaRPr/>
          </a:p>
        </p:txBody>
      </p:sp>
      <p:sp>
        <p:nvSpPr>
          <p:cNvPr id="1706" name="Google Shape;1706;p34"/>
          <p:cNvSpPr txBox="1"/>
          <p:nvPr/>
        </p:nvSpPr>
        <p:spPr>
          <a:xfrm>
            <a:off x="2673445" y="254092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CSE.GC</a:t>
            </a:r>
            <a:endParaRPr/>
          </a:p>
        </p:txBody>
      </p:sp>
      <p:cxnSp>
        <p:nvCxnSpPr>
          <p:cNvPr id="1707" name="Google Shape;1707;p34"/>
          <p:cNvCxnSpPr/>
          <p:nvPr/>
        </p:nvCxnSpPr>
        <p:spPr>
          <a:xfrm rot="10800000">
            <a:off x="3417880" y="1634898"/>
            <a:ext cx="18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708" name="Google Shape;1708;p34"/>
          <p:cNvCxnSpPr/>
          <p:nvPr/>
        </p:nvCxnSpPr>
        <p:spPr>
          <a:xfrm>
            <a:off x="3789182" y="1222610"/>
            <a:ext cx="0" cy="167426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709" name="Google Shape;1709;p34"/>
          <p:cNvSpPr txBox="1"/>
          <p:nvPr/>
        </p:nvSpPr>
        <p:spPr>
          <a:xfrm>
            <a:off x="3776792" y="1807289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APE.WM</a:t>
            </a:r>
            <a:endParaRPr/>
          </a:p>
        </p:txBody>
      </p:sp>
      <p:cxnSp>
        <p:nvCxnSpPr>
          <p:cNvPr id="1710" name="Google Shape;1710;p34"/>
          <p:cNvCxnSpPr/>
          <p:nvPr/>
        </p:nvCxnSpPr>
        <p:spPr>
          <a:xfrm>
            <a:off x="3743993" y="4019663"/>
            <a:ext cx="6680" cy="171622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711" name="Google Shape;1711;p34"/>
          <p:cNvCxnSpPr/>
          <p:nvPr/>
        </p:nvCxnSpPr>
        <p:spPr>
          <a:xfrm rot="10800000">
            <a:off x="2630891" y="5234914"/>
            <a:ext cx="75797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712" name="Google Shape;1712;p34"/>
          <p:cNvSpPr/>
          <p:nvPr/>
        </p:nvSpPr>
        <p:spPr>
          <a:xfrm>
            <a:off x="2456442" y="5126030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3" name="Google Shape;1713;p34"/>
          <p:cNvSpPr/>
          <p:nvPr/>
        </p:nvSpPr>
        <p:spPr>
          <a:xfrm>
            <a:off x="2456442" y="4571918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4" name="Google Shape;1714;p34"/>
          <p:cNvCxnSpPr/>
          <p:nvPr/>
        </p:nvCxnSpPr>
        <p:spPr>
          <a:xfrm rot="10800000">
            <a:off x="2457183" y="4657226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715" name="Google Shape;1715;p34"/>
          <p:cNvCxnSpPr/>
          <p:nvPr/>
        </p:nvCxnSpPr>
        <p:spPr>
          <a:xfrm>
            <a:off x="2544037" y="4771288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716" name="Google Shape;1716;p34"/>
          <p:cNvSpPr txBox="1"/>
          <p:nvPr/>
        </p:nvSpPr>
        <p:spPr>
          <a:xfrm>
            <a:off x="2583302" y="476677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COE.S1</a:t>
            </a:r>
            <a:endParaRPr/>
          </a:p>
        </p:txBody>
      </p:sp>
      <p:sp>
        <p:nvSpPr>
          <p:cNvPr id="1717" name="Google Shape;1717;p34"/>
          <p:cNvSpPr txBox="1"/>
          <p:nvPr/>
        </p:nvSpPr>
        <p:spPr>
          <a:xfrm>
            <a:off x="2630781" y="455001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COE.W1</a:t>
            </a:r>
            <a:endParaRPr/>
          </a:p>
        </p:txBody>
      </p:sp>
      <p:sp>
        <p:nvSpPr>
          <p:cNvPr id="1718" name="Google Shape;1718;p34"/>
          <p:cNvSpPr txBox="1"/>
          <p:nvPr/>
        </p:nvSpPr>
        <p:spPr>
          <a:xfrm>
            <a:off x="2668712" y="525959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CSE.GC</a:t>
            </a:r>
            <a:endParaRPr/>
          </a:p>
        </p:txBody>
      </p:sp>
      <p:sp>
        <p:nvSpPr>
          <p:cNvPr id="1719" name="Google Shape;1719;p34"/>
          <p:cNvSpPr txBox="1"/>
          <p:nvPr/>
        </p:nvSpPr>
        <p:spPr>
          <a:xfrm>
            <a:off x="1743528" y="1960234"/>
            <a:ext cx="689372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COE.APT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720" name="Google Shape;1720;p34"/>
          <p:cNvCxnSpPr/>
          <p:nvPr/>
        </p:nvCxnSpPr>
        <p:spPr>
          <a:xfrm rot="10800000">
            <a:off x="2221097" y="4664937"/>
            <a:ext cx="21999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721" name="Google Shape;1721;p34"/>
          <p:cNvSpPr txBox="1"/>
          <p:nvPr/>
        </p:nvSpPr>
        <p:spPr>
          <a:xfrm>
            <a:off x="1776330" y="4694522"/>
            <a:ext cx="673108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COE.ANT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22" name="Google Shape;1722;p34"/>
          <p:cNvSpPr/>
          <p:nvPr/>
        </p:nvSpPr>
        <p:spPr>
          <a:xfrm>
            <a:off x="5301653" y="5133577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3" name="Google Shape;1723;p34"/>
          <p:cNvSpPr/>
          <p:nvPr/>
        </p:nvSpPr>
        <p:spPr>
          <a:xfrm>
            <a:off x="5301653" y="4579465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4" name="Google Shape;1724;p34"/>
          <p:cNvCxnSpPr>
            <a:stCxn id="1722" idx="1"/>
          </p:cNvCxnSpPr>
          <p:nvPr/>
        </p:nvCxnSpPr>
        <p:spPr>
          <a:xfrm flipH="1">
            <a:off x="3610853" y="5223577"/>
            <a:ext cx="1690800" cy="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725" name="Google Shape;1725;p34"/>
          <p:cNvSpPr txBox="1"/>
          <p:nvPr/>
        </p:nvSpPr>
        <p:spPr>
          <a:xfrm>
            <a:off x="4026523" y="525959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CDE.GC</a:t>
            </a:r>
            <a:endParaRPr/>
          </a:p>
        </p:txBody>
      </p:sp>
      <p:sp>
        <p:nvSpPr>
          <p:cNvPr id="1726" name="Google Shape;1726;p34"/>
          <p:cNvSpPr txBox="1"/>
          <p:nvPr/>
        </p:nvSpPr>
        <p:spPr>
          <a:xfrm>
            <a:off x="3194521" y="5364498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ANE.LM</a:t>
            </a:r>
            <a:endParaRPr/>
          </a:p>
        </p:txBody>
      </p:sp>
      <p:cxnSp>
        <p:nvCxnSpPr>
          <p:cNvPr id="1727" name="Google Shape;1727;p34"/>
          <p:cNvCxnSpPr/>
          <p:nvPr/>
        </p:nvCxnSpPr>
        <p:spPr>
          <a:xfrm rot="10800000">
            <a:off x="3417880" y="5576942"/>
            <a:ext cx="18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728" name="Google Shape;1728;p34"/>
          <p:cNvSpPr/>
          <p:nvPr/>
        </p:nvSpPr>
        <p:spPr>
          <a:xfrm>
            <a:off x="5301512" y="2385173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9" name="Google Shape;1729;p34"/>
          <p:cNvSpPr/>
          <p:nvPr/>
        </p:nvSpPr>
        <p:spPr>
          <a:xfrm>
            <a:off x="5301512" y="1831061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0" name="Google Shape;1730;p34"/>
          <p:cNvCxnSpPr/>
          <p:nvPr/>
        </p:nvCxnSpPr>
        <p:spPr>
          <a:xfrm flipH="1">
            <a:off x="3609506" y="2494694"/>
            <a:ext cx="1682953" cy="1447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731" name="Google Shape;1731;p34"/>
          <p:cNvSpPr txBox="1"/>
          <p:nvPr/>
        </p:nvSpPr>
        <p:spPr>
          <a:xfrm>
            <a:off x="4034337" y="254875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CDE.GC</a:t>
            </a:r>
            <a:endParaRPr/>
          </a:p>
        </p:txBody>
      </p:sp>
      <p:sp>
        <p:nvSpPr>
          <p:cNvPr id="1732" name="Google Shape;1732;p34"/>
          <p:cNvSpPr/>
          <p:nvPr/>
        </p:nvSpPr>
        <p:spPr>
          <a:xfrm>
            <a:off x="95459" y="533616"/>
            <a:ext cx="6761154" cy="5622821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lg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3" name="Google Shape;1733;p34"/>
          <p:cNvSpPr txBox="1"/>
          <p:nvPr/>
        </p:nvSpPr>
        <p:spPr>
          <a:xfrm>
            <a:off x="151195" y="5856411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ESD</a:t>
            </a:r>
            <a:endParaRPr/>
          </a:p>
        </p:txBody>
      </p:sp>
      <p:cxnSp>
        <p:nvCxnSpPr>
          <p:cNvPr id="1734" name="Google Shape;1734;p34"/>
          <p:cNvCxnSpPr/>
          <p:nvPr/>
        </p:nvCxnSpPr>
        <p:spPr>
          <a:xfrm>
            <a:off x="5457312" y="4038275"/>
            <a:ext cx="22287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735" name="Google Shape;1735;p34"/>
          <p:cNvCxnSpPr/>
          <p:nvPr/>
        </p:nvCxnSpPr>
        <p:spPr>
          <a:xfrm>
            <a:off x="5680190" y="4038275"/>
            <a:ext cx="0" cy="18355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736" name="Google Shape;1736;p34"/>
          <p:cNvSpPr txBox="1"/>
          <p:nvPr/>
        </p:nvSpPr>
        <p:spPr>
          <a:xfrm>
            <a:off x="5676256" y="401966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ANE.XY</a:t>
            </a:r>
            <a:endParaRPr/>
          </a:p>
        </p:txBody>
      </p:sp>
      <p:sp>
        <p:nvSpPr>
          <p:cNvPr id="1737" name="Google Shape;1737;p34"/>
          <p:cNvSpPr txBox="1"/>
          <p:nvPr/>
        </p:nvSpPr>
        <p:spPr>
          <a:xfrm>
            <a:off x="5527376" y="382842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ANE.XY</a:t>
            </a:r>
            <a:endParaRPr/>
          </a:p>
        </p:txBody>
      </p:sp>
      <p:cxnSp>
        <p:nvCxnSpPr>
          <p:cNvPr id="1738" name="Google Shape;1738;p34"/>
          <p:cNvCxnSpPr/>
          <p:nvPr/>
        </p:nvCxnSpPr>
        <p:spPr>
          <a:xfrm>
            <a:off x="5478702" y="1229600"/>
            <a:ext cx="22287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739" name="Google Shape;1739;p34"/>
          <p:cNvCxnSpPr/>
          <p:nvPr/>
        </p:nvCxnSpPr>
        <p:spPr>
          <a:xfrm>
            <a:off x="5701580" y="1229600"/>
            <a:ext cx="0" cy="18355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740" name="Google Shape;1740;p34"/>
          <p:cNvSpPr txBox="1"/>
          <p:nvPr/>
        </p:nvSpPr>
        <p:spPr>
          <a:xfrm>
            <a:off x="5697646" y="121098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APE.XY</a:t>
            </a:r>
            <a:endParaRPr/>
          </a:p>
        </p:txBody>
      </p:sp>
      <p:sp>
        <p:nvSpPr>
          <p:cNvPr id="1741" name="Google Shape;1741;p34"/>
          <p:cNvSpPr txBox="1"/>
          <p:nvPr/>
        </p:nvSpPr>
        <p:spPr>
          <a:xfrm>
            <a:off x="5548766" y="101975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APE.XY</a:t>
            </a:r>
            <a:endParaRPr/>
          </a:p>
        </p:txBody>
      </p:sp>
      <p:sp>
        <p:nvSpPr>
          <p:cNvPr id="1742" name="Google Shape;1742;p34"/>
          <p:cNvSpPr/>
          <p:nvPr/>
        </p:nvSpPr>
        <p:spPr>
          <a:xfrm>
            <a:off x="4546667" y="339595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id="1743" name="Google Shape;1743;p34"/>
          <p:cNvCxnSpPr/>
          <p:nvPr/>
        </p:nvCxnSpPr>
        <p:spPr>
          <a:xfrm>
            <a:off x="4655367" y="2910843"/>
            <a:ext cx="0" cy="49146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744" name="Google Shape;1744;p34"/>
          <p:cNvCxnSpPr/>
          <p:nvPr/>
        </p:nvCxnSpPr>
        <p:spPr>
          <a:xfrm>
            <a:off x="4647553" y="3575145"/>
            <a:ext cx="0" cy="49146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745" name="Google Shape;1745;p34"/>
          <p:cNvSpPr txBox="1"/>
          <p:nvPr/>
        </p:nvSpPr>
        <p:spPr>
          <a:xfrm>
            <a:off x="4647553" y="301286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APE.CO</a:t>
            </a:r>
            <a:endParaRPr/>
          </a:p>
        </p:txBody>
      </p:sp>
      <p:sp>
        <p:nvSpPr>
          <p:cNvPr id="1746" name="Google Shape;1746;p34"/>
          <p:cNvSpPr txBox="1"/>
          <p:nvPr/>
        </p:nvSpPr>
        <p:spPr>
          <a:xfrm>
            <a:off x="4655367" y="381495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ANE.CO</a:t>
            </a:r>
            <a:endParaRPr/>
          </a:p>
        </p:txBody>
      </p:sp>
      <p:sp>
        <p:nvSpPr>
          <p:cNvPr id="1747" name="Google Shape;1747;p34"/>
          <p:cNvSpPr txBox="1"/>
          <p:nvPr/>
        </p:nvSpPr>
        <p:spPr>
          <a:xfrm>
            <a:off x="2361727" y="1353835"/>
            <a:ext cx="621030" cy="184666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SOURCE</a:t>
            </a:r>
            <a:endParaRPr/>
          </a:p>
        </p:txBody>
      </p:sp>
      <p:sp>
        <p:nvSpPr>
          <p:cNvPr id="1748" name="Google Shape;1748;p34"/>
          <p:cNvSpPr txBox="1"/>
          <p:nvPr/>
        </p:nvSpPr>
        <p:spPr>
          <a:xfrm>
            <a:off x="4913242" y="1353835"/>
            <a:ext cx="621030" cy="184666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DRAIN</a:t>
            </a:r>
            <a:endParaRPr/>
          </a:p>
        </p:txBody>
      </p:sp>
      <p:sp>
        <p:nvSpPr>
          <p:cNvPr id="1749" name="Google Shape;1749;p34"/>
          <p:cNvSpPr txBox="1"/>
          <p:nvPr/>
        </p:nvSpPr>
        <p:spPr>
          <a:xfrm>
            <a:off x="2361727" y="5486651"/>
            <a:ext cx="621030" cy="184666"/>
          </a:xfrm>
          <a:prstGeom prst="rect">
            <a:avLst/>
          </a:prstGeom>
          <a:solidFill>
            <a:srgbClr val="D9D9D9">
              <a:alpha val="56078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SOURCE</a:t>
            </a:r>
            <a:endParaRPr/>
          </a:p>
        </p:txBody>
      </p:sp>
      <p:sp>
        <p:nvSpPr>
          <p:cNvPr id="1750" name="Google Shape;1750;p34"/>
          <p:cNvSpPr txBox="1"/>
          <p:nvPr/>
        </p:nvSpPr>
        <p:spPr>
          <a:xfrm>
            <a:off x="4913242" y="5486651"/>
            <a:ext cx="621030" cy="184666"/>
          </a:xfrm>
          <a:prstGeom prst="rect">
            <a:avLst/>
          </a:prstGeom>
          <a:solidFill>
            <a:srgbClr val="D9D9D9">
              <a:alpha val="56078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DRAIN</a:t>
            </a:r>
            <a:endParaRPr/>
          </a:p>
        </p:txBody>
      </p:sp>
      <p:sp>
        <p:nvSpPr>
          <p:cNvPr id="1751" name="Google Shape;1751;p34"/>
          <p:cNvSpPr txBox="1"/>
          <p:nvPr/>
        </p:nvSpPr>
        <p:spPr>
          <a:xfrm>
            <a:off x="6997892" y="5126030"/>
            <a:ext cx="3675398" cy="15696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MPE    ：AP for ESD PMOS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MNE    ：AN for ESD NMOS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PMOSE  ：ESD PMOS Gate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NMOSE  ：ESD NMOS Gate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    ：MPE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    ：MNE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AP(T)  ：AP Side Edges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AN(T)  ：AN Side Edges</a:t>
            </a:r>
            <a:endParaRPr/>
          </a:p>
        </p:txBody>
      </p:sp>
      <p:sp>
        <p:nvSpPr>
          <p:cNvPr id="1752" name="Google Shape;1752;p34"/>
          <p:cNvSpPr txBox="1"/>
          <p:nvPr/>
        </p:nvSpPr>
        <p:spPr>
          <a:xfrm>
            <a:off x="2555935" y="222211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COE.SE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53" name="Google Shape;1753;p34"/>
          <p:cNvSpPr txBox="1"/>
          <p:nvPr/>
        </p:nvSpPr>
        <p:spPr>
          <a:xfrm>
            <a:off x="2590388" y="492883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COE.SE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754" name="Google Shape;1754;p34"/>
          <p:cNvCxnSpPr>
            <a:endCxn id="1713" idx="0"/>
          </p:cNvCxnSpPr>
          <p:nvPr/>
        </p:nvCxnSpPr>
        <p:spPr>
          <a:xfrm flipH="1">
            <a:off x="2546442" y="4038218"/>
            <a:ext cx="1800" cy="533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755" name="Google Shape;1755;p34"/>
          <p:cNvSpPr txBox="1"/>
          <p:nvPr/>
        </p:nvSpPr>
        <p:spPr>
          <a:xfrm>
            <a:off x="2574230" y="4227849"/>
            <a:ext cx="653106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COE.AN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756" name="Google Shape;1756;p34"/>
          <p:cNvCxnSpPr/>
          <p:nvPr/>
        </p:nvCxnSpPr>
        <p:spPr>
          <a:xfrm>
            <a:off x="2543711" y="2584745"/>
            <a:ext cx="0" cy="330787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757" name="Google Shape;1757;p34"/>
          <p:cNvSpPr txBox="1"/>
          <p:nvPr/>
        </p:nvSpPr>
        <p:spPr>
          <a:xfrm>
            <a:off x="1932167" y="2670570"/>
            <a:ext cx="653106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COE.AP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58" name="Google Shape;1758;p34"/>
          <p:cNvSpPr txBox="1"/>
          <p:nvPr/>
        </p:nvSpPr>
        <p:spPr>
          <a:xfrm>
            <a:off x="9591669" y="5134581"/>
            <a:ext cx="2299219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CO(E)：CO on ESD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CD(E)：CO on ESD/Drain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CS(E)：CO on ESD/Source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759" name="Google Shape;175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6903" y="524480"/>
            <a:ext cx="5009532" cy="4589023"/>
          </a:xfrm>
          <a:prstGeom prst="rect">
            <a:avLst/>
          </a:prstGeom>
          <a:noFill/>
          <a:ln>
            <a:noFill/>
          </a:ln>
        </p:spPr>
      </p:pic>
      <p:sp>
        <p:nvSpPr>
          <p:cNvPr id="1760" name="Google Shape;1760;p34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35"/>
          <p:cNvSpPr/>
          <p:nvPr/>
        </p:nvSpPr>
        <p:spPr>
          <a:xfrm rot="-5400000">
            <a:off x="775004" y="1024670"/>
            <a:ext cx="3600000" cy="360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766" name="Google Shape;1766;p35"/>
          <p:cNvSpPr/>
          <p:nvPr/>
        </p:nvSpPr>
        <p:spPr>
          <a:xfrm rot="-5400000">
            <a:off x="955004" y="1204670"/>
            <a:ext cx="3240000" cy="3240000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1767" name="Google Shape;1767;p35"/>
          <p:cNvCxnSpPr/>
          <p:nvPr/>
        </p:nvCxnSpPr>
        <p:spPr>
          <a:xfrm rot="10800000">
            <a:off x="775003" y="2004938"/>
            <a:ext cx="54102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768" name="Google Shape;1768;p35"/>
          <p:cNvSpPr txBox="1"/>
          <p:nvPr/>
        </p:nvSpPr>
        <p:spPr>
          <a:xfrm flipH="1">
            <a:off x="483498" y="2070434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M1.PO</a:t>
            </a:r>
            <a:endParaRPr/>
          </a:p>
        </p:txBody>
      </p:sp>
      <p:sp>
        <p:nvSpPr>
          <p:cNvPr id="1769" name="Google Shape;1769;p35"/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Cat-8: PAD related</a:t>
            </a:r>
            <a:endParaRPr/>
          </a:p>
        </p:txBody>
      </p:sp>
      <p:sp>
        <p:nvSpPr>
          <p:cNvPr id="1770" name="Google Shape;1770;p35"/>
          <p:cNvSpPr/>
          <p:nvPr/>
        </p:nvSpPr>
        <p:spPr>
          <a:xfrm rot="-5400000">
            <a:off x="1315004" y="1564670"/>
            <a:ext cx="2520000" cy="252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771" name="Google Shape;1771;p35"/>
          <p:cNvSpPr txBox="1"/>
          <p:nvPr/>
        </p:nvSpPr>
        <p:spPr>
          <a:xfrm>
            <a:off x="920813" y="1274600"/>
            <a:ext cx="10352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M2(P)</a:t>
            </a:r>
            <a:endParaRPr/>
          </a:p>
        </p:txBody>
      </p:sp>
      <p:sp>
        <p:nvSpPr>
          <p:cNvPr id="1772" name="Google Shape;1772;p35"/>
          <p:cNvSpPr txBox="1"/>
          <p:nvPr/>
        </p:nvSpPr>
        <p:spPr>
          <a:xfrm>
            <a:off x="670689" y="802706"/>
            <a:ext cx="10352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M1(P)</a:t>
            </a:r>
            <a:endParaRPr/>
          </a:p>
        </p:txBody>
      </p:sp>
      <p:cxnSp>
        <p:nvCxnSpPr>
          <p:cNvPr id="1773" name="Google Shape;1773;p35"/>
          <p:cNvCxnSpPr/>
          <p:nvPr/>
        </p:nvCxnSpPr>
        <p:spPr>
          <a:xfrm rot="10800000">
            <a:off x="955003" y="2520946"/>
            <a:ext cx="36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774" name="Google Shape;1774;p35"/>
          <p:cNvSpPr txBox="1"/>
          <p:nvPr/>
        </p:nvSpPr>
        <p:spPr>
          <a:xfrm>
            <a:off x="1330493" y="1672021"/>
            <a:ext cx="6256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PO</a:t>
            </a:r>
            <a:endParaRPr/>
          </a:p>
        </p:txBody>
      </p:sp>
      <p:sp>
        <p:nvSpPr>
          <p:cNvPr id="1775" name="Google Shape;1775;p35"/>
          <p:cNvSpPr/>
          <p:nvPr/>
        </p:nvSpPr>
        <p:spPr>
          <a:xfrm rot="-5400000">
            <a:off x="4014158" y="2037023"/>
            <a:ext cx="3600000" cy="157529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776" name="Google Shape;1776;p35"/>
          <p:cNvSpPr/>
          <p:nvPr/>
        </p:nvSpPr>
        <p:spPr>
          <a:xfrm rot="-5400000">
            <a:off x="4284156" y="2127024"/>
            <a:ext cx="3240000" cy="1395292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777" name="Google Shape;1777;p35"/>
          <p:cNvSpPr/>
          <p:nvPr/>
        </p:nvSpPr>
        <p:spPr>
          <a:xfrm rot="-5400000">
            <a:off x="4824156" y="2307024"/>
            <a:ext cx="2520000" cy="1035291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778" name="Google Shape;1778;p35"/>
          <p:cNvSpPr txBox="1"/>
          <p:nvPr/>
        </p:nvSpPr>
        <p:spPr>
          <a:xfrm>
            <a:off x="5581999" y="1672021"/>
            <a:ext cx="6256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PO</a:t>
            </a:r>
            <a:endParaRPr/>
          </a:p>
        </p:txBody>
      </p:sp>
      <p:cxnSp>
        <p:nvCxnSpPr>
          <p:cNvPr id="1779" name="Google Shape;1779;p35"/>
          <p:cNvCxnSpPr/>
          <p:nvPr/>
        </p:nvCxnSpPr>
        <p:spPr>
          <a:xfrm flipH="1">
            <a:off x="3849518" y="3409449"/>
            <a:ext cx="1731505" cy="585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780" name="Google Shape;1780;p35"/>
          <p:cNvSpPr/>
          <p:nvPr/>
        </p:nvSpPr>
        <p:spPr>
          <a:xfrm>
            <a:off x="1656467" y="1924669"/>
            <a:ext cx="1800000" cy="180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sp>
        <p:nvSpPr>
          <p:cNvPr id="1781" name="Google Shape;1781;p35"/>
          <p:cNvSpPr/>
          <p:nvPr/>
        </p:nvSpPr>
        <p:spPr>
          <a:xfrm>
            <a:off x="5934254" y="1909476"/>
            <a:ext cx="667548" cy="180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cxnSp>
        <p:nvCxnSpPr>
          <p:cNvPr id="1782" name="Google Shape;1782;p35"/>
          <p:cNvCxnSpPr/>
          <p:nvPr/>
        </p:nvCxnSpPr>
        <p:spPr>
          <a:xfrm rot="10800000">
            <a:off x="1330493" y="3416715"/>
            <a:ext cx="250451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783" name="Google Shape;1783;p35"/>
          <p:cNvSpPr txBox="1"/>
          <p:nvPr/>
        </p:nvSpPr>
        <p:spPr>
          <a:xfrm>
            <a:off x="1640678" y="2056372"/>
            <a:ext cx="8739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V1(P)</a:t>
            </a:r>
            <a:endParaRPr/>
          </a:p>
        </p:txBody>
      </p:sp>
      <p:sp>
        <p:nvSpPr>
          <p:cNvPr id="1784" name="Google Shape;1784;p35"/>
          <p:cNvSpPr txBox="1"/>
          <p:nvPr/>
        </p:nvSpPr>
        <p:spPr>
          <a:xfrm flipH="1">
            <a:off x="483498" y="2637404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M2.PO</a:t>
            </a:r>
            <a:endParaRPr/>
          </a:p>
        </p:txBody>
      </p:sp>
      <p:sp>
        <p:nvSpPr>
          <p:cNvPr id="1785" name="Google Shape;1785;p35"/>
          <p:cNvSpPr txBox="1"/>
          <p:nvPr/>
        </p:nvSpPr>
        <p:spPr>
          <a:xfrm flipH="1">
            <a:off x="1874158" y="2855262"/>
            <a:ext cx="1589566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PO.W1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PP.W1(bbox_max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&gt;=70.0)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86" name="Google Shape;1786;p35"/>
          <p:cNvSpPr txBox="1"/>
          <p:nvPr/>
        </p:nvSpPr>
        <p:spPr>
          <a:xfrm flipH="1">
            <a:off x="4073379" y="3508237"/>
            <a:ext cx="1337628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PO.S1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PP.S1(bbox_max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&gt;=70.0)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787" name="Google Shape;1787;p35"/>
          <p:cNvCxnSpPr/>
          <p:nvPr/>
        </p:nvCxnSpPr>
        <p:spPr>
          <a:xfrm rot="10800000">
            <a:off x="3456468" y="2255100"/>
            <a:ext cx="918536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788" name="Google Shape;1788;p35"/>
          <p:cNvSpPr txBox="1"/>
          <p:nvPr/>
        </p:nvSpPr>
        <p:spPr>
          <a:xfrm flipH="1">
            <a:off x="3639802" y="2333369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M1.V1P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89" name="Google Shape;1789;p35"/>
          <p:cNvSpPr/>
          <p:nvPr/>
        </p:nvSpPr>
        <p:spPr>
          <a:xfrm rot="-5400000">
            <a:off x="1082143" y="4317529"/>
            <a:ext cx="1083346" cy="1337627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790" name="Google Shape;1790;p35"/>
          <p:cNvSpPr/>
          <p:nvPr/>
        </p:nvSpPr>
        <p:spPr>
          <a:xfrm rot="-5400000">
            <a:off x="756169" y="5592204"/>
            <a:ext cx="1083346" cy="685678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791" name="Google Shape;1791;p35"/>
          <p:cNvSpPr/>
          <p:nvPr/>
        </p:nvSpPr>
        <p:spPr>
          <a:xfrm rot="-5400000">
            <a:off x="3026583" y="4353734"/>
            <a:ext cx="999218" cy="133762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792" name="Google Shape;1792;p35"/>
          <p:cNvSpPr/>
          <p:nvPr/>
        </p:nvSpPr>
        <p:spPr>
          <a:xfrm rot="-5400000">
            <a:off x="3307845" y="5592204"/>
            <a:ext cx="1083346" cy="68567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1793" name="Google Shape;1793;p35"/>
          <p:cNvCxnSpPr/>
          <p:nvPr/>
        </p:nvCxnSpPr>
        <p:spPr>
          <a:xfrm rot="10800000">
            <a:off x="935440" y="4874033"/>
            <a:ext cx="135719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794" name="Google Shape;1794;p35"/>
          <p:cNvCxnSpPr/>
          <p:nvPr/>
        </p:nvCxnSpPr>
        <p:spPr>
          <a:xfrm rot="10800000">
            <a:off x="2077639" y="4444669"/>
            <a:ext cx="0" cy="1107697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795" name="Google Shape;1795;p35"/>
          <p:cNvCxnSpPr/>
          <p:nvPr/>
        </p:nvCxnSpPr>
        <p:spPr>
          <a:xfrm rot="10800000">
            <a:off x="2862793" y="4874033"/>
            <a:ext cx="135719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796" name="Google Shape;1796;p35"/>
          <p:cNvCxnSpPr/>
          <p:nvPr/>
        </p:nvCxnSpPr>
        <p:spPr>
          <a:xfrm rot="10800000">
            <a:off x="3071488" y="4631728"/>
            <a:ext cx="0" cy="920637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797" name="Google Shape;1797;p35"/>
          <p:cNvSpPr/>
          <p:nvPr/>
        </p:nvSpPr>
        <p:spPr>
          <a:xfrm>
            <a:off x="4597379" y="5562923"/>
            <a:ext cx="2239251" cy="908512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1798" name="Google Shape;1798;p35"/>
          <p:cNvCxnSpPr/>
          <p:nvPr/>
        </p:nvCxnSpPr>
        <p:spPr>
          <a:xfrm rot="10800000">
            <a:off x="5712445" y="4624670"/>
            <a:ext cx="0" cy="92769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799" name="Google Shape;1799;p35"/>
          <p:cNvSpPr txBox="1"/>
          <p:nvPr/>
        </p:nvSpPr>
        <p:spPr>
          <a:xfrm>
            <a:off x="4700958" y="5894688"/>
            <a:ext cx="20300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AP/AN/GC/M1/M2</a:t>
            </a:r>
            <a:endParaRPr/>
          </a:p>
        </p:txBody>
      </p:sp>
      <p:sp>
        <p:nvSpPr>
          <p:cNvPr id="1800" name="Google Shape;1800;p35"/>
          <p:cNvSpPr txBox="1"/>
          <p:nvPr/>
        </p:nvSpPr>
        <p:spPr>
          <a:xfrm flipH="1">
            <a:off x="4821188" y="4759870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M1P.XX</a:t>
            </a:r>
            <a:endParaRPr/>
          </a:p>
        </p:txBody>
      </p:sp>
      <p:sp>
        <p:nvSpPr>
          <p:cNvPr id="1801" name="Google Shape;1801;p35"/>
          <p:cNvSpPr txBox="1"/>
          <p:nvPr/>
        </p:nvSpPr>
        <p:spPr>
          <a:xfrm flipH="1">
            <a:off x="3115311" y="4639582"/>
            <a:ext cx="1077044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M1P.PE(MIN)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02" name="Google Shape;1802;p35"/>
          <p:cNvSpPr txBox="1"/>
          <p:nvPr/>
        </p:nvSpPr>
        <p:spPr>
          <a:xfrm flipH="1">
            <a:off x="1034819" y="4631728"/>
            <a:ext cx="105904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M2P.PE(MAX)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03" name="Google Shape;1803;p35"/>
          <p:cNvSpPr txBox="1"/>
          <p:nvPr/>
        </p:nvSpPr>
        <p:spPr>
          <a:xfrm flipH="1">
            <a:off x="973853" y="5132684"/>
            <a:ext cx="11174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M2P.PE(MIN)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04" name="Google Shape;1804;p35"/>
          <p:cNvSpPr txBox="1"/>
          <p:nvPr/>
        </p:nvSpPr>
        <p:spPr>
          <a:xfrm flipH="1">
            <a:off x="3070609" y="5132684"/>
            <a:ext cx="1128948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M1P.PE(MAX)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05" name="Google Shape;1805;p35"/>
          <p:cNvSpPr txBox="1"/>
          <p:nvPr/>
        </p:nvSpPr>
        <p:spPr>
          <a:xfrm>
            <a:off x="6852465" y="5080791"/>
            <a:ext cx="5149035" cy="830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PP   ：PO for Pad (max dimension of the bbox&gt;=70.0um)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M1(P)：M1 covering PO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M2(P)：M2 covering PO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V1(P)：V1 through M1(P)-M2(P)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806" name="Google Shape;1806;p35"/>
          <p:cNvCxnSpPr/>
          <p:nvPr/>
        </p:nvCxnSpPr>
        <p:spPr>
          <a:xfrm rot="10800000">
            <a:off x="3437704" y="2578434"/>
            <a:ext cx="75465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807" name="Google Shape;1807;p35"/>
          <p:cNvSpPr txBox="1"/>
          <p:nvPr/>
        </p:nvSpPr>
        <p:spPr>
          <a:xfrm flipH="1">
            <a:off x="3621038" y="2656703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M2.V1P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808" name="Google Shape;1808;p35"/>
          <p:cNvCxnSpPr/>
          <p:nvPr/>
        </p:nvCxnSpPr>
        <p:spPr>
          <a:xfrm rot="10800000">
            <a:off x="6147773" y="4464963"/>
            <a:ext cx="0" cy="108740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809" name="Google Shape;1809;p35"/>
          <p:cNvSpPr txBox="1"/>
          <p:nvPr/>
        </p:nvSpPr>
        <p:spPr>
          <a:xfrm flipH="1">
            <a:off x="5983071" y="4780232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M2P.XX</a:t>
            </a:r>
            <a:endParaRPr/>
          </a:p>
        </p:txBody>
      </p:sp>
      <p:cxnSp>
        <p:nvCxnSpPr>
          <p:cNvPr id="1810" name="Google Shape;1810;p35"/>
          <p:cNvCxnSpPr/>
          <p:nvPr/>
        </p:nvCxnSpPr>
        <p:spPr>
          <a:xfrm rot="10800000">
            <a:off x="955002" y="4444669"/>
            <a:ext cx="1337628" cy="0"/>
          </a:xfrm>
          <a:prstGeom prst="straightConnector1">
            <a:avLst/>
          </a:prstGeom>
          <a:noFill/>
          <a:ln cap="flat" cmpd="sng" w="9525">
            <a:solidFill>
              <a:srgbClr val="747474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1811" name="Google Shape;1811;p35"/>
          <p:cNvCxnSpPr/>
          <p:nvPr/>
        </p:nvCxnSpPr>
        <p:spPr>
          <a:xfrm rot="10800000">
            <a:off x="2854727" y="4624670"/>
            <a:ext cx="1337628" cy="0"/>
          </a:xfrm>
          <a:prstGeom prst="straightConnector1">
            <a:avLst/>
          </a:prstGeom>
          <a:noFill/>
          <a:ln cap="flat" cmpd="sng" w="9525">
            <a:solidFill>
              <a:srgbClr val="747474"/>
            </a:solidFill>
            <a:prstDash val="dash"/>
            <a:miter lim="8000"/>
            <a:headEnd len="sm" w="sm" type="none"/>
            <a:tailEnd len="sm" w="sm" type="none"/>
          </a:ln>
        </p:spPr>
      </p:cxnSp>
      <p:pic>
        <p:nvPicPr>
          <p:cNvPr id="1812" name="Google Shape;181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1061" y="442917"/>
            <a:ext cx="5219700" cy="4543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3" name="Google Shape;1813;p35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p3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JP"/>
              <a:t>Obsolete slides</a:t>
            </a:r>
            <a:endParaRPr/>
          </a:p>
        </p:txBody>
      </p:sp>
      <p:sp>
        <p:nvSpPr>
          <p:cNvPr id="1819" name="Google Shape;1819;p36"/>
          <p:cNvSpPr txBox="1"/>
          <p:nvPr>
            <p:ph idx="1" type="subTitle"/>
          </p:nvPr>
        </p:nvSpPr>
        <p:spPr>
          <a:xfrm>
            <a:off x="1524000" y="3602037"/>
            <a:ext cx="9144000" cy="2133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JP">
                <a:latin typeface="Arial"/>
                <a:ea typeface="Arial"/>
                <a:cs typeface="Arial"/>
                <a:sym typeface="Arial"/>
              </a:rPr>
              <a:t>2026/07/31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JP">
                <a:latin typeface="Arial"/>
                <a:ea typeface="Arial"/>
                <a:cs typeface="Arial"/>
                <a:sym typeface="Arial"/>
              </a:rPr>
              <a:t>Reflected GitHub issues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JP"/>
              <a:t>https://github.com/OpenSUSI/TR-1um/issues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p37"/>
          <p:cNvSpPr/>
          <p:nvPr/>
        </p:nvSpPr>
        <p:spPr>
          <a:xfrm>
            <a:off x="1205872" y="2242345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26" name="Google Shape;1826;p37"/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Cat-1: Prohibited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7" name="Google Shape;1827;p37"/>
          <p:cNvSpPr/>
          <p:nvPr/>
        </p:nvSpPr>
        <p:spPr>
          <a:xfrm>
            <a:off x="725272" y="780030"/>
            <a:ext cx="1501200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8" name="Google Shape;1828;p37"/>
          <p:cNvSpPr txBox="1"/>
          <p:nvPr/>
        </p:nvSpPr>
        <p:spPr>
          <a:xfrm>
            <a:off x="1145729" y="2327679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1829" name="Google Shape;1829;p37"/>
          <p:cNvSpPr/>
          <p:nvPr/>
        </p:nvSpPr>
        <p:spPr>
          <a:xfrm>
            <a:off x="1205872" y="1294040"/>
            <a:ext cx="54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30" name="Google Shape;1830;p37"/>
          <p:cNvSpPr txBox="1"/>
          <p:nvPr/>
        </p:nvSpPr>
        <p:spPr>
          <a:xfrm>
            <a:off x="725272" y="837262"/>
            <a:ext cx="9740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WN(R)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31" name="Google Shape;1831;p37"/>
          <p:cNvSpPr/>
          <p:nvPr/>
        </p:nvSpPr>
        <p:spPr>
          <a:xfrm>
            <a:off x="2420371" y="765375"/>
            <a:ext cx="1501200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2" name="Google Shape;1832;p37"/>
          <p:cNvSpPr txBox="1"/>
          <p:nvPr/>
        </p:nvSpPr>
        <p:spPr>
          <a:xfrm>
            <a:off x="2420371" y="822607"/>
            <a:ext cx="9671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WN(C)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33" name="Google Shape;1833;p37"/>
          <p:cNvSpPr txBox="1"/>
          <p:nvPr/>
        </p:nvSpPr>
        <p:spPr>
          <a:xfrm>
            <a:off x="1145729" y="1430233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sp>
        <p:nvSpPr>
          <p:cNvPr id="1834" name="Google Shape;1834;p37"/>
          <p:cNvSpPr/>
          <p:nvPr/>
        </p:nvSpPr>
        <p:spPr>
          <a:xfrm>
            <a:off x="2900971" y="2227690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35" name="Google Shape;1835;p37"/>
          <p:cNvSpPr txBox="1"/>
          <p:nvPr/>
        </p:nvSpPr>
        <p:spPr>
          <a:xfrm>
            <a:off x="2840828" y="2313024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1836" name="Google Shape;1836;p37"/>
          <p:cNvSpPr/>
          <p:nvPr/>
        </p:nvSpPr>
        <p:spPr>
          <a:xfrm>
            <a:off x="2900971" y="1279385"/>
            <a:ext cx="540000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37" name="Google Shape;1837;p37"/>
          <p:cNvSpPr txBox="1"/>
          <p:nvPr/>
        </p:nvSpPr>
        <p:spPr>
          <a:xfrm>
            <a:off x="2840828" y="141557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1838" name="Google Shape;1838;p37"/>
          <p:cNvSpPr/>
          <p:nvPr/>
        </p:nvSpPr>
        <p:spPr>
          <a:xfrm>
            <a:off x="888218" y="3969495"/>
            <a:ext cx="22049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39" name="Google Shape;1839;p37"/>
          <p:cNvSpPr/>
          <p:nvPr/>
        </p:nvSpPr>
        <p:spPr>
          <a:xfrm rot="-5400000">
            <a:off x="590049" y="3807445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40" name="Google Shape;1840;p37"/>
          <p:cNvSpPr txBox="1"/>
          <p:nvPr/>
        </p:nvSpPr>
        <p:spPr>
          <a:xfrm>
            <a:off x="1258890" y="3669030"/>
            <a:ext cx="12966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AP+AN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+AC+AR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+GC+GR</a:t>
            </a:r>
            <a:endParaRPr/>
          </a:p>
        </p:txBody>
      </p:sp>
      <p:sp>
        <p:nvSpPr>
          <p:cNvPr id="1841" name="Google Shape;1841;p37"/>
          <p:cNvSpPr/>
          <p:nvPr/>
        </p:nvSpPr>
        <p:spPr>
          <a:xfrm>
            <a:off x="888531" y="5058904"/>
            <a:ext cx="22049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42" name="Google Shape;1842;p37"/>
          <p:cNvSpPr/>
          <p:nvPr/>
        </p:nvSpPr>
        <p:spPr>
          <a:xfrm rot="-5400000">
            <a:off x="590362" y="4896854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43" name="Google Shape;1843;p37"/>
          <p:cNvSpPr txBox="1"/>
          <p:nvPr/>
        </p:nvSpPr>
        <p:spPr>
          <a:xfrm>
            <a:off x="1316633" y="4758440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1844" name="Google Shape;1844;p37"/>
          <p:cNvSpPr/>
          <p:nvPr/>
        </p:nvSpPr>
        <p:spPr>
          <a:xfrm rot="-5400000">
            <a:off x="2452205" y="3807445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45" name="Google Shape;1845;p37"/>
          <p:cNvSpPr txBox="1"/>
          <p:nvPr/>
        </p:nvSpPr>
        <p:spPr>
          <a:xfrm>
            <a:off x="3215960" y="3669030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1846" name="Google Shape;1846;p37"/>
          <p:cNvSpPr/>
          <p:nvPr/>
        </p:nvSpPr>
        <p:spPr>
          <a:xfrm rot="-5400000">
            <a:off x="2452205" y="4896855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47" name="Google Shape;1847;p37"/>
          <p:cNvSpPr txBox="1"/>
          <p:nvPr/>
        </p:nvSpPr>
        <p:spPr>
          <a:xfrm>
            <a:off x="3215960" y="4758440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</a:t>
            </a:r>
            <a:endParaRPr/>
          </a:p>
        </p:txBody>
      </p:sp>
      <p:sp>
        <p:nvSpPr>
          <p:cNvPr id="1848" name="Google Shape;1848;p37"/>
          <p:cNvSpPr txBox="1"/>
          <p:nvPr/>
        </p:nvSpPr>
        <p:spPr>
          <a:xfrm>
            <a:off x="728463" y="3299697"/>
            <a:ext cx="6425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</a:t>
            </a:r>
            <a:endParaRPr/>
          </a:p>
        </p:txBody>
      </p:sp>
      <p:sp>
        <p:nvSpPr>
          <p:cNvPr id="1849" name="Google Shape;1849;p37"/>
          <p:cNvSpPr txBox="1"/>
          <p:nvPr/>
        </p:nvSpPr>
        <p:spPr>
          <a:xfrm>
            <a:off x="2590618" y="3299697"/>
            <a:ext cx="6425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V1</a:t>
            </a:r>
            <a:endParaRPr/>
          </a:p>
        </p:txBody>
      </p:sp>
      <p:sp>
        <p:nvSpPr>
          <p:cNvPr id="1850" name="Google Shape;1850;p37"/>
          <p:cNvSpPr/>
          <p:nvPr/>
        </p:nvSpPr>
        <p:spPr>
          <a:xfrm>
            <a:off x="2770618" y="398234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1" name="Google Shape;1851;p37"/>
          <p:cNvSpPr/>
          <p:nvPr/>
        </p:nvSpPr>
        <p:spPr>
          <a:xfrm>
            <a:off x="2765833" y="5071750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2" name="Google Shape;1852;p37"/>
          <p:cNvSpPr/>
          <p:nvPr/>
        </p:nvSpPr>
        <p:spPr>
          <a:xfrm rot="-5400000">
            <a:off x="3964164" y="3807444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53" name="Google Shape;1853;p37"/>
          <p:cNvSpPr txBox="1"/>
          <p:nvPr/>
        </p:nvSpPr>
        <p:spPr>
          <a:xfrm>
            <a:off x="4727919" y="3669029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1854" name="Google Shape;1854;p37"/>
          <p:cNvSpPr/>
          <p:nvPr/>
        </p:nvSpPr>
        <p:spPr>
          <a:xfrm rot="-5400000">
            <a:off x="3964164" y="4896854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55" name="Google Shape;1855;p37"/>
          <p:cNvSpPr txBox="1"/>
          <p:nvPr/>
        </p:nvSpPr>
        <p:spPr>
          <a:xfrm>
            <a:off x="4727919" y="4758439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</a:t>
            </a:r>
            <a:endParaRPr/>
          </a:p>
        </p:txBody>
      </p:sp>
      <p:sp>
        <p:nvSpPr>
          <p:cNvPr id="1856" name="Google Shape;1856;p37"/>
          <p:cNvSpPr txBox="1"/>
          <p:nvPr/>
        </p:nvSpPr>
        <p:spPr>
          <a:xfrm>
            <a:off x="4102577" y="3299696"/>
            <a:ext cx="6425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PO</a:t>
            </a:r>
            <a:endParaRPr/>
          </a:p>
        </p:txBody>
      </p:sp>
      <p:sp>
        <p:nvSpPr>
          <p:cNvPr id="1857" name="Google Shape;1857;p37"/>
          <p:cNvSpPr/>
          <p:nvPr/>
        </p:nvSpPr>
        <p:spPr>
          <a:xfrm>
            <a:off x="4282577" y="3982340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8" name="Google Shape;1858;p37"/>
          <p:cNvSpPr/>
          <p:nvPr/>
        </p:nvSpPr>
        <p:spPr>
          <a:xfrm>
            <a:off x="4277792" y="5071749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9" name="Google Shape;1859;p37"/>
          <p:cNvSpPr/>
          <p:nvPr/>
        </p:nvSpPr>
        <p:spPr>
          <a:xfrm rot="-5400000">
            <a:off x="5772992" y="765375"/>
            <a:ext cx="1080000" cy="1080000"/>
          </a:xfrm>
          <a:prstGeom prst="rect">
            <a:avLst/>
          </a:prstGeom>
          <a:noFill/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60" name="Google Shape;1860;p37"/>
          <p:cNvSpPr txBox="1"/>
          <p:nvPr/>
        </p:nvSpPr>
        <p:spPr>
          <a:xfrm>
            <a:off x="5698919" y="754427"/>
            <a:ext cx="6425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PO</a:t>
            </a:r>
            <a:endParaRPr/>
          </a:p>
        </p:txBody>
      </p:sp>
      <p:sp>
        <p:nvSpPr>
          <p:cNvPr id="1861" name="Google Shape;1861;p37"/>
          <p:cNvSpPr/>
          <p:nvPr/>
        </p:nvSpPr>
        <p:spPr>
          <a:xfrm>
            <a:off x="6042992" y="1035375"/>
            <a:ext cx="540000" cy="540000"/>
          </a:xfrm>
          <a:prstGeom prst="rect">
            <a:avLst/>
          </a:prstGeom>
          <a:noFill/>
          <a:ln cap="flat" cmpd="sng" w="19050">
            <a:solidFill>
              <a:srgbClr val="7030A0"/>
            </a:solidFill>
            <a:prstDash val="lg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2" name="Google Shape;1862;p37"/>
          <p:cNvSpPr txBox="1"/>
          <p:nvPr/>
        </p:nvSpPr>
        <p:spPr>
          <a:xfrm>
            <a:off x="6287150" y="1134707"/>
            <a:ext cx="871400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V1(P)</a:t>
            </a:r>
            <a:endParaRPr/>
          </a:p>
        </p:txBody>
      </p:sp>
      <p:sp>
        <p:nvSpPr>
          <p:cNvPr id="1863" name="Google Shape;1863;p37"/>
          <p:cNvSpPr txBox="1"/>
          <p:nvPr/>
        </p:nvSpPr>
        <p:spPr>
          <a:xfrm>
            <a:off x="7231101" y="6027003"/>
            <a:ext cx="4116711" cy="830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AA   ：AP + AN + AC + AR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WN(R)：WN covering 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WN(C)：WN covering AC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V1(P)：V1 interacting PO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64" name="Google Shape;1864;p37"/>
          <p:cNvSpPr/>
          <p:nvPr/>
        </p:nvSpPr>
        <p:spPr>
          <a:xfrm>
            <a:off x="4108620" y="765375"/>
            <a:ext cx="1501200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37"/>
          <p:cNvSpPr txBox="1"/>
          <p:nvPr/>
        </p:nvSpPr>
        <p:spPr>
          <a:xfrm>
            <a:off x="4108620" y="822607"/>
            <a:ext cx="1020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WN(C)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66" name="Google Shape;1866;p37"/>
          <p:cNvSpPr/>
          <p:nvPr/>
        </p:nvSpPr>
        <p:spPr>
          <a:xfrm>
            <a:off x="4589220" y="1279385"/>
            <a:ext cx="540000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67" name="Google Shape;1867;p37"/>
          <p:cNvSpPr txBox="1"/>
          <p:nvPr/>
        </p:nvSpPr>
        <p:spPr>
          <a:xfrm>
            <a:off x="4529077" y="141557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1868" name="Google Shape;1868;p37"/>
          <p:cNvSpPr/>
          <p:nvPr/>
        </p:nvSpPr>
        <p:spPr>
          <a:xfrm>
            <a:off x="4589220" y="2222461"/>
            <a:ext cx="54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69" name="Google Shape;1869;p37"/>
          <p:cNvSpPr txBox="1"/>
          <p:nvPr/>
        </p:nvSpPr>
        <p:spPr>
          <a:xfrm>
            <a:off x="4529077" y="2358654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pic>
        <p:nvPicPr>
          <p:cNvPr id="1870" name="Google Shape;187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1101" y="734103"/>
            <a:ext cx="4739792" cy="2551514"/>
          </a:xfrm>
          <a:prstGeom prst="rect">
            <a:avLst/>
          </a:prstGeom>
          <a:noFill/>
          <a:ln>
            <a:noFill/>
          </a:ln>
        </p:spPr>
      </p:pic>
      <p:sp>
        <p:nvSpPr>
          <p:cNvPr id="1871" name="Google Shape;1871;p37"/>
          <p:cNvSpPr txBox="1"/>
          <p:nvPr/>
        </p:nvSpPr>
        <p:spPr>
          <a:xfrm>
            <a:off x="4067055" y="42011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PO.Z1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2" name="Google Shape;1872;p37"/>
          <p:cNvSpPr txBox="1"/>
          <p:nvPr/>
        </p:nvSpPr>
        <p:spPr>
          <a:xfrm>
            <a:off x="4067055" y="528475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PO.Z2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3" name="Google Shape;1873;p37"/>
          <p:cNvSpPr txBox="1"/>
          <p:nvPr/>
        </p:nvSpPr>
        <p:spPr>
          <a:xfrm>
            <a:off x="6041382" y="163471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PO.Z3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4" name="Google Shape;1874;p37"/>
          <p:cNvSpPr txBox="1"/>
          <p:nvPr/>
        </p:nvSpPr>
        <p:spPr>
          <a:xfrm>
            <a:off x="4548705" y="282389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WN.Z3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5" name="Google Shape;1875;p37"/>
          <p:cNvCxnSpPr/>
          <p:nvPr/>
        </p:nvCxnSpPr>
        <p:spPr>
          <a:xfrm>
            <a:off x="2900971" y="2222461"/>
            <a:ext cx="540000" cy="54000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876" name="Google Shape;1876;p37"/>
          <p:cNvCxnSpPr/>
          <p:nvPr/>
        </p:nvCxnSpPr>
        <p:spPr>
          <a:xfrm flipH="1" rot="10800000">
            <a:off x="2900971" y="2242345"/>
            <a:ext cx="540000" cy="520116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77" name="Google Shape;1877;p37"/>
          <p:cNvSpPr txBox="1"/>
          <p:nvPr/>
        </p:nvSpPr>
        <p:spPr>
          <a:xfrm>
            <a:off x="2894935" y="282389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WN.Z2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8" name="Google Shape;1878;p37"/>
          <p:cNvSpPr txBox="1"/>
          <p:nvPr/>
        </p:nvSpPr>
        <p:spPr>
          <a:xfrm>
            <a:off x="1169186" y="282389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WN.Z1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9" name="Google Shape;1879;p37"/>
          <p:cNvCxnSpPr/>
          <p:nvPr/>
        </p:nvCxnSpPr>
        <p:spPr>
          <a:xfrm>
            <a:off x="4589220" y="2222460"/>
            <a:ext cx="540000" cy="54000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880" name="Google Shape;1880;p37"/>
          <p:cNvCxnSpPr/>
          <p:nvPr/>
        </p:nvCxnSpPr>
        <p:spPr>
          <a:xfrm flipH="1" rot="10800000">
            <a:off x="4589220" y="2242344"/>
            <a:ext cx="540000" cy="520116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881" name="Google Shape;1881;p37"/>
          <p:cNvCxnSpPr/>
          <p:nvPr/>
        </p:nvCxnSpPr>
        <p:spPr>
          <a:xfrm>
            <a:off x="1202275" y="2228847"/>
            <a:ext cx="540000" cy="54000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882" name="Google Shape;1882;p37"/>
          <p:cNvCxnSpPr/>
          <p:nvPr/>
        </p:nvCxnSpPr>
        <p:spPr>
          <a:xfrm flipH="1" rot="10800000">
            <a:off x="1202275" y="2248731"/>
            <a:ext cx="540000" cy="520116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883" name="Google Shape;1883;p37"/>
          <p:cNvSpPr txBox="1"/>
          <p:nvPr/>
        </p:nvSpPr>
        <p:spPr>
          <a:xfrm>
            <a:off x="2539425" y="42011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V1.Z1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4" name="Google Shape;1884;p37"/>
          <p:cNvSpPr txBox="1"/>
          <p:nvPr/>
        </p:nvSpPr>
        <p:spPr>
          <a:xfrm>
            <a:off x="2539425" y="528475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V1.Z2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5" name="Google Shape;1885;p37"/>
          <p:cNvSpPr txBox="1"/>
          <p:nvPr/>
        </p:nvSpPr>
        <p:spPr>
          <a:xfrm>
            <a:off x="695603" y="420402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CO.Z1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6" name="Google Shape;1886;p37"/>
          <p:cNvSpPr txBox="1"/>
          <p:nvPr/>
        </p:nvSpPr>
        <p:spPr>
          <a:xfrm>
            <a:off x="695603" y="530099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CO.Z3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7" name="Google Shape;188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1101" y="3427566"/>
            <a:ext cx="3307133" cy="2576135"/>
          </a:xfrm>
          <a:prstGeom prst="rect">
            <a:avLst/>
          </a:prstGeom>
          <a:noFill/>
          <a:ln>
            <a:noFill/>
          </a:ln>
        </p:spPr>
      </p:pic>
      <p:sp>
        <p:nvSpPr>
          <p:cNvPr id="1888" name="Google Shape;1888;p37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3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p38"/>
          <p:cNvSpPr/>
          <p:nvPr/>
        </p:nvSpPr>
        <p:spPr>
          <a:xfrm>
            <a:off x="2539707" y="3627645"/>
            <a:ext cx="2364182" cy="109377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95" name="Google Shape;1895;p38"/>
          <p:cNvSpPr/>
          <p:nvPr/>
        </p:nvSpPr>
        <p:spPr>
          <a:xfrm rot="-5400000">
            <a:off x="3264832" y="3370611"/>
            <a:ext cx="826049" cy="145488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1896" name="Google Shape;1896;p38"/>
          <p:cNvGrpSpPr/>
          <p:nvPr/>
        </p:nvGrpSpPr>
        <p:grpSpPr>
          <a:xfrm>
            <a:off x="2539708" y="4542049"/>
            <a:ext cx="2364182" cy="1093773"/>
            <a:chOff x="1473910" y="3899640"/>
            <a:chExt cx="2340000" cy="2340000"/>
          </a:xfrm>
        </p:grpSpPr>
        <p:sp>
          <p:nvSpPr>
            <p:cNvPr id="1897" name="Google Shape;1897;p38"/>
            <p:cNvSpPr/>
            <p:nvPr/>
          </p:nvSpPr>
          <p:spPr>
            <a:xfrm>
              <a:off x="1473910" y="3899640"/>
              <a:ext cx="2340000" cy="2340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1898" name="Google Shape;1898;p38"/>
            <p:cNvSpPr/>
            <p:nvPr/>
          </p:nvSpPr>
          <p:spPr>
            <a:xfrm rot="-5400000">
              <a:off x="1880418" y="4349640"/>
              <a:ext cx="1440000" cy="144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1899" name="Google Shape;1899;p38"/>
          <p:cNvSpPr/>
          <p:nvPr/>
        </p:nvSpPr>
        <p:spPr>
          <a:xfrm>
            <a:off x="2932237" y="1048610"/>
            <a:ext cx="1009574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00" name="Google Shape;1900;p38"/>
          <p:cNvSpPr/>
          <p:nvPr/>
        </p:nvSpPr>
        <p:spPr>
          <a:xfrm>
            <a:off x="5996847" y="596304"/>
            <a:ext cx="1501200" cy="234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1" name="Google Shape;1901;p38"/>
          <p:cNvSpPr/>
          <p:nvPr/>
        </p:nvSpPr>
        <p:spPr>
          <a:xfrm>
            <a:off x="5996847" y="3457702"/>
            <a:ext cx="1501200" cy="1542709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2" name="Google Shape;1902;p38"/>
          <p:cNvSpPr/>
          <p:nvPr/>
        </p:nvSpPr>
        <p:spPr>
          <a:xfrm>
            <a:off x="4469043" y="1058018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03" name="Google Shape;1903;p38"/>
          <p:cNvSpPr/>
          <p:nvPr/>
        </p:nvSpPr>
        <p:spPr>
          <a:xfrm>
            <a:off x="2201296" y="596304"/>
            <a:ext cx="3246910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4" name="Google Shape;1904;p38"/>
          <p:cNvSpPr/>
          <p:nvPr/>
        </p:nvSpPr>
        <p:spPr>
          <a:xfrm>
            <a:off x="2914109" y="1985355"/>
            <a:ext cx="1021704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05" name="Google Shape;1905;p38"/>
          <p:cNvSpPr/>
          <p:nvPr/>
        </p:nvSpPr>
        <p:spPr>
          <a:xfrm>
            <a:off x="4469043" y="1990898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06" name="Google Shape;1906;p38"/>
          <p:cNvSpPr txBox="1"/>
          <p:nvPr/>
        </p:nvSpPr>
        <p:spPr>
          <a:xfrm>
            <a:off x="2934149" y="105801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sp>
        <p:nvSpPr>
          <p:cNvPr id="1907" name="Google Shape;1907;p38"/>
          <p:cNvSpPr txBox="1"/>
          <p:nvPr/>
        </p:nvSpPr>
        <p:spPr>
          <a:xfrm>
            <a:off x="4371107" y="1121743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1908" name="Google Shape;1908;p38"/>
          <p:cNvCxnSpPr/>
          <p:nvPr/>
        </p:nvCxnSpPr>
        <p:spPr>
          <a:xfrm>
            <a:off x="5448943" y="994282"/>
            <a:ext cx="53087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909" name="Google Shape;1909;p38"/>
          <p:cNvCxnSpPr/>
          <p:nvPr/>
        </p:nvCxnSpPr>
        <p:spPr>
          <a:xfrm>
            <a:off x="3935813" y="2244845"/>
            <a:ext cx="53104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910" name="Google Shape;1910;p38"/>
          <p:cNvSpPr txBox="1"/>
          <p:nvPr/>
        </p:nvSpPr>
        <p:spPr>
          <a:xfrm>
            <a:off x="5424573" y="101858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WN.S2</a:t>
            </a:r>
            <a:endParaRPr/>
          </a:p>
        </p:txBody>
      </p:sp>
      <p:cxnSp>
        <p:nvCxnSpPr>
          <p:cNvPr id="1911" name="Google Shape;1911;p38"/>
          <p:cNvCxnSpPr/>
          <p:nvPr/>
        </p:nvCxnSpPr>
        <p:spPr>
          <a:xfrm>
            <a:off x="4897953" y="2244508"/>
            <a:ext cx="539114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912" name="Google Shape;1912;p38"/>
          <p:cNvSpPr/>
          <p:nvPr/>
        </p:nvSpPr>
        <p:spPr>
          <a:xfrm>
            <a:off x="169599" y="596302"/>
            <a:ext cx="1500657" cy="1544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3" name="Google Shape;1913;p38"/>
          <p:cNvSpPr txBox="1"/>
          <p:nvPr/>
        </p:nvSpPr>
        <p:spPr>
          <a:xfrm>
            <a:off x="4875037" y="231093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AN.WR</a:t>
            </a:r>
            <a:endParaRPr/>
          </a:p>
        </p:txBody>
      </p:sp>
      <p:sp>
        <p:nvSpPr>
          <p:cNvPr id="1914" name="Google Shape;1914;p38"/>
          <p:cNvSpPr txBox="1"/>
          <p:nvPr/>
        </p:nvSpPr>
        <p:spPr>
          <a:xfrm>
            <a:off x="3901301" y="231093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AR.AN</a:t>
            </a:r>
            <a:endParaRPr/>
          </a:p>
        </p:txBody>
      </p:sp>
      <p:cxnSp>
        <p:nvCxnSpPr>
          <p:cNvPr id="1915" name="Google Shape;1915;p38"/>
          <p:cNvCxnSpPr/>
          <p:nvPr/>
        </p:nvCxnSpPr>
        <p:spPr>
          <a:xfrm>
            <a:off x="3669006" y="1588610"/>
            <a:ext cx="0" cy="392998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916" name="Google Shape;1916;p38"/>
          <p:cNvSpPr txBox="1"/>
          <p:nvPr/>
        </p:nvSpPr>
        <p:spPr>
          <a:xfrm>
            <a:off x="3624043" y="168143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AR.S1</a:t>
            </a:r>
            <a:endParaRPr/>
          </a:p>
        </p:txBody>
      </p:sp>
      <p:sp>
        <p:nvSpPr>
          <p:cNvPr id="1917" name="Google Shape;1917;p38"/>
          <p:cNvSpPr/>
          <p:nvPr/>
        </p:nvSpPr>
        <p:spPr>
          <a:xfrm>
            <a:off x="2220650" y="3457703"/>
            <a:ext cx="3231142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8" name="Google Shape;1918;p38"/>
          <p:cNvSpPr/>
          <p:nvPr/>
        </p:nvSpPr>
        <p:spPr>
          <a:xfrm>
            <a:off x="3156173" y="4809727"/>
            <a:ext cx="1009573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19" name="Google Shape;1919;p38"/>
          <p:cNvSpPr txBox="1"/>
          <p:nvPr/>
        </p:nvSpPr>
        <p:spPr>
          <a:xfrm>
            <a:off x="2170368" y="3492175"/>
            <a:ext cx="525666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(C)</a:t>
            </a:r>
            <a:endParaRPr/>
          </a:p>
        </p:txBody>
      </p:sp>
      <p:cxnSp>
        <p:nvCxnSpPr>
          <p:cNvPr id="1920" name="Google Shape;1920;p38"/>
          <p:cNvCxnSpPr>
            <a:endCxn id="1898" idx="2"/>
          </p:cNvCxnSpPr>
          <p:nvPr/>
        </p:nvCxnSpPr>
        <p:spPr>
          <a:xfrm flipH="1" rot="10800000">
            <a:off x="4165598" y="5088936"/>
            <a:ext cx="239700" cy="4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921" name="Google Shape;1921;p38"/>
          <p:cNvCxnSpPr/>
          <p:nvPr/>
        </p:nvCxnSpPr>
        <p:spPr>
          <a:xfrm>
            <a:off x="4903891" y="5093522"/>
            <a:ext cx="5479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922" name="Google Shape;1922;p38"/>
          <p:cNvSpPr txBox="1"/>
          <p:nvPr/>
        </p:nvSpPr>
        <p:spPr>
          <a:xfrm>
            <a:off x="4883823" y="51284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AN.WC</a:t>
            </a:r>
            <a:endParaRPr/>
          </a:p>
        </p:txBody>
      </p:sp>
      <p:sp>
        <p:nvSpPr>
          <p:cNvPr id="1923" name="Google Shape;1923;p38"/>
          <p:cNvSpPr txBox="1"/>
          <p:nvPr/>
        </p:nvSpPr>
        <p:spPr>
          <a:xfrm>
            <a:off x="4186432" y="485699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AC.AN</a:t>
            </a:r>
            <a:endParaRPr/>
          </a:p>
        </p:txBody>
      </p:sp>
      <p:sp>
        <p:nvSpPr>
          <p:cNvPr id="1924" name="Google Shape;1924;p38"/>
          <p:cNvSpPr/>
          <p:nvPr/>
        </p:nvSpPr>
        <p:spPr>
          <a:xfrm>
            <a:off x="6477447" y="2058619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25" name="Google Shape;1925;p38"/>
          <p:cNvSpPr txBox="1"/>
          <p:nvPr/>
        </p:nvSpPr>
        <p:spPr>
          <a:xfrm>
            <a:off x="6417304" y="2143953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1926" name="Google Shape;1926;p38"/>
          <p:cNvCxnSpPr/>
          <p:nvPr/>
        </p:nvCxnSpPr>
        <p:spPr>
          <a:xfrm rot="10800000">
            <a:off x="3685646" y="2933024"/>
            <a:ext cx="0" cy="52467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927" name="Google Shape;1927;p38"/>
          <p:cNvSpPr txBox="1"/>
          <p:nvPr/>
        </p:nvSpPr>
        <p:spPr>
          <a:xfrm>
            <a:off x="3702318" y="311996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WN.S4</a:t>
            </a:r>
            <a:endParaRPr/>
          </a:p>
        </p:txBody>
      </p:sp>
      <p:sp>
        <p:nvSpPr>
          <p:cNvPr id="1928" name="Google Shape;1928;p38"/>
          <p:cNvSpPr/>
          <p:nvPr/>
        </p:nvSpPr>
        <p:spPr>
          <a:xfrm>
            <a:off x="168560" y="3457701"/>
            <a:ext cx="1507146" cy="1487735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9" name="Google Shape;1929;p38"/>
          <p:cNvSpPr/>
          <p:nvPr/>
        </p:nvSpPr>
        <p:spPr>
          <a:xfrm>
            <a:off x="649927" y="1098502"/>
            <a:ext cx="54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30" name="Google Shape;1930;p38"/>
          <p:cNvSpPr/>
          <p:nvPr/>
        </p:nvSpPr>
        <p:spPr>
          <a:xfrm>
            <a:off x="649927" y="3931568"/>
            <a:ext cx="540000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31" name="Google Shape;1931;p38"/>
          <p:cNvSpPr txBox="1"/>
          <p:nvPr/>
        </p:nvSpPr>
        <p:spPr>
          <a:xfrm>
            <a:off x="589784" y="4016902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1932" name="Google Shape;1932;p38"/>
          <p:cNvSpPr txBox="1"/>
          <p:nvPr/>
        </p:nvSpPr>
        <p:spPr>
          <a:xfrm>
            <a:off x="589784" y="1183836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cxnSp>
        <p:nvCxnSpPr>
          <p:cNvPr id="1933" name="Google Shape;1933;p38"/>
          <p:cNvCxnSpPr/>
          <p:nvPr/>
        </p:nvCxnSpPr>
        <p:spPr>
          <a:xfrm>
            <a:off x="1670256" y="949589"/>
            <a:ext cx="53104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934" name="Google Shape;1934;p38"/>
          <p:cNvSpPr txBox="1"/>
          <p:nvPr/>
        </p:nvSpPr>
        <p:spPr>
          <a:xfrm>
            <a:off x="1614646" y="97981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WN.S5</a:t>
            </a:r>
            <a:endParaRPr/>
          </a:p>
        </p:txBody>
      </p:sp>
      <p:cxnSp>
        <p:nvCxnSpPr>
          <p:cNvPr id="1935" name="Google Shape;1935;p38"/>
          <p:cNvCxnSpPr/>
          <p:nvPr/>
        </p:nvCxnSpPr>
        <p:spPr>
          <a:xfrm>
            <a:off x="1670256" y="3884941"/>
            <a:ext cx="55108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936" name="Google Shape;1936;p38"/>
          <p:cNvSpPr txBox="1"/>
          <p:nvPr/>
        </p:nvSpPr>
        <p:spPr>
          <a:xfrm>
            <a:off x="1648540" y="365175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WN.S6</a:t>
            </a:r>
            <a:endParaRPr/>
          </a:p>
        </p:txBody>
      </p:sp>
      <p:cxnSp>
        <p:nvCxnSpPr>
          <p:cNvPr id="1937" name="Google Shape;1937;p38"/>
          <p:cNvCxnSpPr/>
          <p:nvPr/>
        </p:nvCxnSpPr>
        <p:spPr>
          <a:xfrm>
            <a:off x="5458787" y="3884941"/>
            <a:ext cx="5605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938" name="Google Shape;1938;p38"/>
          <p:cNvSpPr txBox="1"/>
          <p:nvPr/>
        </p:nvSpPr>
        <p:spPr>
          <a:xfrm>
            <a:off x="5428522" y="363914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WN.S3</a:t>
            </a:r>
            <a:endParaRPr/>
          </a:p>
        </p:txBody>
      </p:sp>
      <p:cxnSp>
        <p:nvCxnSpPr>
          <p:cNvPr id="1939" name="Google Shape;1939;p38"/>
          <p:cNvCxnSpPr/>
          <p:nvPr/>
        </p:nvCxnSpPr>
        <p:spPr>
          <a:xfrm>
            <a:off x="3913962" y="4818852"/>
            <a:ext cx="0" cy="528306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940" name="Google Shape;1940;p38"/>
          <p:cNvSpPr txBox="1"/>
          <p:nvPr/>
        </p:nvSpPr>
        <p:spPr>
          <a:xfrm>
            <a:off x="3320330" y="500041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AC.W1</a:t>
            </a:r>
            <a:endParaRPr/>
          </a:p>
        </p:txBody>
      </p:sp>
      <p:cxnSp>
        <p:nvCxnSpPr>
          <p:cNvPr id="1941" name="Google Shape;1941;p38"/>
          <p:cNvCxnSpPr/>
          <p:nvPr/>
        </p:nvCxnSpPr>
        <p:spPr>
          <a:xfrm>
            <a:off x="2201296" y="2262080"/>
            <a:ext cx="72215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942" name="Google Shape;1942;p38"/>
          <p:cNvSpPr txBox="1"/>
          <p:nvPr/>
        </p:nvSpPr>
        <p:spPr>
          <a:xfrm>
            <a:off x="2225983" y="231093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AR.WR</a:t>
            </a:r>
            <a:endParaRPr/>
          </a:p>
        </p:txBody>
      </p:sp>
      <p:cxnSp>
        <p:nvCxnSpPr>
          <p:cNvPr id="1943" name="Google Shape;1943;p38"/>
          <p:cNvCxnSpPr/>
          <p:nvPr/>
        </p:nvCxnSpPr>
        <p:spPr>
          <a:xfrm>
            <a:off x="2220751" y="5064622"/>
            <a:ext cx="92663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944" name="Google Shape;1944;p38"/>
          <p:cNvSpPr txBox="1"/>
          <p:nvPr/>
        </p:nvSpPr>
        <p:spPr>
          <a:xfrm>
            <a:off x="2245438" y="51284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AC.WC</a:t>
            </a:r>
            <a:endParaRPr/>
          </a:p>
        </p:txBody>
      </p:sp>
      <p:sp>
        <p:nvSpPr>
          <p:cNvPr id="1945" name="Google Shape;1945;p38"/>
          <p:cNvSpPr txBox="1"/>
          <p:nvPr/>
        </p:nvSpPr>
        <p:spPr>
          <a:xfrm>
            <a:off x="3856495" y="451709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AC.S1</a:t>
            </a:r>
            <a:endParaRPr/>
          </a:p>
        </p:txBody>
      </p:sp>
      <p:cxnSp>
        <p:nvCxnSpPr>
          <p:cNvPr id="1946" name="Google Shape;1946;p38"/>
          <p:cNvCxnSpPr/>
          <p:nvPr/>
        </p:nvCxnSpPr>
        <p:spPr>
          <a:xfrm>
            <a:off x="6001493" y="4708808"/>
            <a:ext cx="15188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947" name="Google Shape;1947;p38"/>
          <p:cNvCxnSpPr/>
          <p:nvPr/>
        </p:nvCxnSpPr>
        <p:spPr>
          <a:xfrm rot="10800000">
            <a:off x="6747447" y="2936304"/>
            <a:ext cx="1" cy="52139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948" name="Google Shape;1948;p38"/>
          <p:cNvSpPr txBox="1"/>
          <p:nvPr/>
        </p:nvSpPr>
        <p:spPr>
          <a:xfrm>
            <a:off x="6412815" y="4744818"/>
            <a:ext cx="655948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WN.W1</a:t>
            </a:r>
            <a:endParaRPr/>
          </a:p>
        </p:txBody>
      </p:sp>
      <p:sp>
        <p:nvSpPr>
          <p:cNvPr id="1949" name="Google Shape;1949;p38"/>
          <p:cNvSpPr txBox="1"/>
          <p:nvPr/>
        </p:nvSpPr>
        <p:spPr>
          <a:xfrm>
            <a:off x="6700864" y="3113922"/>
            <a:ext cx="71147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WN.S7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50" name="Google Shape;1950;p38"/>
          <p:cNvSpPr/>
          <p:nvPr/>
        </p:nvSpPr>
        <p:spPr>
          <a:xfrm>
            <a:off x="6477447" y="3959056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51" name="Google Shape;1951;p38"/>
          <p:cNvSpPr txBox="1"/>
          <p:nvPr/>
        </p:nvSpPr>
        <p:spPr>
          <a:xfrm>
            <a:off x="6417304" y="4044390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1952" name="Google Shape;1952;p38"/>
          <p:cNvSpPr/>
          <p:nvPr/>
        </p:nvSpPr>
        <p:spPr>
          <a:xfrm>
            <a:off x="6477447" y="1110314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53" name="Google Shape;1953;p38"/>
          <p:cNvSpPr txBox="1"/>
          <p:nvPr/>
        </p:nvSpPr>
        <p:spPr>
          <a:xfrm>
            <a:off x="6417304" y="119564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1954" name="Google Shape;1954;p38"/>
          <p:cNvSpPr/>
          <p:nvPr/>
        </p:nvSpPr>
        <p:spPr>
          <a:xfrm>
            <a:off x="247602" y="5365703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55" name="Google Shape;1955;p38"/>
          <p:cNvSpPr txBox="1"/>
          <p:nvPr/>
        </p:nvSpPr>
        <p:spPr>
          <a:xfrm>
            <a:off x="133459" y="5428371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1956" name="Google Shape;1956;p38"/>
          <p:cNvCxnSpPr>
            <a:endCxn id="1954" idx="0"/>
          </p:cNvCxnSpPr>
          <p:nvPr/>
        </p:nvCxnSpPr>
        <p:spPr>
          <a:xfrm>
            <a:off x="463602" y="4955303"/>
            <a:ext cx="0" cy="410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957" name="Google Shape;1957;p38"/>
          <p:cNvSpPr/>
          <p:nvPr/>
        </p:nvSpPr>
        <p:spPr>
          <a:xfrm>
            <a:off x="1118919" y="5365703"/>
            <a:ext cx="4320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58" name="Google Shape;1958;p38"/>
          <p:cNvSpPr txBox="1"/>
          <p:nvPr/>
        </p:nvSpPr>
        <p:spPr>
          <a:xfrm>
            <a:off x="1004776" y="5428371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1959" name="Google Shape;1959;p38"/>
          <p:cNvCxnSpPr>
            <a:endCxn id="1957" idx="0"/>
          </p:cNvCxnSpPr>
          <p:nvPr/>
        </p:nvCxnSpPr>
        <p:spPr>
          <a:xfrm>
            <a:off x="1334919" y="4945403"/>
            <a:ext cx="0" cy="420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960" name="Google Shape;1960;p38"/>
          <p:cNvSpPr txBox="1"/>
          <p:nvPr/>
        </p:nvSpPr>
        <p:spPr>
          <a:xfrm>
            <a:off x="137958" y="3502633"/>
            <a:ext cx="64226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(C)</a:t>
            </a:r>
            <a:endParaRPr/>
          </a:p>
        </p:txBody>
      </p:sp>
      <p:sp>
        <p:nvSpPr>
          <p:cNvPr id="1961" name="Google Shape;1961;p38"/>
          <p:cNvSpPr txBox="1"/>
          <p:nvPr/>
        </p:nvSpPr>
        <p:spPr>
          <a:xfrm>
            <a:off x="2222941" y="630145"/>
            <a:ext cx="53545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(R)</a:t>
            </a:r>
            <a:endParaRPr/>
          </a:p>
        </p:txBody>
      </p:sp>
      <p:sp>
        <p:nvSpPr>
          <p:cNvPr id="1962" name="Google Shape;1962;p38"/>
          <p:cNvSpPr txBox="1"/>
          <p:nvPr/>
        </p:nvSpPr>
        <p:spPr>
          <a:xfrm>
            <a:off x="175012" y="626114"/>
            <a:ext cx="64226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(R)</a:t>
            </a:r>
            <a:endParaRPr/>
          </a:p>
        </p:txBody>
      </p:sp>
      <p:sp>
        <p:nvSpPr>
          <p:cNvPr id="1963" name="Google Shape;1963;p38"/>
          <p:cNvSpPr/>
          <p:nvPr/>
        </p:nvSpPr>
        <p:spPr>
          <a:xfrm>
            <a:off x="205492" y="2504304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64" name="Google Shape;1964;p38"/>
          <p:cNvSpPr txBox="1"/>
          <p:nvPr/>
        </p:nvSpPr>
        <p:spPr>
          <a:xfrm>
            <a:off x="91349" y="2566972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1965" name="Google Shape;1965;p38"/>
          <p:cNvCxnSpPr>
            <a:endCxn id="1963" idx="0"/>
          </p:cNvCxnSpPr>
          <p:nvPr/>
        </p:nvCxnSpPr>
        <p:spPr>
          <a:xfrm>
            <a:off x="421492" y="2151804"/>
            <a:ext cx="0" cy="352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966" name="Google Shape;1966;p38"/>
          <p:cNvSpPr/>
          <p:nvPr/>
        </p:nvSpPr>
        <p:spPr>
          <a:xfrm>
            <a:off x="1074468" y="2504304"/>
            <a:ext cx="4320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67" name="Google Shape;1967;p38"/>
          <p:cNvSpPr txBox="1"/>
          <p:nvPr/>
        </p:nvSpPr>
        <p:spPr>
          <a:xfrm>
            <a:off x="954359" y="2566972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1968" name="Google Shape;1968;p38"/>
          <p:cNvCxnSpPr>
            <a:endCxn id="1966" idx="0"/>
          </p:cNvCxnSpPr>
          <p:nvPr/>
        </p:nvCxnSpPr>
        <p:spPr>
          <a:xfrm>
            <a:off x="1290468" y="2173404"/>
            <a:ext cx="0" cy="330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969" name="Google Shape;1969;p38"/>
          <p:cNvSpPr/>
          <p:nvPr/>
        </p:nvSpPr>
        <p:spPr>
          <a:xfrm>
            <a:off x="6106383" y="5355493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70" name="Google Shape;1970;p38"/>
          <p:cNvSpPr txBox="1"/>
          <p:nvPr/>
        </p:nvSpPr>
        <p:spPr>
          <a:xfrm>
            <a:off x="5992240" y="541921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1971" name="Google Shape;1971;p38"/>
          <p:cNvCxnSpPr>
            <a:endCxn id="1969" idx="0"/>
          </p:cNvCxnSpPr>
          <p:nvPr/>
        </p:nvCxnSpPr>
        <p:spPr>
          <a:xfrm>
            <a:off x="6322383" y="5016493"/>
            <a:ext cx="0" cy="339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972" name="Google Shape;1972;p38"/>
          <p:cNvSpPr txBox="1"/>
          <p:nvPr/>
        </p:nvSpPr>
        <p:spPr>
          <a:xfrm>
            <a:off x="5639840" y="5053679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WN.AN</a:t>
            </a:r>
            <a:endParaRPr/>
          </a:p>
        </p:txBody>
      </p:sp>
      <p:sp>
        <p:nvSpPr>
          <p:cNvPr id="1973" name="Google Shape;1973;p38"/>
          <p:cNvSpPr/>
          <p:nvPr/>
        </p:nvSpPr>
        <p:spPr>
          <a:xfrm>
            <a:off x="6977700" y="5345648"/>
            <a:ext cx="4320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74" name="Google Shape;1974;p38"/>
          <p:cNvSpPr txBox="1"/>
          <p:nvPr/>
        </p:nvSpPr>
        <p:spPr>
          <a:xfrm>
            <a:off x="6863557" y="5409373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1975" name="Google Shape;1975;p38"/>
          <p:cNvCxnSpPr>
            <a:endCxn id="1973" idx="0"/>
          </p:cNvCxnSpPr>
          <p:nvPr/>
        </p:nvCxnSpPr>
        <p:spPr>
          <a:xfrm>
            <a:off x="7193700" y="5006648"/>
            <a:ext cx="0" cy="339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976" name="Google Shape;1976;p38"/>
          <p:cNvSpPr txBox="1"/>
          <p:nvPr/>
        </p:nvSpPr>
        <p:spPr>
          <a:xfrm>
            <a:off x="6488301" y="5053679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WN.AP</a:t>
            </a:r>
            <a:endParaRPr/>
          </a:p>
        </p:txBody>
      </p:sp>
      <p:sp>
        <p:nvSpPr>
          <p:cNvPr id="1977" name="Google Shape;1977;p38"/>
          <p:cNvSpPr txBox="1"/>
          <p:nvPr/>
        </p:nvSpPr>
        <p:spPr>
          <a:xfrm>
            <a:off x="6955778" y="611423"/>
            <a:ext cx="660287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(M)</a:t>
            </a:r>
            <a:endParaRPr sz="16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78" name="Google Shape;1978;p38"/>
          <p:cNvSpPr txBox="1"/>
          <p:nvPr/>
        </p:nvSpPr>
        <p:spPr>
          <a:xfrm>
            <a:off x="6947262" y="3463548"/>
            <a:ext cx="591361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(M)</a:t>
            </a:r>
            <a:endParaRPr sz="16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79" name="Google Shape;1979;p38"/>
          <p:cNvSpPr txBox="1"/>
          <p:nvPr/>
        </p:nvSpPr>
        <p:spPr>
          <a:xfrm>
            <a:off x="388730" y="2204628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WN.AN</a:t>
            </a:r>
            <a:endParaRPr/>
          </a:p>
        </p:txBody>
      </p:sp>
      <p:sp>
        <p:nvSpPr>
          <p:cNvPr id="1980" name="Google Shape;1980;p38"/>
          <p:cNvSpPr txBox="1"/>
          <p:nvPr/>
        </p:nvSpPr>
        <p:spPr>
          <a:xfrm>
            <a:off x="1237191" y="2204628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WN.AP</a:t>
            </a:r>
            <a:endParaRPr/>
          </a:p>
        </p:txBody>
      </p:sp>
      <p:sp>
        <p:nvSpPr>
          <p:cNvPr id="1981" name="Google Shape;1981;p38"/>
          <p:cNvSpPr txBox="1"/>
          <p:nvPr/>
        </p:nvSpPr>
        <p:spPr>
          <a:xfrm>
            <a:off x="417698" y="5017070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WN.AN</a:t>
            </a:r>
            <a:endParaRPr/>
          </a:p>
        </p:txBody>
      </p:sp>
      <p:sp>
        <p:nvSpPr>
          <p:cNvPr id="1982" name="Google Shape;1982;p38"/>
          <p:cNvSpPr txBox="1"/>
          <p:nvPr/>
        </p:nvSpPr>
        <p:spPr>
          <a:xfrm>
            <a:off x="1266159" y="5017070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WN.AP</a:t>
            </a:r>
            <a:endParaRPr/>
          </a:p>
        </p:txBody>
      </p:sp>
      <p:sp>
        <p:nvSpPr>
          <p:cNvPr id="1983" name="Google Shape;1983;p38"/>
          <p:cNvSpPr txBox="1"/>
          <p:nvPr/>
        </p:nvSpPr>
        <p:spPr>
          <a:xfrm>
            <a:off x="-1" y="7376"/>
            <a:ext cx="795664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Cat-2: WN to AP/AN/AR/AC related</a:t>
            </a:r>
            <a:endParaRPr/>
          </a:p>
        </p:txBody>
      </p:sp>
      <p:sp>
        <p:nvSpPr>
          <p:cNvPr id="1984" name="Google Shape;1984;p38"/>
          <p:cNvSpPr txBox="1"/>
          <p:nvPr/>
        </p:nvSpPr>
        <p:spPr>
          <a:xfrm>
            <a:off x="4314535" y="3884247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1985" name="Google Shape;1985;p38"/>
          <p:cNvCxnSpPr/>
          <p:nvPr/>
        </p:nvCxnSpPr>
        <p:spPr>
          <a:xfrm>
            <a:off x="3147386" y="5185079"/>
            <a:ext cx="101836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1986" name="Google Shape;1986;p38"/>
          <p:cNvSpPr/>
          <p:nvPr/>
        </p:nvSpPr>
        <p:spPr>
          <a:xfrm rot="-5400000">
            <a:off x="3292780" y="3477508"/>
            <a:ext cx="742654" cy="12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87" name="Google Shape;1987;p38"/>
          <p:cNvSpPr txBox="1"/>
          <p:nvPr/>
        </p:nvSpPr>
        <p:spPr>
          <a:xfrm>
            <a:off x="2579756" y="426597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AC.GC</a:t>
            </a:r>
            <a:endParaRPr/>
          </a:p>
        </p:txBody>
      </p:sp>
      <p:sp>
        <p:nvSpPr>
          <p:cNvPr id="1988" name="Google Shape;1988;p38"/>
          <p:cNvSpPr/>
          <p:nvPr/>
        </p:nvSpPr>
        <p:spPr>
          <a:xfrm>
            <a:off x="3156912" y="3836445"/>
            <a:ext cx="1010424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89" name="Google Shape;1989;p38"/>
          <p:cNvSpPr txBox="1"/>
          <p:nvPr/>
        </p:nvSpPr>
        <p:spPr>
          <a:xfrm>
            <a:off x="3156911" y="3858605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cxnSp>
        <p:nvCxnSpPr>
          <p:cNvPr id="1990" name="Google Shape;1990;p38"/>
          <p:cNvCxnSpPr/>
          <p:nvPr/>
        </p:nvCxnSpPr>
        <p:spPr>
          <a:xfrm>
            <a:off x="3913962" y="4386234"/>
            <a:ext cx="0" cy="437363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1991" name="Google Shape;1991;p38"/>
          <p:cNvCxnSpPr/>
          <p:nvPr/>
        </p:nvCxnSpPr>
        <p:spPr>
          <a:xfrm rot="10800000">
            <a:off x="2857115" y="4222808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sm" w="sm" type="none"/>
          </a:ln>
        </p:spPr>
      </p:cxnSp>
      <p:cxnSp>
        <p:nvCxnSpPr>
          <p:cNvPr id="1992" name="Google Shape;1992;p38"/>
          <p:cNvCxnSpPr/>
          <p:nvPr/>
        </p:nvCxnSpPr>
        <p:spPr>
          <a:xfrm>
            <a:off x="3147386" y="4220870"/>
            <a:ext cx="16912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sm" w="sm" type="none"/>
          </a:ln>
        </p:spPr>
      </p:cxnSp>
      <p:sp>
        <p:nvSpPr>
          <p:cNvPr id="1993" name="Google Shape;1993;p38"/>
          <p:cNvSpPr txBox="1"/>
          <p:nvPr/>
        </p:nvSpPr>
        <p:spPr>
          <a:xfrm>
            <a:off x="7643365" y="5492302"/>
            <a:ext cx="4116711" cy="830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WN(R)：WN covering Resistor(AR)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WN(C)：WN covering Capacitor(AC)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WN(M)：WN covering MOS/Diode(AP)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AN(C)：AN ring for Capacitor WN(C)</a:t>
            </a:r>
            <a:endParaRPr/>
          </a:p>
        </p:txBody>
      </p:sp>
      <p:sp>
        <p:nvSpPr>
          <p:cNvPr id="1994" name="Google Shape;1994;p38"/>
          <p:cNvSpPr txBox="1"/>
          <p:nvPr/>
        </p:nvSpPr>
        <p:spPr>
          <a:xfrm>
            <a:off x="4339650" y="419012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AC.R1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95" name="Google Shape;1995;p38"/>
          <p:cNvSpPr txBox="1"/>
          <p:nvPr/>
        </p:nvSpPr>
        <p:spPr>
          <a:xfrm>
            <a:off x="3951867" y="3635016"/>
            <a:ext cx="48243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</p:txBody>
      </p:sp>
      <p:sp>
        <p:nvSpPr>
          <p:cNvPr id="1996" name="Google Shape;1996;p38"/>
          <p:cNvSpPr txBox="1"/>
          <p:nvPr/>
        </p:nvSpPr>
        <p:spPr>
          <a:xfrm>
            <a:off x="3101334" y="5462935"/>
            <a:ext cx="125803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AC.R1(Donut)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997" name="Google Shape;1997;p38"/>
          <p:cNvGrpSpPr/>
          <p:nvPr/>
        </p:nvGrpSpPr>
        <p:grpSpPr>
          <a:xfrm>
            <a:off x="6106383" y="5999897"/>
            <a:ext cx="1169657" cy="662327"/>
            <a:chOff x="5984454" y="5922857"/>
            <a:chExt cx="1516751" cy="820844"/>
          </a:xfrm>
        </p:grpSpPr>
        <p:cxnSp>
          <p:nvCxnSpPr>
            <p:cNvPr id="1998" name="Google Shape;1998;p38"/>
            <p:cNvCxnSpPr/>
            <p:nvPr/>
          </p:nvCxnSpPr>
          <p:spPr>
            <a:xfrm rot="10800000">
              <a:off x="5992240" y="5929186"/>
              <a:ext cx="0" cy="814515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9" name="Google Shape;1999;p38"/>
            <p:cNvCxnSpPr/>
            <p:nvPr/>
          </p:nvCxnSpPr>
          <p:spPr>
            <a:xfrm rot="10800000">
              <a:off x="7498047" y="5929186"/>
              <a:ext cx="0" cy="814515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0" name="Google Shape;2000;p38"/>
            <p:cNvCxnSpPr/>
            <p:nvPr/>
          </p:nvCxnSpPr>
          <p:spPr>
            <a:xfrm flipH="1">
              <a:off x="5992240" y="6736115"/>
              <a:ext cx="1505807" cy="551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1" name="Google Shape;2001;p38"/>
            <p:cNvCxnSpPr/>
            <p:nvPr/>
          </p:nvCxnSpPr>
          <p:spPr>
            <a:xfrm>
              <a:off x="5984454" y="5929186"/>
              <a:ext cx="523505" cy="2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2" name="Google Shape;2002;p38"/>
            <p:cNvCxnSpPr/>
            <p:nvPr/>
          </p:nvCxnSpPr>
          <p:spPr>
            <a:xfrm>
              <a:off x="6986667" y="5938155"/>
              <a:ext cx="514538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3" name="Google Shape;2003;p38"/>
            <p:cNvCxnSpPr/>
            <p:nvPr/>
          </p:nvCxnSpPr>
          <p:spPr>
            <a:xfrm>
              <a:off x="6496681" y="6253124"/>
              <a:ext cx="489986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4" name="Google Shape;2004;p38"/>
            <p:cNvCxnSpPr/>
            <p:nvPr/>
          </p:nvCxnSpPr>
          <p:spPr>
            <a:xfrm rot="10800000">
              <a:off x="6501148" y="5922857"/>
              <a:ext cx="0" cy="338839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5" name="Google Shape;2005;p38"/>
            <p:cNvCxnSpPr/>
            <p:nvPr/>
          </p:nvCxnSpPr>
          <p:spPr>
            <a:xfrm flipH="1" rot="10800000">
              <a:off x="6986667" y="5933566"/>
              <a:ext cx="1872" cy="32813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006" name="Google Shape;2006;p38"/>
          <p:cNvSpPr txBox="1"/>
          <p:nvPr/>
        </p:nvSpPr>
        <p:spPr>
          <a:xfrm>
            <a:off x="6872163" y="6060234"/>
            <a:ext cx="71147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WN.N1</a:t>
            </a:r>
            <a:endParaRPr/>
          </a:p>
        </p:txBody>
      </p:sp>
      <p:cxnSp>
        <p:nvCxnSpPr>
          <p:cNvPr id="2007" name="Google Shape;2007;p38"/>
          <p:cNvCxnSpPr/>
          <p:nvPr/>
        </p:nvCxnSpPr>
        <p:spPr>
          <a:xfrm>
            <a:off x="6496681" y="6134624"/>
            <a:ext cx="38256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008" name="Google Shape;2008;p38"/>
          <p:cNvSpPr/>
          <p:nvPr/>
        </p:nvSpPr>
        <p:spPr>
          <a:xfrm>
            <a:off x="4982862" y="6008538"/>
            <a:ext cx="653456" cy="653707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09" name="Google Shape;2009;p38"/>
          <p:cNvCxnSpPr>
            <a:stCxn id="2008" idx="3"/>
          </p:cNvCxnSpPr>
          <p:nvPr/>
        </p:nvCxnSpPr>
        <p:spPr>
          <a:xfrm>
            <a:off x="5636318" y="6335392"/>
            <a:ext cx="459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010" name="Google Shape;2010;p38"/>
          <p:cNvSpPr txBox="1"/>
          <p:nvPr/>
        </p:nvSpPr>
        <p:spPr>
          <a:xfrm>
            <a:off x="6054963" y="5993600"/>
            <a:ext cx="5230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2011" name="Google Shape;2011;p38"/>
          <p:cNvSpPr txBox="1"/>
          <p:nvPr/>
        </p:nvSpPr>
        <p:spPr>
          <a:xfrm>
            <a:off x="5051339" y="6025495"/>
            <a:ext cx="5230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pic>
        <p:nvPicPr>
          <p:cNvPr id="2012" name="Google Shape;201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0970" y="599158"/>
            <a:ext cx="4423071" cy="4842778"/>
          </a:xfrm>
          <a:prstGeom prst="rect">
            <a:avLst/>
          </a:prstGeom>
          <a:noFill/>
          <a:ln>
            <a:noFill/>
          </a:ln>
        </p:spPr>
      </p:pic>
      <p:sp>
        <p:nvSpPr>
          <p:cNvPr id="2013" name="Google Shape;2013;p38"/>
          <p:cNvSpPr txBox="1"/>
          <p:nvPr/>
        </p:nvSpPr>
        <p:spPr>
          <a:xfrm>
            <a:off x="5574438" y="641179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014" name="Google Shape;2014;p38"/>
          <p:cNvCxnSpPr>
            <a:stCxn id="2008" idx="1"/>
            <a:endCxn id="2008" idx="3"/>
          </p:cNvCxnSpPr>
          <p:nvPr/>
        </p:nvCxnSpPr>
        <p:spPr>
          <a:xfrm>
            <a:off x="4982862" y="6335392"/>
            <a:ext cx="6534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015" name="Google Shape;2015;p38"/>
          <p:cNvSpPr txBox="1"/>
          <p:nvPr/>
        </p:nvSpPr>
        <p:spPr>
          <a:xfrm>
            <a:off x="5015288" y="641179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WN.W1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16" name="Google Shape;2016;p38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0" name="Shape 2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" name="Google Shape;2021;p39"/>
          <p:cNvSpPr/>
          <p:nvPr/>
        </p:nvSpPr>
        <p:spPr>
          <a:xfrm>
            <a:off x="6083248" y="5006894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022" name="Google Shape;2022;p39"/>
          <p:cNvSpPr/>
          <p:nvPr/>
        </p:nvSpPr>
        <p:spPr>
          <a:xfrm>
            <a:off x="672663" y="540000"/>
            <a:ext cx="6558454" cy="2898938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3" name="Google Shape;2023;p39"/>
          <p:cNvSpPr/>
          <p:nvPr/>
        </p:nvSpPr>
        <p:spPr>
          <a:xfrm>
            <a:off x="3303701" y="3996620"/>
            <a:ext cx="1943845" cy="8121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024" name="Google Shape;2024;p39"/>
          <p:cNvSpPr/>
          <p:nvPr/>
        </p:nvSpPr>
        <p:spPr>
          <a:xfrm>
            <a:off x="3303701" y="1171930"/>
            <a:ext cx="1943845" cy="4843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025" name="Google Shape;2025;p39"/>
          <p:cNvSpPr/>
          <p:nvPr/>
        </p:nvSpPr>
        <p:spPr>
          <a:xfrm>
            <a:off x="3284065" y="5167765"/>
            <a:ext cx="1943845" cy="48439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026" name="Google Shape;2026;p39"/>
          <p:cNvSpPr/>
          <p:nvPr/>
        </p:nvSpPr>
        <p:spPr>
          <a:xfrm>
            <a:off x="3303701" y="2059372"/>
            <a:ext cx="1943845" cy="76665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027" name="Google Shape;2027;p39"/>
          <p:cNvSpPr/>
          <p:nvPr/>
        </p:nvSpPr>
        <p:spPr>
          <a:xfrm>
            <a:off x="6071942" y="2182695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028" name="Google Shape;2028;p39"/>
          <p:cNvSpPr/>
          <p:nvPr/>
        </p:nvSpPr>
        <p:spPr>
          <a:xfrm>
            <a:off x="3915702" y="906179"/>
            <a:ext cx="180000" cy="4917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029" name="Google Shape;2029;p39"/>
          <p:cNvSpPr/>
          <p:nvPr/>
        </p:nvSpPr>
        <p:spPr>
          <a:xfrm>
            <a:off x="6078589" y="4013944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030" name="Google Shape;2030;p39"/>
          <p:cNvSpPr txBox="1"/>
          <p:nvPr/>
        </p:nvSpPr>
        <p:spPr>
          <a:xfrm>
            <a:off x="672663" y="666687"/>
            <a:ext cx="59136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(M)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031" name="Google Shape;2031;p39"/>
          <p:cNvSpPr txBox="1"/>
          <p:nvPr/>
        </p:nvSpPr>
        <p:spPr>
          <a:xfrm>
            <a:off x="3290688" y="2170808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(M)</a:t>
            </a:r>
            <a:endParaRPr/>
          </a:p>
        </p:txBody>
      </p:sp>
      <p:sp>
        <p:nvSpPr>
          <p:cNvPr id="2032" name="Google Shape;2032;p39"/>
          <p:cNvSpPr txBox="1"/>
          <p:nvPr/>
        </p:nvSpPr>
        <p:spPr>
          <a:xfrm>
            <a:off x="3316574" y="4162280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(M)</a:t>
            </a:r>
            <a:endParaRPr/>
          </a:p>
        </p:txBody>
      </p:sp>
      <p:sp>
        <p:nvSpPr>
          <p:cNvPr id="2033" name="Google Shape;2033;p39"/>
          <p:cNvSpPr txBox="1"/>
          <p:nvPr/>
        </p:nvSpPr>
        <p:spPr>
          <a:xfrm>
            <a:off x="6080778" y="5335683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2034" name="Google Shape;2034;p39"/>
          <p:cNvCxnSpPr/>
          <p:nvPr/>
        </p:nvCxnSpPr>
        <p:spPr>
          <a:xfrm>
            <a:off x="2801355" y="2559635"/>
            <a:ext cx="50234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035" name="Google Shape;2035;p39"/>
          <p:cNvCxnSpPr>
            <a:endCxn id="2027" idx="1"/>
          </p:cNvCxnSpPr>
          <p:nvPr/>
        </p:nvCxnSpPr>
        <p:spPr>
          <a:xfrm>
            <a:off x="5247542" y="2506695"/>
            <a:ext cx="8244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036" name="Google Shape;2036;p39"/>
          <p:cNvCxnSpPr/>
          <p:nvPr/>
        </p:nvCxnSpPr>
        <p:spPr>
          <a:xfrm>
            <a:off x="4906987" y="2059372"/>
            <a:ext cx="8394" cy="78141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037" name="Google Shape;2037;p39"/>
          <p:cNvCxnSpPr>
            <a:stCxn id="2027" idx="1"/>
            <a:endCxn id="2027" idx="3"/>
          </p:cNvCxnSpPr>
          <p:nvPr/>
        </p:nvCxnSpPr>
        <p:spPr>
          <a:xfrm>
            <a:off x="6071942" y="2506695"/>
            <a:ext cx="648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038" name="Google Shape;2038;p39"/>
          <p:cNvSpPr/>
          <p:nvPr/>
        </p:nvSpPr>
        <p:spPr>
          <a:xfrm>
            <a:off x="6066478" y="1166315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2039" name="Google Shape;2039;p39"/>
          <p:cNvCxnSpPr>
            <a:stCxn id="2038" idx="2"/>
            <a:endCxn id="2027" idx="0"/>
          </p:cNvCxnSpPr>
          <p:nvPr/>
        </p:nvCxnSpPr>
        <p:spPr>
          <a:xfrm>
            <a:off x="6390478" y="1814315"/>
            <a:ext cx="5400" cy="368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040" name="Google Shape;2040;p39"/>
          <p:cNvCxnSpPr/>
          <p:nvPr/>
        </p:nvCxnSpPr>
        <p:spPr>
          <a:xfrm>
            <a:off x="2805858" y="4325419"/>
            <a:ext cx="50360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041" name="Google Shape;2041;p39"/>
          <p:cNvCxnSpPr/>
          <p:nvPr/>
        </p:nvCxnSpPr>
        <p:spPr>
          <a:xfrm>
            <a:off x="5231984" y="4337944"/>
            <a:ext cx="85108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042" name="Google Shape;2042;p39"/>
          <p:cNvCxnSpPr>
            <a:stCxn id="2029" idx="1"/>
            <a:endCxn id="2029" idx="3"/>
          </p:cNvCxnSpPr>
          <p:nvPr/>
        </p:nvCxnSpPr>
        <p:spPr>
          <a:xfrm>
            <a:off x="6078589" y="4337944"/>
            <a:ext cx="648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043" name="Google Shape;2043;p39"/>
          <p:cNvCxnSpPr/>
          <p:nvPr/>
        </p:nvCxnSpPr>
        <p:spPr>
          <a:xfrm>
            <a:off x="4906987" y="4025151"/>
            <a:ext cx="0" cy="78362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044" name="Google Shape;2044;p39"/>
          <p:cNvCxnSpPr>
            <a:stCxn id="2029" idx="2"/>
            <a:endCxn id="2021" idx="0"/>
          </p:cNvCxnSpPr>
          <p:nvPr/>
        </p:nvCxnSpPr>
        <p:spPr>
          <a:xfrm>
            <a:off x="6402589" y="4661944"/>
            <a:ext cx="4800" cy="345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045" name="Google Shape;2045;p39"/>
          <p:cNvSpPr txBox="1"/>
          <p:nvPr/>
        </p:nvSpPr>
        <p:spPr>
          <a:xfrm>
            <a:off x="6356204" y="1934732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AN.S1</a:t>
            </a:r>
            <a:endParaRPr/>
          </a:p>
        </p:txBody>
      </p:sp>
      <p:sp>
        <p:nvSpPr>
          <p:cNvPr id="2046" name="Google Shape;2046;p39"/>
          <p:cNvSpPr txBox="1"/>
          <p:nvPr/>
        </p:nvSpPr>
        <p:spPr>
          <a:xfrm>
            <a:off x="6128741" y="413058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AP.W1</a:t>
            </a:r>
            <a:endParaRPr/>
          </a:p>
        </p:txBody>
      </p:sp>
      <p:sp>
        <p:nvSpPr>
          <p:cNvPr id="2047" name="Google Shape;2047;p39"/>
          <p:cNvSpPr txBox="1"/>
          <p:nvPr/>
        </p:nvSpPr>
        <p:spPr>
          <a:xfrm>
            <a:off x="5332719" y="413058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AN.AP</a:t>
            </a:r>
            <a:endParaRPr/>
          </a:p>
        </p:txBody>
      </p:sp>
      <p:sp>
        <p:nvSpPr>
          <p:cNvPr id="2048" name="Google Shape;2048;p39"/>
          <p:cNvSpPr txBox="1"/>
          <p:nvPr/>
        </p:nvSpPr>
        <p:spPr>
          <a:xfrm>
            <a:off x="6467224" y="4742142"/>
            <a:ext cx="52053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AP.S1</a:t>
            </a:r>
            <a:endParaRPr/>
          </a:p>
        </p:txBody>
      </p:sp>
      <p:sp>
        <p:nvSpPr>
          <p:cNvPr id="2049" name="Google Shape;2049;p39"/>
          <p:cNvSpPr txBox="1"/>
          <p:nvPr/>
        </p:nvSpPr>
        <p:spPr>
          <a:xfrm>
            <a:off x="2756337" y="409109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DN.AN</a:t>
            </a:r>
            <a:endParaRPr/>
          </a:p>
        </p:txBody>
      </p:sp>
      <p:sp>
        <p:nvSpPr>
          <p:cNvPr id="2050" name="Google Shape;2050;p39"/>
          <p:cNvSpPr txBox="1"/>
          <p:nvPr/>
        </p:nvSpPr>
        <p:spPr>
          <a:xfrm>
            <a:off x="4876843" y="449481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AN.WM</a:t>
            </a:r>
            <a:endParaRPr/>
          </a:p>
        </p:txBody>
      </p:sp>
      <p:cxnSp>
        <p:nvCxnSpPr>
          <p:cNvPr id="2051" name="Google Shape;2051;p39"/>
          <p:cNvCxnSpPr/>
          <p:nvPr/>
        </p:nvCxnSpPr>
        <p:spPr>
          <a:xfrm>
            <a:off x="4906987" y="1650660"/>
            <a:ext cx="0" cy="40871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052" name="Google Shape;2052;p39"/>
          <p:cNvSpPr txBox="1"/>
          <p:nvPr/>
        </p:nvSpPr>
        <p:spPr>
          <a:xfrm>
            <a:off x="4899534" y="490842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AN.S1</a:t>
            </a:r>
            <a:endParaRPr/>
          </a:p>
        </p:txBody>
      </p:sp>
      <p:cxnSp>
        <p:nvCxnSpPr>
          <p:cNvPr id="2053" name="Google Shape;2053;p39"/>
          <p:cNvCxnSpPr/>
          <p:nvPr/>
        </p:nvCxnSpPr>
        <p:spPr>
          <a:xfrm>
            <a:off x="4906987" y="4808780"/>
            <a:ext cx="0" cy="3589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054" name="Google Shape;2054;p39"/>
          <p:cNvSpPr/>
          <p:nvPr/>
        </p:nvSpPr>
        <p:spPr>
          <a:xfrm>
            <a:off x="4576790" y="3143829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055" name="Google Shape;2055;p39"/>
          <p:cNvSpPr txBox="1"/>
          <p:nvPr/>
        </p:nvSpPr>
        <p:spPr>
          <a:xfrm>
            <a:off x="4461569" y="3249099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</p:txBody>
      </p:sp>
      <p:sp>
        <p:nvSpPr>
          <p:cNvPr id="2056" name="Google Shape;2056;p39"/>
          <p:cNvSpPr/>
          <p:nvPr/>
        </p:nvSpPr>
        <p:spPr>
          <a:xfrm>
            <a:off x="4398611" y="915358"/>
            <a:ext cx="180000" cy="49079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057" name="Google Shape;2057;p39"/>
          <p:cNvSpPr txBox="1"/>
          <p:nvPr/>
        </p:nvSpPr>
        <p:spPr>
          <a:xfrm>
            <a:off x="6064831" y="121665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2058" name="Google Shape;2058;p39"/>
          <p:cNvSpPr txBox="1"/>
          <p:nvPr/>
        </p:nvSpPr>
        <p:spPr>
          <a:xfrm>
            <a:off x="6078589" y="2551198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AN.W1</a:t>
            </a:r>
            <a:endParaRPr/>
          </a:p>
        </p:txBody>
      </p:sp>
      <p:sp>
        <p:nvSpPr>
          <p:cNvPr id="2059" name="Google Shape;2059;p39"/>
          <p:cNvSpPr txBox="1"/>
          <p:nvPr/>
        </p:nvSpPr>
        <p:spPr>
          <a:xfrm>
            <a:off x="4877195" y="2221567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AP.WM</a:t>
            </a:r>
            <a:endParaRPr/>
          </a:p>
        </p:txBody>
      </p:sp>
      <p:sp>
        <p:nvSpPr>
          <p:cNvPr id="2060" name="Google Shape;2060;p39"/>
          <p:cNvSpPr txBox="1"/>
          <p:nvPr/>
        </p:nvSpPr>
        <p:spPr>
          <a:xfrm>
            <a:off x="2758637" y="2611005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DP.AP</a:t>
            </a:r>
            <a:endParaRPr/>
          </a:p>
        </p:txBody>
      </p:sp>
      <p:sp>
        <p:nvSpPr>
          <p:cNvPr id="2061" name="Google Shape;2061;p39"/>
          <p:cNvSpPr txBox="1"/>
          <p:nvPr/>
        </p:nvSpPr>
        <p:spPr>
          <a:xfrm>
            <a:off x="5359410" y="2573110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AP.AN</a:t>
            </a:r>
            <a:endParaRPr/>
          </a:p>
        </p:txBody>
      </p:sp>
      <p:sp>
        <p:nvSpPr>
          <p:cNvPr id="2062" name="Google Shape;2062;p39"/>
          <p:cNvSpPr txBox="1"/>
          <p:nvPr/>
        </p:nvSpPr>
        <p:spPr>
          <a:xfrm>
            <a:off x="4910381" y="1770330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AP.S1</a:t>
            </a:r>
            <a:endParaRPr/>
          </a:p>
        </p:txBody>
      </p:sp>
      <p:sp>
        <p:nvSpPr>
          <p:cNvPr id="2063" name="Google Shape;2063;p39"/>
          <p:cNvSpPr txBox="1"/>
          <p:nvPr/>
        </p:nvSpPr>
        <p:spPr>
          <a:xfrm>
            <a:off x="2435383" y="4715531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DN.S1</a:t>
            </a:r>
            <a:endParaRPr/>
          </a:p>
        </p:txBody>
      </p:sp>
      <p:sp>
        <p:nvSpPr>
          <p:cNvPr id="2064" name="Google Shape;2064;p39"/>
          <p:cNvSpPr/>
          <p:nvPr/>
        </p:nvSpPr>
        <p:spPr>
          <a:xfrm>
            <a:off x="2162160" y="215565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065" name="Google Shape;2065;p39"/>
          <p:cNvSpPr/>
          <p:nvPr/>
        </p:nvSpPr>
        <p:spPr>
          <a:xfrm>
            <a:off x="2162160" y="116270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066" name="Google Shape;2066;p39"/>
          <p:cNvSpPr txBox="1"/>
          <p:nvPr/>
        </p:nvSpPr>
        <p:spPr>
          <a:xfrm>
            <a:off x="2156017" y="2200667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(D)</a:t>
            </a:r>
            <a:endParaRPr/>
          </a:p>
        </p:txBody>
      </p:sp>
      <p:cxnSp>
        <p:nvCxnSpPr>
          <p:cNvPr id="2067" name="Google Shape;2067;p39"/>
          <p:cNvCxnSpPr/>
          <p:nvPr/>
        </p:nvCxnSpPr>
        <p:spPr>
          <a:xfrm>
            <a:off x="2162160" y="1486706"/>
            <a:ext cx="648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068" name="Google Shape;2068;p39"/>
          <p:cNvCxnSpPr/>
          <p:nvPr/>
        </p:nvCxnSpPr>
        <p:spPr>
          <a:xfrm>
            <a:off x="2483831" y="1810706"/>
            <a:ext cx="0" cy="34495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069" name="Google Shape;2069;p39"/>
          <p:cNvSpPr txBox="1"/>
          <p:nvPr/>
        </p:nvSpPr>
        <p:spPr>
          <a:xfrm>
            <a:off x="2175645" y="127934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DP.W1</a:t>
            </a:r>
            <a:endParaRPr/>
          </a:p>
        </p:txBody>
      </p:sp>
      <p:sp>
        <p:nvSpPr>
          <p:cNvPr id="2070" name="Google Shape;2070;p39"/>
          <p:cNvSpPr txBox="1"/>
          <p:nvPr/>
        </p:nvSpPr>
        <p:spPr>
          <a:xfrm>
            <a:off x="2539479" y="1890904"/>
            <a:ext cx="52053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DP.S1</a:t>
            </a:r>
            <a:endParaRPr/>
          </a:p>
        </p:txBody>
      </p:sp>
      <p:sp>
        <p:nvSpPr>
          <p:cNvPr id="2071" name="Google Shape;2071;p39"/>
          <p:cNvSpPr/>
          <p:nvPr/>
        </p:nvSpPr>
        <p:spPr>
          <a:xfrm>
            <a:off x="2162160" y="4991791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072" name="Google Shape;2072;p39"/>
          <p:cNvSpPr/>
          <p:nvPr/>
        </p:nvSpPr>
        <p:spPr>
          <a:xfrm>
            <a:off x="2162160" y="3998841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2073" name="Google Shape;2073;p39"/>
          <p:cNvCxnSpPr/>
          <p:nvPr/>
        </p:nvCxnSpPr>
        <p:spPr>
          <a:xfrm>
            <a:off x="2162160" y="5326018"/>
            <a:ext cx="648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074" name="Google Shape;2074;p39"/>
          <p:cNvCxnSpPr/>
          <p:nvPr/>
        </p:nvCxnSpPr>
        <p:spPr>
          <a:xfrm>
            <a:off x="2483831" y="4646841"/>
            <a:ext cx="0" cy="34495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075" name="Google Shape;2075;p39"/>
          <p:cNvSpPr txBox="1"/>
          <p:nvPr/>
        </p:nvSpPr>
        <p:spPr>
          <a:xfrm>
            <a:off x="2175645" y="511865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DN.W1</a:t>
            </a:r>
            <a:endParaRPr/>
          </a:p>
        </p:txBody>
      </p:sp>
      <p:sp>
        <p:nvSpPr>
          <p:cNvPr id="2076" name="Google Shape;2076;p39"/>
          <p:cNvSpPr txBox="1"/>
          <p:nvPr/>
        </p:nvSpPr>
        <p:spPr>
          <a:xfrm>
            <a:off x="2155501" y="4043336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(D)</a:t>
            </a:r>
            <a:endParaRPr/>
          </a:p>
        </p:txBody>
      </p:sp>
      <p:sp>
        <p:nvSpPr>
          <p:cNvPr id="2077" name="Google Shape;2077;p39"/>
          <p:cNvSpPr txBox="1"/>
          <p:nvPr/>
        </p:nvSpPr>
        <p:spPr>
          <a:xfrm>
            <a:off x="-1" y="7376"/>
            <a:ext cx="56397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Cat-3: MOS transistor related</a:t>
            </a:r>
            <a:endParaRPr/>
          </a:p>
        </p:txBody>
      </p:sp>
      <p:sp>
        <p:nvSpPr>
          <p:cNvPr id="2078" name="Google Shape;2078;p39"/>
          <p:cNvSpPr/>
          <p:nvPr/>
        </p:nvSpPr>
        <p:spPr>
          <a:xfrm>
            <a:off x="1014109" y="2171960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079" name="Google Shape;2079;p39"/>
          <p:cNvSpPr txBox="1"/>
          <p:nvPr/>
        </p:nvSpPr>
        <p:spPr>
          <a:xfrm>
            <a:off x="1012462" y="2222303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2080" name="Google Shape;2080;p39"/>
          <p:cNvCxnSpPr/>
          <p:nvPr/>
        </p:nvCxnSpPr>
        <p:spPr>
          <a:xfrm>
            <a:off x="1667673" y="2507766"/>
            <a:ext cx="50234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081" name="Google Shape;2081;p39"/>
          <p:cNvSpPr txBox="1"/>
          <p:nvPr/>
        </p:nvSpPr>
        <p:spPr>
          <a:xfrm>
            <a:off x="1624955" y="2559136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DP.AN</a:t>
            </a:r>
            <a:endParaRPr/>
          </a:p>
        </p:txBody>
      </p:sp>
      <p:sp>
        <p:nvSpPr>
          <p:cNvPr id="2082" name="Google Shape;2082;p39"/>
          <p:cNvSpPr/>
          <p:nvPr/>
        </p:nvSpPr>
        <p:spPr>
          <a:xfrm>
            <a:off x="1027787" y="3991249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083" name="Google Shape;2083;p39"/>
          <p:cNvSpPr txBox="1"/>
          <p:nvPr/>
        </p:nvSpPr>
        <p:spPr>
          <a:xfrm>
            <a:off x="1025317" y="432003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2084" name="Google Shape;2084;p39"/>
          <p:cNvCxnSpPr/>
          <p:nvPr/>
        </p:nvCxnSpPr>
        <p:spPr>
          <a:xfrm>
            <a:off x="1671106" y="4313767"/>
            <a:ext cx="50360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085" name="Google Shape;2085;p39"/>
          <p:cNvSpPr txBox="1"/>
          <p:nvPr/>
        </p:nvSpPr>
        <p:spPr>
          <a:xfrm>
            <a:off x="1621585" y="407944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DN.AP</a:t>
            </a:r>
            <a:endParaRPr/>
          </a:p>
        </p:txBody>
      </p:sp>
      <p:cxnSp>
        <p:nvCxnSpPr>
          <p:cNvPr id="2086" name="Google Shape;2086;p39"/>
          <p:cNvCxnSpPr/>
          <p:nvPr/>
        </p:nvCxnSpPr>
        <p:spPr>
          <a:xfrm>
            <a:off x="4398611" y="2551198"/>
            <a:ext cx="174399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087" name="Google Shape;2087;p39"/>
          <p:cNvSpPr txBox="1"/>
          <p:nvPr/>
        </p:nvSpPr>
        <p:spPr>
          <a:xfrm>
            <a:off x="4112926" y="2283317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AP.LM</a:t>
            </a:r>
            <a:endParaRPr/>
          </a:p>
        </p:txBody>
      </p:sp>
      <p:cxnSp>
        <p:nvCxnSpPr>
          <p:cNvPr id="2088" name="Google Shape;2088;p39"/>
          <p:cNvCxnSpPr/>
          <p:nvPr/>
        </p:nvCxnSpPr>
        <p:spPr>
          <a:xfrm>
            <a:off x="4400671" y="4597914"/>
            <a:ext cx="174399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089" name="Google Shape;2089;p39"/>
          <p:cNvSpPr txBox="1"/>
          <p:nvPr/>
        </p:nvSpPr>
        <p:spPr>
          <a:xfrm>
            <a:off x="4114986" y="4330033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AN.LM</a:t>
            </a:r>
            <a:endParaRPr/>
          </a:p>
        </p:txBody>
      </p:sp>
      <p:sp>
        <p:nvSpPr>
          <p:cNvPr id="2090" name="Google Shape;2090;p39"/>
          <p:cNvSpPr txBox="1"/>
          <p:nvPr/>
        </p:nvSpPr>
        <p:spPr>
          <a:xfrm>
            <a:off x="2984297" y="3012906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AP.WN</a:t>
            </a:r>
            <a:endParaRPr/>
          </a:p>
        </p:txBody>
      </p:sp>
      <p:cxnSp>
        <p:nvCxnSpPr>
          <p:cNvPr id="2091" name="Google Shape;2091;p39"/>
          <p:cNvCxnSpPr/>
          <p:nvPr/>
        </p:nvCxnSpPr>
        <p:spPr>
          <a:xfrm>
            <a:off x="3632007" y="2819960"/>
            <a:ext cx="0" cy="62726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092" name="Google Shape;2092;p39"/>
          <p:cNvSpPr txBox="1"/>
          <p:nvPr/>
        </p:nvSpPr>
        <p:spPr>
          <a:xfrm>
            <a:off x="1824815" y="3013645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AP.WN</a:t>
            </a:r>
            <a:endParaRPr/>
          </a:p>
        </p:txBody>
      </p:sp>
      <p:cxnSp>
        <p:nvCxnSpPr>
          <p:cNvPr id="2093" name="Google Shape;2093;p39"/>
          <p:cNvCxnSpPr/>
          <p:nvPr/>
        </p:nvCxnSpPr>
        <p:spPr>
          <a:xfrm>
            <a:off x="2472525" y="2820699"/>
            <a:ext cx="0" cy="62726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094" name="Google Shape;2094;p39"/>
          <p:cNvCxnSpPr/>
          <p:nvPr/>
        </p:nvCxnSpPr>
        <p:spPr>
          <a:xfrm>
            <a:off x="6402589" y="2830975"/>
            <a:ext cx="0" cy="59615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095" name="Google Shape;2095;p39"/>
          <p:cNvSpPr txBox="1"/>
          <p:nvPr/>
        </p:nvSpPr>
        <p:spPr>
          <a:xfrm>
            <a:off x="6285456" y="3027857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AN.WN</a:t>
            </a:r>
            <a:endParaRPr/>
          </a:p>
        </p:txBody>
      </p:sp>
      <p:sp>
        <p:nvSpPr>
          <p:cNvPr id="2096" name="Google Shape;2096;p39"/>
          <p:cNvSpPr txBox="1"/>
          <p:nvPr/>
        </p:nvSpPr>
        <p:spPr>
          <a:xfrm>
            <a:off x="7399602" y="5197867"/>
            <a:ext cx="4396715" cy="10156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AP(M)/PMOS：AP for 5V PMOS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AN(M)/NMOS：AN for 5V NMOS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AP(D)/DP  ：AP for P-Diode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AN(D)/DN  ：AN for N-Diode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WN(M)     ：WN covering PMOS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097" name="Google Shape;209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5837" y="533979"/>
            <a:ext cx="4633785" cy="4633785"/>
          </a:xfrm>
          <a:prstGeom prst="rect">
            <a:avLst/>
          </a:prstGeom>
          <a:noFill/>
          <a:ln>
            <a:noFill/>
          </a:ln>
        </p:spPr>
      </p:pic>
      <p:sp>
        <p:nvSpPr>
          <p:cNvPr id="2098" name="Google Shape;2098;p39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2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Google Shape;2103;p40"/>
          <p:cNvSpPr/>
          <p:nvPr/>
        </p:nvSpPr>
        <p:spPr>
          <a:xfrm>
            <a:off x="672663" y="482765"/>
            <a:ext cx="5916143" cy="2956173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4" name="Google Shape;2104;p40"/>
          <p:cNvSpPr/>
          <p:nvPr/>
        </p:nvSpPr>
        <p:spPr>
          <a:xfrm>
            <a:off x="2620949" y="3996620"/>
            <a:ext cx="1943845" cy="16160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05" name="Google Shape;2105;p40"/>
          <p:cNvSpPr/>
          <p:nvPr/>
        </p:nvSpPr>
        <p:spPr>
          <a:xfrm>
            <a:off x="2620949" y="1178924"/>
            <a:ext cx="1943845" cy="16471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06" name="Google Shape;2106;p40"/>
          <p:cNvSpPr/>
          <p:nvPr/>
        </p:nvSpPr>
        <p:spPr>
          <a:xfrm>
            <a:off x="5389190" y="1174701"/>
            <a:ext cx="648000" cy="16471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07" name="Google Shape;2107;p40"/>
          <p:cNvSpPr/>
          <p:nvPr/>
        </p:nvSpPr>
        <p:spPr>
          <a:xfrm>
            <a:off x="3232950" y="906179"/>
            <a:ext cx="180000" cy="49788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08" name="Google Shape;2108;p40"/>
          <p:cNvSpPr/>
          <p:nvPr/>
        </p:nvSpPr>
        <p:spPr>
          <a:xfrm>
            <a:off x="5395837" y="4013943"/>
            <a:ext cx="648000" cy="159873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09" name="Google Shape;2109;p40"/>
          <p:cNvSpPr txBox="1"/>
          <p:nvPr/>
        </p:nvSpPr>
        <p:spPr>
          <a:xfrm>
            <a:off x="3890258" y="121665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2110" name="Google Shape;2110;p40"/>
          <p:cNvSpPr txBox="1"/>
          <p:nvPr/>
        </p:nvSpPr>
        <p:spPr>
          <a:xfrm>
            <a:off x="3915265" y="5335683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2111" name="Google Shape;2111;p40"/>
          <p:cNvSpPr txBox="1"/>
          <p:nvPr/>
        </p:nvSpPr>
        <p:spPr>
          <a:xfrm>
            <a:off x="5398026" y="5335683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2112" name="Google Shape;2112;p40"/>
          <p:cNvCxnSpPr>
            <a:stCxn id="2107" idx="0"/>
          </p:cNvCxnSpPr>
          <p:nvPr/>
        </p:nvCxnSpPr>
        <p:spPr>
          <a:xfrm>
            <a:off x="3322950" y="906179"/>
            <a:ext cx="5700" cy="273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113" name="Google Shape;2113;p40"/>
          <p:cNvSpPr/>
          <p:nvPr/>
        </p:nvSpPr>
        <p:spPr>
          <a:xfrm>
            <a:off x="3894038" y="3143829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14" name="Google Shape;2114;p40"/>
          <p:cNvSpPr txBox="1"/>
          <p:nvPr/>
        </p:nvSpPr>
        <p:spPr>
          <a:xfrm>
            <a:off x="3778817" y="3249099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</p:txBody>
      </p:sp>
      <p:sp>
        <p:nvSpPr>
          <p:cNvPr id="2115" name="Google Shape;2115;p40"/>
          <p:cNvSpPr/>
          <p:nvPr/>
        </p:nvSpPr>
        <p:spPr>
          <a:xfrm>
            <a:off x="3715859" y="915358"/>
            <a:ext cx="180000" cy="49695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16" name="Google Shape;2116;p40"/>
          <p:cNvSpPr txBox="1"/>
          <p:nvPr/>
        </p:nvSpPr>
        <p:spPr>
          <a:xfrm>
            <a:off x="5382079" y="121665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2117" name="Google Shape;2117;p40"/>
          <p:cNvSpPr txBox="1"/>
          <p:nvPr/>
        </p:nvSpPr>
        <p:spPr>
          <a:xfrm flipH="1">
            <a:off x="2587039" y="936695"/>
            <a:ext cx="611277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GC.EP</a:t>
            </a:r>
            <a:endParaRPr/>
          </a:p>
        </p:txBody>
      </p:sp>
      <p:sp>
        <p:nvSpPr>
          <p:cNvPr id="2118" name="Google Shape;2118;p40"/>
          <p:cNvSpPr/>
          <p:nvPr/>
        </p:nvSpPr>
        <p:spPr>
          <a:xfrm>
            <a:off x="4871369" y="3334855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9" name="Google Shape;2119;p40"/>
          <p:cNvSpPr/>
          <p:nvPr/>
        </p:nvSpPr>
        <p:spPr>
          <a:xfrm>
            <a:off x="4153792" y="2325452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0" name="Google Shape;2120;p40"/>
          <p:cNvSpPr/>
          <p:nvPr/>
        </p:nvSpPr>
        <p:spPr>
          <a:xfrm>
            <a:off x="4153792" y="1771340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1" name="Google Shape;2121;p40"/>
          <p:cNvSpPr/>
          <p:nvPr/>
        </p:nvSpPr>
        <p:spPr>
          <a:xfrm>
            <a:off x="5622813" y="2325452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2" name="Google Shape;2122;p40"/>
          <p:cNvSpPr/>
          <p:nvPr/>
        </p:nvSpPr>
        <p:spPr>
          <a:xfrm>
            <a:off x="5622093" y="1771340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3" name="Google Shape;2123;p40"/>
          <p:cNvCxnSpPr/>
          <p:nvPr/>
        </p:nvCxnSpPr>
        <p:spPr>
          <a:xfrm rot="10800000">
            <a:off x="5389190" y="2415452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124" name="Google Shape;2124;p40"/>
          <p:cNvCxnSpPr/>
          <p:nvPr/>
        </p:nvCxnSpPr>
        <p:spPr>
          <a:xfrm rot="10800000">
            <a:off x="5622093" y="2415452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125" name="Google Shape;2125;p40"/>
          <p:cNvSpPr txBox="1"/>
          <p:nvPr/>
        </p:nvSpPr>
        <p:spPr>
          <a:xfrm>
            <a:off x="5666731" y="2495372"/>
            <a:ext cx="658533" cy="191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CO.WB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126" name="Google Shape;2126;p40"/>
          <p:cNvCxnSpPr/>
          <p:nvPr/>
        </p:nvCxnSpPr>
        <p:spPr>
          <a:xfrm>
            <a:off x="5712093" y="1979967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127" name="Google Shape;2127;p40"/>
          <p:cNvSpPr txBox="1"/>
          <p:nvPr/>
        </p:nvSpPr>
        <p:spPr>
          <a:xfrm>
            <a:off x="5724127" y="208932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CO.S1</a:t>
            </a:r>
            <a:endParaRPr/>
          </a:p>
        </p:txBody>
      </p:sp>
      <p:sp>
        <p:nvSpPr>
          <p:cNvPr id="2128" name="Google Shape;2128;p40"/>
          <p:cNvSpPr txBox="1"/>
          <p:nvPr/>
        </p:nvSpPr>
        <p:spPr>
          <a:xfrm>
            <a:off x="4835560" y="232599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CO.AN</a:t>
            </a:r>
            <a:endParaRPr/>
          </a:p>
        </p:txBody>
      </p:sp>
      <p:cxnSp>
        <p:nvCxnSpPr>
          <p:cNvPr id="2129" name="Google Shape;2129;p40"/>
          <p:cNvCxnSpPr/>
          <p:nvPr/>
        </p:nvCxnSpPr>
        <p:spPr>
          <a:xfrm rot="10800000">
            <a:off x="3905060" y="2415048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130" name="Google Shape;2130;p40"/>
          <p:cNvCxnSpPr/>
          <p:nvPr/>
        </p:nvCxnSpPr>
        <p:spPr>
          <a:xfrm rot="10800000">
            <a:off x="4154533" y="1856648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131" name="Google Shape;2131;p40"/>
          <p:cNvCxnSpPr/>
          <p:nvPr/>
        </p:nvCxnSpPr>
        <p:spPr>
          <a:xfrm rot="10800000">
            <a:off x="4326089" y="1866895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132" name="Google Shape;2132;p40"/>
          <p:cNvCxnSpPr/>
          <p:nvPr/>
        </p:nvCxnSpPr>
        <p:spPr>
          <a:xfrm>
            <a:off x="4241387" y="1970710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133" name="Google Shape;2133;p40"/>
          <p:cNvSpPr txBox="1"/>
          <p:nvPr/>
        </p:nvSpPr>
        <p:spPr>
          <a:xfrm>
            <a:off x="4280382" y="2043433"/>
            <a:ext cx="102084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CO.SM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34" name="Google Shape;2134;p40"/>
          <p:cNvSpPr txBox="1"/>
          <p:nvPr/>
        </p:nvSpPr>
        <p:spPr>
          <a:xfrm>
            <a:off x="4530495" y="177801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CO.AP</a:t>
            </a:r>
            <a:endParaRPr/>
          </a:p>
        </p:txBody>
      </p:sp>
      <p:sp>
        <p:nvSpPr>
          <p:cNvPr id="2135" name="Google Shape;2135;p40"/>
          <p:cNvSpPr txBox="1"/>
          <p:nvPr/>
        </p:nvSpPr>
        <p:spPr>
          <a:xfrm>
            <a:off x="4218086" y="1559444"/>
            <a:ext cx="103446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CO.WM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36" name="Google Shape;2136;p40"/>
          <p:cNvSpPr txBox="1"/>
          <p:nvPr/>
        </p:nvSpPr>
        <p:spPr>
          <a:xfrm>
            <a:off x="3597056" y="222575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CO.GG</a:t>
            </a:r>
            <a:endParaRPr/>
          </a:p>
        </p:txBody>
      </p:sp>
      <p:sp>
        <p:nvSpPr>
          <p:cNvPr id="2137" name="Google Shape;2137;p40"/>
          <p:cNvSpPr/>
          <p:nvPr/>
        </p:nvSpPr>
        <p:spPr>
          <a:xfrm>
            <a:off x="4153792" y="4832111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8" name="Google Shape;2138;p40"/>
          <p:cNvSpPr/>
          <p:nvPr/>
        </p:nvSpPr>
        <p:spPr>
          <a:xfrm>
            <a:off x="4153792" y="4277999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9" name="Google Shape;2139;p40"/>
          <p:cNvSpPr/>
          <p:nvPr/>
        </p:nvSpPr>
        <p:spPr>
          <a:xfrm>
            <a:off x="5622813" y="483211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0" name="Google Shape;2140;p40"/>
          <p:cNvSpPr/>
          <p:nvPr/>
        </p:nvSpPr>
        <p:spPr>
          <a:xfrm>
            <a:off x="5622093" y="4277999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1" name="Google Shape;2141;p40"/>
          <p:cNvCxnSpPr/>
          <p:nvPr/>
        </p:nvCxnSpPr>
        <p:spPr>
          <a:xfrm rot="10800000">
            <a:off x="5389190" y="4922111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142" name="Google Shape;2142;p40"/>
          <p:cNvCxnSpPr/>
          <p:nvPr/>
        </p:nvCxnSpPr>
        <p:spPr>
          <a:xfrm rot="10800000">
            <a:off x="5622093" y="4922111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143" name="Google Shape;2143;p40"/>
          <p:cNvSpPr txBox="1"/>
          <p:nvPr/>
        </p:nvSpPr>
        <p:spPr>
          <a:xfrm>
            <a:off x="5661894" y="5033806"/>
            <a:ext cx="1041445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CO.WB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144" name="Google Shape;2144;p40"/>
          <p:cNvCxnSpPr/>
          <p:nvPr/>
        </p:nvCxnSpPr>
        <p:spPr>
          <a:xfrm>
            <a:off x="5712093" y="4486626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145" name="Google Shape;2145;p40"/>
          <p:cNvSpPr txBox="1"/>
          <p:nvPr/>
        </p:nvSpPr>
        <p:spPr>
          <a:xfrm>
            <a:off x="5724127" y="459598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CO.S1</a:t>
            </a:r>
            <a:endParaRPr/>
          </a:p>
        </p:txBody>
      </p:sp>
      <p:sp>
        <p:nvSpPr>
          <p:cNvPr id="2146" name="Google Shape;2146;p40"/>
          <p:cNvSpPr txBox="1"/>
          <p:nvPr/>
        </p:nvSpPr>
        <p:spPr>
          <a:xfrm>
            <a:off x="4835560" y="479255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CO.AP</a:t>
            </a:r>
            <a:endParaRPr/>
          </a:p>
        </p:txBody>
      </p:sp>
      <p:cxnSp>
        <p:nvCxnSpPr>
          <p:cNvPr id="2147" name="Google Shape;2147;p40"/>
          <p:cNvCxnSpPr/>
          <p:nvPr/>
        </p:nvCxnSpPr>
        <p:spPr>
          <a:xfrm rot="10800000">
            <a:off x="3905060" y="4921707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148" name="Google Shape;2148;p40"/>
          <p:cNvCxnSpPr/>
          <p:nvPr/>
        </p:nvCxnSpPr>
        <p:spPr>
          <a:xfrm rot="10800000">
            <a:off x="4154533" y="4363307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149" name="Google Shape;2149;p40"/>
          <p:cNvCxnSpPr/>
          <p:nvPr/>
        </p:nvCxnSpPr>
        <p:spPr>
          <a:xfrm rot="10800000">
            <a:off x="4326643" y="4931406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150" name="Google Shape;2150;p40"/>
          <p:cNvCxnSpPr/>
          <p:nvPr/>
        </p:nvCxnSpPr>
        <p:spPr>
          <a:xfrm>
            <a:off x="4241387" y="4477369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151" name="Google Shape;2151;p40"/>
          <p:cNvSpPr txBox="1"/>
          <p:nvPr/>
        </p:nvSpPr>
        <p:spPr>
          <a:xfrm>
            <a:off x="4268904" y="4605728"/>
            <a:ext cx="1043807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CO.SM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52" name="Google Shape;2152;p40"/>
          <p:cNvSpPr txBox="1"/>
          <p:nvPr/>
        </p:nvSpPr>
        <p:spPr>
          <a:xfrm>
            <a:off x="4365539" y="493812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CO.AN</a:t>
            </a:r>
            <a:endParaRPr/>
          </a:p>
        </p:txBody>
      </p:sp>
      <p:sp>
        <p:nvSpPr>
          <p:cNvPr id="2153" name="Google Shape;2153;p40"/>
          <p:cNvSpPr txBox="1"/>
          <p:nvPr/>
        </p:nvSpPr>
        <p:spPr>
          <a:xfrm>
            <a:off x="4348698" y="4289739"/>
            <a:ext cx="101940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CO.WM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54" name="Google Shape;2154;p40"/>
          <p:cNvSpPr txBox="1"/>
          <p:nvPr/>
        </p:nvSpPr>
        <p:spPr>
          <a:xfrm>
            <a:off x="3699144" y="501088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CO.GG</a:t>
            </a:r>
            <a:endParaRPr/>
          </a:p>
        </p:txBody>
      </p:sp>
      <p:cxnSp>
        <p:nvCxnSpPr>
          <p:cNvPr id="2155" name="Google Shape;2155;p40"/>
          <p:cNvCxnSpPr/>
          <p:nvPr/>
        </p:nvCxnSpPr>
        <p:spPr>
          <a:xfrm>
            <a:off x="3305999" y="5611837"/>
            <a:ext cx="5765" cy="273036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156" name="Google Shape;2156;p40"/>
          <p:cNvSpPr txBox="1"/>
          <p:nvPr/>
        </p:nvSpPr>
        <p:spPr>
          <a:xfrm flipH="1">
            <a:off x="2570088" y="5642353"/>
            <a:ext cx="611277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GC.EN</a:t>
            </a:r>
            <a:endParaRPr/>
          </a:p>
        </p:txBody>
      </p:sp>
      <p:cxnSp>
        <p:nvCxnSpPr>
          <p:cNvPr id="2157" name="Google Shape;2157;p40"/>
          <p:cNvCxnSpPr/>
          <p:nvPr/>
        </p:nvCxnSpPr>
        <p:spPr>
          <a:xfrm flipH="1">
            <a:off x="4858875" y="3424807"/>
            <a:ext cx="176064" cy="1030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158" name="Google Shape;2158;p40"/>
          <p:cNvCxnSpPr>
            <a:endCxn id="2118" idx="0"/>
          </p:cNvCxnSpPr>
          <p:nvPr/>
        </p:nvCxnSpPr>
        <p:spPr>
          <a:xfrm>
            <a:off x="4961369" y="3143755"/>
            <a:ext cx="0" cy="191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159" name="Google Shape;2159;p40"/>
          <p:cNvSpPr txBox="1"/>
          <p:nvPr/>
        </p:nvSpPr>
        <p:spPr>
          <a:xfrm>
            <a:off x="4638755" y="35055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CO.W1</a:t>
            </a:r>
            <a:endParaRPr/>
          </a:p>
        </p:txBody>
      </p:sp>
      <p:sp>
        <p:nvSpPr>
          <p:cNvPr id="2160" name="Google Shape;2160;p40"/>
          <p:cNvSpPr txBox="1"/>
          <p:nvPr/>
        </p:nvSpPr>
        <p:spPr>
          <a:xfrm>
            <a:off x="4602713" y="296537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CO.GC</a:t>
            </a:r>
            <a:endParaRPr/>
          </a:p>
        </p:txBody>
      </p:sp>
      <p:sp>
        <p:nvSpPr>
          <p:cNvPr id="2161" name="Google Shape;2161;p40"/>
          <p:cNvSpPr/>
          <p:nvPr/>
        </p:nvSpPr>
        <p:spPr>
          <a:xfrm>
            <a:off x="4433709" y="3334855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2" name="Google Shape;2162;p40"/>
          <p:cNvCxnSpPr/>
          <p:nvPr/>
        </p:nvCxnSpPr>
        <p:spPr>
          <a:xfrm rot="10800000">
            <a:off x="4624324" y="3429959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163" name="Google Shape;2163;p40"/>
          <p:cNvSpPr txBox="1"/>
          <p:nvPr/>
        </p:nvSpPr>
        <p:spPr>
          <a:xfrm>
            <a:off x="4240030" y="313133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CO.S1</a:t>
            </a:r>
            <a:endParaRPr/>
          </a:p>
        </p:txBody>
      </p:sp>
      <p:sp>
        <p:nvSpPr>
          <p:cNvPr id="2164" name="Google Shape;2164;p40"/>
          <p:cNvSpPr/>
          <p:nvPr/>
        </p:nvSpPr>
        <p:spPr>
          <a:xfrm>
            <a:off x="1905161" y="3171020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2165" name="Google Shape;2165;p40"/>
          <p:cNvCxnSpPr/>
          <p:nvPr/>
        </p:nvCxnSpPr>
        <p:spPr>
          <a:xfrm>
            <a:off x="3045101" y="2817762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166" name="Google Shape;2166;p40"/>
          <p:cNvSpPr txBox="1"/>
          <p:nvPr/>
        </p:nvSpPr>
        <p:spPr>
          <a:xfrm>
            <a:off x="2402231" y="291292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GA.AP</a:t>
            </a:r>
            <a:endParaRPr/>
          </a:p>
        </p:txBody>
      </p:sp>
      <p:cxnSp>
        <p:nvCxnSpPr>
          <p:cNvPr id="2167" name="Google Shape;2167;p40"/>
          <p:cNvCxnSpPr/>
          <p:nvPr/>
        </p:nvCxnSpPr>
        <p:spPr>
          <a:xfrm>
            <a:off x="3027192" y="3665849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168" name="Google Shape;2168;p40"/>
          <p:cNvSpPr txBox="1"/>
          <p:nvPr/>
        </p:nvSpPr>
        <p:spPr>
          <a:xfrm>
            <a:off x="2402231" y="375096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GA.AN</a:t>
            </a:r>
            <a:endParaRPr/>
          </a:p>
        </p:txBody>
      </p:sp>
      <p:cxnSp>
        <p:nvCxnSpPr>
          <p:cNvPr id="2169" name="Google Shape;2169;p40"/>
          <p:cNvCxnSpPr/>
          <p:nvPr/>
        </p:nvCxnSpPr>
        <p:spPr>
          <a:xfrm rot="10800000">
            <a:off x="3232950" y="1982526"/>
            <a:ext cx="18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170" name="Google Shape;2170;p40"/>
          <p:cNvCxnSpPr/>
          <p:nvPr/>
        </p:nvCxnSpPr>
        <p:spPr>
          <a:xfrm rot="10800000">
            <a:off x="3412950" y="1982526"/>
            <a:ext cx="302909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171" name="Google Shape;2171;p40"/>
          <p:cNvSpPr txBox="1"/>
          <p:nvPr/>
        </p:nvSpPr>
        <p:spPr>
          <a:xfrm>
            <a:off x="3265202" y="206550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GC.S1</a:t>
            </a:r>
            <a:endParaRPr/>
          </a:p>
        </p:txBody>
      </p:sp>
      <p:sp>
        <p:nvSpPr>
          <p:cNvPr id="2172" name="Google Shape;2172;p40"/>
          <p:cNvSpPr txBox="1"/>
          <p:nvPr/>
        </p:nvSpPr>
        <p:spPr>
          <a:xfrm>
            <a:off x="3006936" y="173535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GC.W1</a:t>
            </a:r>
            <a:endParaRPr/>
          </a:p>
        </p:txBody>
      </p:sp>
      <p:sp>
        <p:nvSpPr>
          <p:cNvPr id="2173" name="Google Shape;2173;p40"/>
          <p:cNvSpPr/>
          <p:nvPr/>
        </p:nvSpPr>
        <p:spPr>
          <a:xfrm>
            <a:off x="1479408" y="215565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74" name="Google Shape;2174;p40"/>
          <p:cNvSpPr/>
          <p:nvPr/>
        </p:nvSpPr>
        <p:spPr>
          <a:xfrm>
            <a:off x="1479408" y="116270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75" name="Google Shape;2175;p40"/>
          <p:cNvSpPr txBox="1"/>
          <p:nvPr/>
        </p:nvSpPr>
        <p:spPr>
          <a:xfrm>
            <a:off x="1473265" y="2200667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(D)</a:t>
            </a:r>
            <a:endParaRPr/>
          </a:p>
        </p:txBody>
      </p:sp>
      <p:sp>
        <p:nvSpPr>
          <p:cNvPr id="2176" name="Google Shape;2176;p40"/>
          <p:cNvSpPr/>
          <p:nvPr/>
        </p:nvSpPr>
        <p:spPr>
          <a:xfrm>
            <a:off x="1479408" y="4988804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77" name="Google Shape;2177;p40"/>
          <p:cNvSpPr/>
          <p:nvPr/>
        </p:nvSpPr>
        <p:spPr>
          <a:xfrm>
            <a:off x="1479408" y="3998841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78" name="Google Shape;2178;p40"/>
          <p:cNvSpPr txBox="1"/>
          <p:nvPr/>
        </p:nvSpPr>
        <p:spPr>
          <a:xfrm>
            <a:off x="1473265" y="5048653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(D)</a:t>
            </a:r>
            <a:endParaRPr/>
          </a:p>
        </p:txBody>
      </p:sp>
      <p:sp>
        <p:nvSpPr>
          <p:cNvPr id="2179" name="Google Shape;2179;p40"/>
          <p:cNvSpPr/>
          <p:nvPr/>
        </p:nvSpPr>
        <p:spPr>
          <a:xfrm>
            <a:off x="1713408" y="4227737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0" name="Google Shape;2180;p40"/>
          <p:cNvCxnSpPr/>
          <p:nvPr/>
        </p:nvCxnSpPr>
        <p:spPr>
          <a:xfrm rot="10800000">
            <a:off x="1479234" y="4322841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181" name="Google Shape;2181;p40"/>
          <p:cNvCxnSpPr/>
          <p:nvPr/>
        </p:nvCxnSpPr>
        <p:spPr>
          <a:xfrm rot="10800000">
            <a:off x="1716554" y="4322841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182" name="Google Shape;2182;p40"/>
          <p:cNvSpPr txBox="1"/>
          <p:nvPr/>
        </p:nvSpPr>
        <p:spPr>
          <a:xfrm>
            <a:off x="1623826" y="444078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CO.WD</a:t>
            </a:r>
            <a:endParaRPr/>
          </a:p>
        </p:txBody>
      </p:sp>
      <p:sp>
        <p:nvSpPr>
          <p:cNvPr id="2183" name="Google Shape;2183;p40"/>
          <p:cNvSpPr txBox="1"/>
          <p:nvPr/>
        </p:nvSpPr>
        <p:spPr>
          <a:xfrm>
            <a:off x="925604" y="423050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CO.AD</a:t>
            </a:r>
            <a:endParaRPr/>
          </a:p>
        </p:txBody>
      </p:sp>
      <p:sp>
        <p:nvSpPr>
          <p:cNvPr id="2184" name="Google Shape;2184;p40"/>
          <p:cNvSpPr/>
          <p:nvPr/>
        </p:nvSpPr>
        <p:spPr>
          <a:xfrm>
            <a:off x="1713408" y="1391602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5" name="Google Shape;2185;p40"/>
          <p:cNvCxnSpPr/>
          <p:nvPr/>
        </p:nvCxnSpPr>
        <p:spPr>
          <a:xfrm rot="10800000">
            <a:off x="1478810" y="1486706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186" name="Google Shape;2186;p40"/>
          <p:cNvCxnSpPr/>
          <p:nvPr/>
        </p:nvCxnSpPr>
        <p:spPr>
          <a:xfrm rot="10800000">
            <a:off x="1716554" y="1486706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187" name="Google Shape;2187;p40"/>
          <p:cNvSpPr txBox="1"/>
          <p:nvPr/>
        </p:nvSpPr>
        <p:spPr>
          <a:xfrm>
            <a:off x="1623402" y="160556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CO.WD</a:t>
            </a:r>
            <a:endParaRPr/>
          </a:p>
        </p:txBody>
      </p:sp>
      <p:sp>
        <p:nvSpPr>
          <p:cNvPr id="2188" name="Google Shape;2188;p40"/>
          <p:cNvSpPr txBox="1"/>
          <p:nvPr/>
        </p:nvSpPr>
        <p:spPr>
          <a:xfrm>
            <a:off x="925180" y="139437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CO.AD</a:t>
            </a:r>
            <a:endParaRPr/>
          </a:p>
        </p:txBody>
      </p:sp>
      <p:sp>
        <p:nvSpPr>
          <p:cNvPr id="2189" name="Google Shape;2189;p40"/>
          <p:cNvSpPr txBox="1"/>
          <p:nvPr/>
        </p:nvSpPr>
        <p:spPr>
          <a:xfrm>
            <a:off x="672663" y="666687"/>
            <a:ext cx="12198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2190" name="Google Shape;2190;p40"/>
          <p:cNvSpPr txBox="1"/>
          <p:nvPr/>
        </p:nvSpPr>
        <p:spPr>
          <a:xfrm>
            <a:off x="-1" y="7376"/>
            <a:ext cx="56397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Cat-4: Contact and Poly related</a:t>
            </a:r>
            <a:endParaRPr/>
          </a:p>
        </p:txBody>
      </p:sp>
      <p:sp>
        <p:nvSpPr>
          <p:cNvPr id="2191" name="Google Shape;2191;p40"/>
          <p:cNvSpPr txBox="1"/>
          <p:nvPr/>
        </p:nvSpPr>
        <p:spPr>
          <a:xfrm>
            <a:off x="1236135" y="4024037"/>
            <a:ext cx="113454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CO(D)</a:t>
            </a:r>
            <a:endParaRPr/>
          </a:p>
        </p:txBody>
      </p:sp>
      <p:sp>
        <p:nvSpPr>
          <p:cNvPr id="2192" name="Google Shape;2192;p40"/>
          <p:cNvSpPr txBox="1"/>
          <p:nvPr/>
        </p:nvSpPr>
        <p:spPr>
          <a:xfrm>
            <a:off x="7877515" y="5357181"/>
            <a:ext cx="3596585" cy="12003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   ：GC/GR (all Poly)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BG   ：AP/AN for MOS Back-gate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CO(M)：CO on PMOS/NMOS source/drain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CO(B)：CO on BG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CO(D)：CO on AP(D)/AN(D)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CO(L)：CO(Area&gt;=1.5um</a:t>
            </a:r>
            <a:r>
              <a:rPr baseline="30000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</p:txBody>
      </p:sp>
      <p:cxnSp>
        <p:nvCxnSpPr>
          <p:cNvPr id="2193" name="Google Shape;2193;p40"/>
          <p:cNvCxnSpPr/>
          <p:nvPr/>
        </p:nvCxnSpPr>
        <p:spPr>
          <a:xfrm>
            <a:off x="4240030" y="2505452"/>
            <a:ext cx="0" cy="31634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194" name="Google Shape;2194;p40"/>
          <p:cNvSpPr txBox="1"/>
          <p:nvPr/>
        </p:nvSpPr>
        <p:spPr>
          <a:xfrm>
            <a:off x="4248296" y="2595230"/>
            <a:ext cx="1076164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CO.SM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195" name="Google Shape;2195;p40"/>
          <p:cNvCxnSpPr/>
          <p:nvPr/>
        </p:nvCxnSpPr>
        <p:spPr>
          <a:xfrm>
            <a:off x="4240030" y="3996620"/>
            <a:ext cx="0" cy="28805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196" name="Google Shape;2196;p40"/>
          <p:cNvSpPr txBox="1"/>
          <p:nvPr/>
        </p:nvSpPr>
        <p:spPr>
          <a:xfrm>
            <a:off x="4322929" y="4002978"/>
            <a:ext cx="1023846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CO.SM</a:t>
            </a:r>
            <a:endParaRPr/>
          </a:p>
        </p:txBody>
      </p:sp>
      <p:sp>
        <p:nvSpPr>
          <p:cNvPr id="2197" name="Google Shape;2197;p40"/>
          <p:cNvSpPr/>
          <p:nvPr/>
        </p:nvSpPr>
        <p:spPr>
          <a:xfrm>
            <a:off x="1798212" y="3497116"/>
            <a:ext cx="284298" cy="30042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8" name="Google Shape;2198;p40"/>
          <p:cNvSpPr txBox="1"/>
          <p:nvPr/>
        </p:nvSpPr>
        <p:spPr>
          <a:xfrm>
            <a:off x="1275520" y="369709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CO(L)</a:t>
            </a:r>
            <a:endParaRPr/>
          </a:p>
        </p:txBody>
      </p:sp>
      <p:sp>
        <p:nvSpPr>
          <p:cNvPr id="2199" name="Google Shape;2199;p40"/>
          <p:cNvSpPr txBox="1"/>
          <p:nvPr/>
        </p:nvSpPr>
        <p:spPr>
          <a:xfrm flipH="1">
            <a:off x="1844837" y="3473124"/>
            <a:ext cx="2740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✕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200" name="Google Shape;2200;p40"/>
          <p:cNvGrpSpPr/>
          <p:nvPr/>
        </p:nvGrpSpPr>
        <p:grpSpPr>
          <a:xfrm>
            <a:off x="6391708" y="3734723"/>
            <a:ext cx="998382" cy="2037615"/>
            <a:chOff x="6269957" y="3599188"/>
            <a:chExt cx="998382" cy="2037615"/>
          </a:xfrm>
        </p:grpSpPr>
        <p:sp>
          <p:nvSpPr>
            <p:cNvPr id="2201" name="Google Shape;2201;p40"/>
            <p:cNvSpPr/>
            <p:nvPr/>
          </p:nvSpPr>
          <p:spPr>
            <a:xfrm rot="-5400000">
              <a:off x="6008496" y="4391344"/>
              <a:ext cx="2037615" cy="453303"/>
            </a:xfrm>
            <a:prstGeom prst="rect">
              <a:avLst/>
            </a:prstGeom>
            <a:solidFill>
              <a:srgbClr val="BF4F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202" name="Google Shape;2202;p40"/>
            <p:cNvSpPr txBox="1"/>
            <p:nvPr/>
          </p:nvSpPr>
          <p:spPr>
            <a:xfrm>
              <a:off x="6269957" y="3662814"/>
              <a:ext cx="66889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JP" sz="160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GR</a:t>
              </a:r>
              <a:endParaRPr sz="16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203" name="Google Shape;2203;p40"/>
            <p:cNvSpPr/>
            <p:nvPr/>
          </p:nvSpPr>
          <p:spPr>
            <a:xfrm>
              <a:off x="6938856" y="3730641"/>
              <a:ext cx="203200" cy="21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04" name="Google Shape;2204;p40"/>
            <p:cNvSpPr/>
            <p:nvPr/>
          </p:nvSpPr>
          <p:spPr>
            <a:xfrm>
              <a:off x="6942152" y="5319687"/>
              <a:ext cx="203200" cy="21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05" name="Google Shape;2205;p40"/>
            <p:cNvSpPr/>
            <p:nvPr/>
          </p:nvSpPr>
          <p:spPr>
            <a:xfrm>
              <a:off x="6800652" y="4022287"/>
              <a:ext cx="467687" cy="119618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6" name="Google Shape;2206;p40"/>
          <p:cNvGrpSpPr/>
          <p:nvPr/>
        </p:nvGrpSpPr>
        <p:grpSpPr>
          <a:xfrm>
            <a:off x="6809276" y="2410419"/>
            <a:ext cx="668899" cy="878717"/>
            <a:chOff x="6809276" y="2410419"/>
            <a:chExt cx="668899" cy="878717"/>
          </a:xfrm>
        </p:grpSpPr>
        <p:sp>
          <p:nvSpPr>
            <p:cNvPr id="2207" name="Google Shape;2207;p40"/>
            <p:cNvSpPr/>
            <p:nvPr/>
          </p:nvSpPr>
          <p:spPr>
            <a:xfrm rot="-5400000">
              <a:off x="6708150" y="2623126"/>
              <a:ext cx="878717" cy="45330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208" name="Google Shape;2208;p40"/>
            <p:cNvSpPr txBox="1"/>
            <p:nvPr/>
          </p:nvSpPr>
          <p:spPr>
            <a:xfrm>
              <a:off x="6809276" y="2687563"/>
              <a:ext cx="66889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JP" sz="160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GC</a:t>
              </a:r>
              <a:endParaRPr/>
            </a:p>
          </p:txBody>
        </p:sp>
      </p:grpSp>
      <p:cxnSp>
        <p:nvCxnSpPr>
          <p:cNvPr id="2209" name="Google Shape;2209;p40"/>
          <p:cNvCxnSpPr>
            <a:stCxn id="2207" idx="1"/>
            <a:endCxn id="2201" idx="3"/>
          </p:cNvCxnSpPr>
          <p:nvPr/>
        </p:nvCxnSpPr>
        <p:spPr>
          <a:xfrm>
            <a:off x="7147509" y="3289136"/>
            <a:ext cx="1500" cy="445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210" name="Google Shape;2210;p40"/>
          <p:cNvSpPr txBox="1"/>
          <p:nvPr/>
        </p:nvSpPr>
        <p:spPr>
          <a:xfrm>
            <a:off x="7169032" y="343398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GC.GR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211" name="Google Shape;2211;p40"/>
          <p:cNvCxnSpPr/>
          <p:nvPr/>
        </p:nvCxnSpPr>
        <p:spPr>
          <a:xfrm>
            <a:off x="4433709" y="5611837"/>
            <a:ext cx="0" cy="49611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212" name="Google Shape;2212;p40"/>
          <p:cNvSpPr txBox="1"/>
          <p:nvPr/>
        </p:nvSpPr>
        <p:spPr>
          <a:xfrm>
            <a:off x="4371976" y="5771834"/>
            <a:ext cx="633175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GA.AN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213" name="Google Shape;2213;p40"/>
          <p:cNvGrpSpPr/>
          <p:nvPr/>
        </p:nvGrpSpPr>
        <p:grpSpPr>
          <a:xfrm>
            <a:off x="4266052" y="6072887"/>
            <a:ext cx="2292091" cy="446215"/>
            <a:chOff x="4266054" y="6072892"/>
            <a:chExt cx="2570908" cy="467687"/>
          </a:xfrm>
        </p:grpSpPr>
        <p:sp>
          <p:nvSpPr>
            <p:cNvPr id="2214" name="Google Shape;2214;p40"/>
            <p:cNvSpPr/>
            <p:nvPr/>
          </p:nvSpPr>
          <p:spPr>
            <a:xfrm rot="10800000">
              <a:off x="4266054" y="6087276"/>
              <a:ext cx="2037615" cy="453303"/>
            </a:xfrm>
            <a:prstGeom prst="rect">
              <a:avLst/>
            </a:prstGeom>
            <a:solidFill>
              <a:srgbClr val="BF4F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215" name="Google Shape;2215;p40"/>
            <p:cNvSpPr txBox="1"/>
            <p:nvPr/>
          </p:nvSpPr>
          <p:spPr>
            <a:xfrm>
              <a:off x="6168065" y="6140305"/>
              <a:ext cx="668897" cy="322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JP" sz="140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GR</a:t>
              </a:r>
              <a:endParaRPr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216" name="Google Shape;2216;p40"/>
            <p:cNvSpPr/>
            <p:nvPr/>
          </p:nvSpPr>
          <p:spPr>
            <a:xfrm rot="-5400000">
              <a:off x="4403857" y="6192825"/>
              <a:ext cx="203200" cy="21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17" name="Google Shape;2217;p40"/>
            <p:cNvSpPr/>
            <p:nvPr/>
          </p:nvSpPr>
          <p:spPr>
            <a:xfrm rot="-5400000">
              <a:off x="5992903" y="6189529"/>
              <a:ext cx="203200" cy="21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18" name="Google Shape;2218;p40"/>
            <p:cNvSpPr/>
            <p:nvPr/>
          </p:nvSpPr>
          <p:spPr>
            <a:xfrm rot="-5400000">
              <a:off x="5053402" y="5708643"/>
              <a:ext cx="467687" cy="119618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219" name="Google Shape;2219;p40"/>
          <p:cNvCxnSpPr/>
          <p:nvPr/>
        </p:nvCxnSpPr>
        <p:spPr>
          <a:xfrm>
            <a:off x="5724127" y="5591157"/>
            <a:ext cx="0" cy="49611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220" name="Google Shape;2220;p40"/>
          <p:cNvSpPr txBox="1"/>
          <p:nvPr/>
        </p:nvSpPr>
        <p:spPr>
          <a:xfrm>
            <a:off x="5686728" y="5693871"/>
            <a:ext cx="6331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GA.AP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GA.BG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221" name="Google Shape;2221;p40"/>
          <p:cNvGrpSpPr/>
          <p:nvPr/>
        </p:nvGrpSpPr>
        <p:grpSpPr>
          <a:xfrm>
            <a:off x="4142217" y="548008"/>
            <a:ext cx="2243512" cy="446215"/>
            <a:chOff x="4266054" y="6072892"/>
            <a:chExt cx="2516419" cy="467687"/>
          </a:xfrm>
        </p:grpSpPr>
        <p:sp>
          <p:nvSpPr>
            <p:cNvPr id="2222" name="Google Shape;2222;p40"/>
            <p:cNvSpPr/>
            <p:nvPr/>
          </p:nvSpPr>
          <p:spPr>
            <a:xfrm rot="10800000">
              <a:off x="4266054" y="6087276"/>
              <a:ext cx="2037615" cy="453303"/>
            </a:xfrm>
            <a:prstGeom prst="rect">
              <a:avLst/>
            </a:prstGeom>
            <a:solidFill>
              <a:srgbClr val="BF4F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223" name="Google Shape;2223;p40"/>
            <p:cNvSpPr txBox="1"/>
            <p:nvPr/>
          </p:nvSpPr>
          <p:spPr>
            <a:xfrm>
              <a:off x="6202454" y="6158746"/>
              <a:ext cx="580019" cy="3225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JP" sz="1400">
                  <a:solidFill>
                    <a:schemeClr val="dk1"/>
                  </a:solidFill>
                  <a:latin typeface="Meiryo"/>
                  <a:ea typeface="Meiryo"/>
                  <a:cs typeface="Meiryo"/>
                  <a:sym typeface="Meiryo"/>
                </a:rPr>
                <a:t>GR</a:t>
              </a:r>
              <a:endParaRPr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224" name="Google Shape;2224;p40"/>
            <p:cNvSpPr/>
            <p:nvPr/>
          </p:nvSpPr>
          <p:spPr>
            <a:xfrm rot="-5400000">
              <a:off x="4403857" y="6192825"/>
              <a:ext cx="203200" cy="21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25" name="Google Shape;2225;p40"/>
            <p:cNvSpPr/>
            <p:nvPr/>
          </p:nvSpPr>
          <p:spPr>
            <a:xfrm rot="-5400000">
              <a:off x="5992903" y="6189529"/>
              <a:ext cx="203200" cy="215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26" name="Google Shape;2226;p40"/>
            <p:cNvSpPr/>
            <p:nvPr/>
          </p:nvSpPr>
          <p:spPr>
            <a:xfrm rot="-5400000">
              <a:off x="5053402" y="5708643"/>
              <a:ext cx="467687" cy="119618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227" name="Google Shape;2227;p40"/>
          <p:cNvCxnSpPr/>
          <p:nvPr/>
        </p:nvCxnSpPr>
        <p:spPr>
          <a:xfrm>
            <a:off x="4355656" y="980614"/>
            <a:ext cx="0" cy="194087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228" name="Google Shape;2228;p40"/>
          <p:cNvSpPr txBox="1"/>
          <p:nvPr/>
        </p:nvSpPr>
        <p:spPr>
          <a:xfrm>
            <a:off x="4312331" y="991571"/>
            <a:ext cx="633175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GA.AP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229" name="Google Shape;2229;p40"/>
          <p:cNvCxnSpPr/>
          <p:nvPr/>
        </p:nvCxnSpPr>
        <p:spPr>
          <a:xfrm>
            <a:off x="5641480" y="991571"/>
            <a:ext cx="0" cy="20072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230" name="Google Shape;2230;p40"/>
          <p:cNvSpPr txBox="1"/>
          <p:nvPr/>
        </p:nvSpPr>
        <p:spPr>
          <a:xfrm>
            <a:off x="5679178" y="1007627"/>
            <a:ext cx="1034792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GA.AN/GA.BG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231" name="Google Shape;2231;p40"/>
          <p:cNvCxnSpPr/>
          <p:nvPr/>
        </p:nvCxnSpPr>
        <p:spPr>
          <a:xfrm flipH="1">
            <a:off x="5214860" y="2826024"/>
            <a:ext cx="180977" cy="31780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232" name="Google Shape;2232;p40"/>
          <p:cNvSpPr txBox="1"/>
          <p:nvPr/>
        </p:nvSpPr>
        <p:spPr>
          <a:xfrm>
            <a:off x="5246139" y="2873258"/>
            <a:ext cx="7270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GA.AN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GA.BG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33" name="Google Shape;2233;p40"/>
          <p:cNvSpPr txBox="1"/>
          <p:nvPr/>
        </p:nvSpPr>
        <p:spPr>
          <a:xfrm>
            <a:off x="5306787" y="3689614"/>
            <a:ext cx="7270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GA.AP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GA.BG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234" name="Google Shape;2234;p40"/>
          <p:cNvCxnSpPr/>
          <p:nvPr/>
        </p:nvCxnSpPr>
        <p:spPr>
          <a:xfrm rot="10800000">
            <a:off x="5223743" y="3654136"/>
            <a:ext cx="172094" cy="36990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235" name="Google Shape;2235;p40"/>
          <p:cNvSpPr/>
          <p:nvPr/>
        </p:nvSpPr>
        <p:spPr>
          <a:xfrm>
            <a:off x="7066246" y="2473418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6" name="Google Shape;2236;p40"/>
          <p:cNvSpPr/>
          <p:nvPr/>
        </p:nvSpPr>
        <p:spPr>
          <a:xfrm>
            <a:off x="2503683" y="332172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7" name="Google Shape;2237;p40"/>
          <p:cNvSpPr txBox="1"/>
          <p:nvPr/>
        </p:nvSpPr>
        <p:spPr>
          <a:xfrm>
            <a:off x="2701580" y="3322846"/>
            <a:ext cx="621030" cy="184666"/>
          </a:xfrm>
          <a:prstGeom prst="rect">
            <a:avLst/>
          </a:prstGeom>
          <a:solidFill>
            <a:srgbClr val="D9D9D9">
              <a:alpha val="47059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GA.CO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238" name="Google Shape;223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1763" y="389643"/>
            <a:ext cx="4226451" cy="4828026"/>
          </a:xfrm>
          <a:prstGeom prst="rect">
            <a:avLst/>
          </a:prstGeom>
          <a:noFill/>
          <a:ln>
            <a:noFill/>
          </a:ln>
        </p:spPr>
      </p:pic>
      <p:sp>
        <p:nvSpPr>
          <p:cNvPr id="2239" name="Google Shape;2239;p40"/>
          <p:cNvSpPr txBox="1"/>
          <p:nvPr/>
        </p:nvSpPr>
        <p:spPr>
          <a:xfrm>
            <a:off x="5608007" y="1737665"/>
            <a:ext cx="99050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CO(B)</a:t>
            </a:r>
            <a:endParaRPr/>
          </a:p>
        </p:txBody>
      </p:sp>
      <p:sp>
        <p:nvSpPr>
          <p:cNvPr id="2240" name="Google Shape;2240;p40"/>
          <p:cNvSpPr txBox="1"/>
          <p:nvPr/>
        </p:nvSpPr>
        <p:spPr>
          <a:xfrm>
            <a:off x="5585889" y="4289739"/>
            <a:ext cx="990502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CO(B)</a:t>
            </a:r>
            <a:endParaRPr/>
          </a:p>
        </p:txBody>
      </p:sp>
      <p:sp>
        <p:nvSpPr>
          <p:cNvPr id="2241" name="Google Shape;2241;p40"/>
          <p:cNvSpPr/>
          <p:nvPr/>
        </p:nvSpPr>
        <p:spPr>
          <a:xfrm>
            <a:off x="1607722" y="6212590"/>
            <a:ext cx="284298" cy="30042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2" name="Google Shape;2242;p40"/>
          <p:cNvSpPr txBox="1"/>
          <p:nvPr/>
        </p:nvSpPr>
        <p:spPr>
          <a:xfrm>
            <a:off x="1045143" y="625742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CO(L)</a:t>
            </a:r>
            <a:endParaRPr/>
          </a:p>
        </p:txBody>
      </p:sp>
      <p:sp>
        <p:nvSpPr>
          <p:cNvPr id="2243" name="Google Shape;2243;p40"/>
          <p:cNvSpPr/>
          <p:nvPr/>
        </p:nvSpPr>
        <p:spPr>
          <a:xfrm>
            <a:off x="2131091" y="6267696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4" name="Google Shape;2244;p40"/>
          <p:cNvCxnSpPr/>
          <p:nvPr/>
        </p:nvCxnSpPr>
        <p:spPr>
          <a:xfrm rot="10800000">
            <a:off x="1894505" y="6349760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245" name="Google Shape;2245;p40"/>
          <p:cNvSpPr txBox="1"/>
          <p:nvPr/>
        </p:nvSpPr>
        <p:spPr>
          <a:xfrm>
            <a:off x="2283168" y="6267696"/>
            <a:ext cx="418412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</a:t>
            </a:r>
            <a:endParaRPr/>
          </a:p>
        </p:txBody>
      </p:sp>
      <p:sp>
        <p:nvSpPr>
          <p:cNvPr id="2246" name="Google Shape;2246;p40"/>
          <p:cNvSpPr txBox="1"/>
          <p:nvPr/>
        </p:nvSpPr>
        <p:spPr>
          <a:xfrm flipH="1">
            <a:off x="1845303" y="6076255"/>
            <a:ext cx="611277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CO.CL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47" name="Google Shape;2247;p40"/>
          <p:cNvSpPr txBox="1"/>
          <p:nvPr/>
        </p:nvSpPr>
        <p:spPr>
          <a:xfrm>
            <a:off x="3552915" y="654796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CO(L)</a:t>
            </a:r>
            <a:endParaRPr/>
          </a:p>
        </p:txBody>
      </p:sp>
      <p:sp>
        <p:nvSpPr>
          <p:cNvPr id="2248" name="Google Shape;2248;p40"/>
          <p:cNvSpPr txBox="1"/>
          <p:nvPr/>
        </p:nvSpPr>
        <p:spPr>
          <a:xfrm flipH="1">
            <a:off x="4159611" y="6370935"/>
            <a:ext cx="2740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✕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49" name="Google Shape;2249;p40"/>
          <p:cNvSpPr/>
          <p:nvPr/>
        </p:nvSpPr>
        <p:spPr>
          <a:xfrm>
            <a:off x="4111942" y="6407300"/>
            <a:ext cx="284298" cy="30042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0" name="Google Shape;2250;p40"/>
          <p:cNvSpPr txBox="1"/>
          <p:nvPr/>
        </p:nvSpPr>
        <p:spPr>
          <a:xfrm>
            <a:off x="1182377" y="35055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CL.GC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51" name="Google Shape;2251;p40"/>
          <p:cNvSpPr txBox="1"/>
          <p:nvPr/>
        </p:nvSpPr>
        <p:spPr>
          <a:xfrm>
            <a:off x="3533654" y="633446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CL.GC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52" name="Google Shape;2252;p40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7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Google Shape;2258;p41"/>
          <p:cNvSpPr/>
          <p:nvPr/>
        </p:nvSpPr>
        <p:spPr>
          <a:xfrm>
            <a:off x="1473910" y="3899640"/>
            <a:ext cx="2340000" cy="234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59" name="Google Shape;2259;p41"/>
          <p:cNvSpPr/>
          <p:nvPr/>
        </p:nvSpPr>
        <p:spPr>
          <a:xfrm rot="-5400000">
            <a:off x="1880418" y="4349640"/>
            <a:ext cx="1440000" cy="14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60" name="Google Shape;2260;p41"/>
          <p:cNvSpPr/>
          <p:nvPr/>
        </p:nvSpPr>
        <p:spPr>
          <a:xfrm rot="-5400000">
            <a:off x="1031931" y="999469"/>
            <a:ext cx="1980000" cy="198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61" name="Google Shape;2261;p41"/>
          <p:cNvSpPr/>
          <p:nvPr/>
        </p:nvSpPr>
        <p:spPr>
          <a:xfrm rot="-5400000">
            <a:off x="1301931" y="1269469"/>
            <a:ext cx="1440000" cy="14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62" name="Google Shape;2262;p41"/>
          <p:cNvSpPr/>
          <p:nvPr/>
        </p:nvSpPr>
        <p:spPr>
          <a:xfrm>
            <a:off x="1481931" y="1449469"/>
            <a:ext cx="1080000" cy="108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63" name="Google Shape;2263;p41"/>
          <p:cNvSpPr txBox="1"/>
          <p:nvPr/>
        </p:nvSpPr>
        <p:spPr>
          <a:xfrm>
            <a:off x="695347" y="629122"/>
            <a:ext cx="12198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WN(R)</a:t>
            </a:r>
            <a:endParaRPr/>
          </a:p>
        </p:txBody>
      </p:sp>
      <p:sp>
        <p:nvSpPr>
          <p:cNvPr id="2264" name="Google Shape;2264;p41"/>
          <p:cNvSpPr txBox="1"/>
          <p:nvPr/>
        </p:nvSpPr>
        <p:spPr>
          <a:xfrm>
            <a:off x="1424159" y="145601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sp>
        <p:nvSpPr>
          <p:cNvPr id="2265" name="Google Shape;2265;p41"/>
          <p:cNvSpPr/>
          <p:nvPr/>
        </p:nvSpPr>
        <p:spPr>
          <a:xfrm>
            <a:off x="660267" y="3709912"/>
            <a:ext cx="3577845" cy="2675463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6" name="Google Shape;2266;p41"/>
          <p:cNvSpPr/>
          <p:nvPr/>
        </p:nvSpPr>
        <p:spPr>
          <a:xfrm>
            <a:off x="2060418" y="4529640"/>
            <a:ext cx="1080000" cy="108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67" name="Google Shape;2267;p41"/>
          <p:cNvSpPr txBox="1"/>
          <p:nvPr/>
        </p:nvSpPr>
        <p:spPr>
          <a:xfrm>
            <a:off x="675457" y="3770151"/>
            <a:ext cx="60992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(C)</a:t>
            </a:r>
            <a:endParaRPr/>
          </a:p>
        </p:txBody>
      </p:sp>
      <p:sp>
        <p:nvSpPr>
          <p:cNvPr id="2268" name="Google Shape;2268;p41"/>
          <p:cNvSpPr txBox="1"/>
          <p:nvPr/>
        </p:nvSpPr>
        <p:spPr>
          <a:xfrm>
            <a:off x="2086606" y="4601632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2269" name="Google Shape;2269;p41"/>
          <p:cNvSpPr/>
          <p:nvPr/>
        </p:nvSpPr>
        <p:spPr>
          <a:xfrm>
            <a:off x="3396898" y="1438767"/>
            <a:ext cx="540000" cy="110140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70" name="Google Shape;2270;p41"/>
          <p:cNvSpPr txBox="1"/>
          <p:nvPr/>
        </p:nvSpPr>
        <p:spPr>
          <a:xfrm>
            <a:off x="3405540" y="1496099"/>
            <a:ext cx="510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2271" name="Google Shape;2271;p41"/>
          <p:cNvCxnSpPr/>
          <p:nvPr/>
        </p:nvCxnSpPr>
        <p:spPr>
          <a:xfrm>
            <a:off x="3026946" y="1526078"/>
            <a:ext cx="384967" cy="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272" name="Google Shape;2272;p41"/>
          <p:cNvSpPr txBox="1"/>
          <p:nvPr/>
        </p:nvSpPr>
        <p:spPr>
          <a:xfrm>
            <a:off x="3056003" y="126263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GC.AN</a:t>
            </a:r>
            <a:endParaRPr/>
          </a:p>
        </p:txBody>
      </p:sp>
      <p:cxnSp>
        <p:nvCxnSpPr>
          <p:cNvPr id="2273" name="Google Shape;2273;p41"/>
          <p:cNvCxnSpPr/>
          <p:nvPr/>
        </p:nvCxnSpPr>
        <p:spPr>
          <a:xfrm>
            <a:off x="2561931" y="1783094"/>
            <a:ext cx="18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274" name="Google Shape;2274;p41"/>
          <p:cNvSpPr txBox="1"/>
          <p:nvPr/>
        </p:nvSpPr>
        <p:spPr>
          <a:xfrm>
            <a:off x="2401981" y="154936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AR.GC</a:t>
            </a:r>
            <a:endParaRPr/>
          </a:p>
        </p:txBody>
      </p:sp>
      <p:cxnSp>
        <p:nvCxnSpPr>
          <p:cNvPr id="2275" name="Google Shape;2275;p41"/>
          <p:cNvCxnSpPr>
            <a:stCxn id="2261" idx="3"/>
            <a:endCxn id="2260" idx="3"/>
          </p:cNvCxnSpPr>
          <p:nvPr/>
        </p:nvCxnSpPr>
        <p:spPr>
          <a:xfrm rot="10800000">
            <a:off x="2021931" y="999469"/>
            <a:ext cx="0" cy="270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276" name="Google Shape;2276;p41"/>
          <p:cNvSpPr txBox="1"/>
          <p:nvPr/>
        </p:nvSpPr>
        <p:spPr>
          <a:xfrm>
            <a:off x="1775928" y="81143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AR.PW</a:t>
            </a:r>
            <a:endParaRPr/>
          </a:p>
        </p:txBody>
      </p:sp>
      <p:sp>
        <p:nvSpPr>
          <p:cNvPr id="2277" name="Google Shape;2277;p41"/>
          <p:cNvSpPr/>
          <p:nvPr/>
        </p:nvSpPr>
        <p:spPr>
          <a:xfrm>
            <a:off x="3478210" y="5239317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8" name="Google Shape;2278;p41"/>
          <p:cNvSpPr txBox="1"/>
          <p:nvPr/>
        </p:nvSpPr>
        <p:spPr>
          <a:xfrm>
            <a:off x="3209319" y="4009784"/>
            <a:ext cx="50269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2279" name="Google Shape;2279;p41"/>
          <p:cNvSpPr/>
          <p:nvPr/>
        </p:nvSpPr>
        <p:spPr>
          <a:xfrm>
            <a:off x="3477490" y="4685205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0" name="Google Shape;2280;p41"/>
          <p:cNvCxnSpPr/>
          <p:nvPr/>
        </p:nvCxnSpPr>
        <p:spPr>
          <a:xfrm rot="10800000">
            <a:off x="3652638" y="4778076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281" name="Google Shape;2281;p41"/>
          <p:cNvSpPr txBox="1"/>
          <p:nvPr/>
        </p:nvSpPr>
        <p:spPr>
          <a:xfrm>
            <a:off x="3548153" y="447177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CC.AN</a:t>
            </a:r>
            <a:endParaRPr/>
          </a:p>
        </p:txBody>
      </p:sp>
      <p:cxnSp>
        <p:nvCxnSpPr>
          <p:cNvPr id="2282" name="Google Shape;2282;p41"/>
          <p:cNvCxnSpPr/>
          <p:nvPr/>
        </p:nvCxnSpPr>
        <p:spPr>
          <a:xfrm rot="10800000">
            <a:off x="3478930" y="5330517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283" name="Google Shape;2283;p41"/>
          <p:cNvSpPr txBox="1"/>
          <p:nvPr/>
        </p:nvSpPr>
        <p:spPr>
          <a:xfrm>
            <a:off x="3509613" y="541682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CC.W1</a:t>
            </a:r>
            <a:endParaRPr/>
          </a:p>
        </p:txBody>
      </p:sp>
      <p:cxnSp>
        <p:nvCxnSpPr>
          <p:cNvPr id="2284" name="Google Shape;2284;p41"/>
          <p:cNvCxnSpPr/>
          <p:nvPr/>
        </p:nvCxnSpPr>
        <p:spPr>
          <a:xfrm>
            <a:off x="3574771" y="4882943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285" name="Google Shape;2285;p41"/>
          <p:cNvSpPr txBox="1"/>
          <p:nvPr/>
        </p:nvSpPr>
        <p:spPr>
          <a:xfrm>
            <a:off x="2825016" y="501121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CO.SC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86" name="Google Shape;2286;p41"/>
          <p:cNvSpPr/>
          <p:nvPr/>
        </p:nvSpPr>
        <p:spPr>
          <a:xfrm>
            <a:off x="2786098" y="5196474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7" name="Google Shape;2287;p41"/>
          <p:cNvSpPr/>
          <p:nvPr/>
        </p:nvSpPr>
        <p:spPr>
          <a:xfrm>
            <a:off x="2785378" y="4642362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8" name="Google Shape;2288;p41"/>
          <p:cNvCxnSpPr/>
          <p:nvPr/>
        </p:nvCxnSpPr>
        <p:spPr>
          <a:xfrm rot="10800000">
            <a:off x="2959790" y="4732681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289" name="Google Shape;2289;p41"/>
          <p:cNvCxnSpPr/>
          <p:nvPr/>
        </p:nvCxnSpPr>
        <p:spPr>
          <a:xfrm rot="10800000">
            <a:off x="2786818" y="5287674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290" name="Google Shape;2290;p41"/>
          <p:cNvSpPr txBox="1"/>
          <p:nvPr/>
        </p:nvSpPr>
        <p:spPr>
          <a:xfrm>
            <a:off x="2848171" y="537824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CC.W1</a:t>
            </a:r>
            <a:endParaRPr/>
          </a:p>
        </p:txBody>
      </p:sp>
      <p:cxnSp>
        <p:nvCxnSpPr>
          <p:cNvPr id="2291" name="Google Shape;2291;p41"/>
          <p:cNvCxnSpPr/>
          <p:nvPr/>
        </p:nvCxnSpPr>
        <p:spPr>
          <a:xfrm>
            <a:off x="2882659" y="4840100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292" name="Google Shape;2292;p41"/>
          <p:cNvSpPr txBox="1"/>
          <p:nvPr/>
        </p:nvSpPr>
        <p:spPr>
          <a:xfrm>
            <a:off x="2821882" y="487863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 strike="sng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CC.S1</a:t>
            </a:r>
            <a:endParaRPr/>
          </a:p>
        </p:txBody>
      </p:sp>
      <p:sp>
        <p:nvSpPr>
          <p:cNvPr id="2293" name="Google Shape;2293;p41"/>
          <p:cNvSpPr txBox="1"/>
          <p:nvPr/>
        </p:nvSpPr>
        <p:spPr>
          <a:xfrm>
            <a:off x="2850215" y="447177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CC.AC</a:t>
            </a:r>
            <a:endParaRPr/>
          </a:p>
        </p:txBody>
      </p:sp>
      <p:sp>
        <p:nvSpPr>
          <p:cNvPr id="2294" name="Google Shape;2294;p41"/>
          <p:cNvSpPr/>
          <p:nvPr/>
        </p:nvSpPr>
        <p:spPr>
          <a:xfrm>
            <a:off x="672663" y="540000"/>
            <a:ext cx="3565449" cy="2898938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5" name="Google Shape;2295;p41"/>
          <p:cNvSpPr txBox="1"/>
          <p:nvPr/>
        </p:nvSpPr>
        <p:spPr>
          <a:xfrm>
            <a:off x="1959263" y="1023197"/>
            <a:ext cx="113454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GC(R)</a:t>
            </a:r>
            <a:endParaRPr/>
          </a:p>
        </p:txBody>
      </p:sp>
      <p:sp>
        <p:nvSpPr>
          <p:cNvPr id="2296" name="Google Shape;2296;p41"/>
          <p:cNvSpPr/>
          <p:nvPr/>
        </p:nvSpPr>
        <p:spPr>
          <a:xfrm rot="-5400000">
            <a:off x="3870075" y="1556724"/>
            <a:ext cx="2898925" cy="865472"/>
          </a:xfrm>
          <a:prstGeom prst="rect">
            <a:avLst/>
          </a:prstGeom>
          <a:solidFill>
            <a:srgbClr val="BF4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97" name="Google Shape;2297;p41"/>
          <p:cNvSpPr/>
          <p:nvPr/>
        </p:nvSpPr>
        <p:spPr>
          <a:xfrm rot="-5400000">
            <a:off x="5319553" y="1646513"/>
            <a:ext cx="2898925" cy="679151"/>
          </a:xfrm>
          <a:prstGeom prst="rect">
            <a:avLst/>
          </a:prstGeom>
          <a:solidFill>
            <a:srgbClr val="BF4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98" name="Google Shape;2298;p41"/>
          <p:cNvSpPr txBox="1"/>
          <p:nvPr/>
        </p:nvSpPr>
        <p:spPr>
          <a:xfrm>
            <a:off x="4304708" y="612285"/>
            <a:ext cx="6688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GR</a:t>
            </a:r>
            <a:endParaRPr sz="16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2299" name="Google Shape;2299;p41"/>
          <p:cNvCxnSpPr/>
          <p:nvPr/>
        </p:nvCxnSpPr>
        <p:spPr>
          <a:xfrm>
            <a:off x="4886801" y="1666306"/>
            <a:ext cx="87244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300" name="Google Shape;2300;p41"/>
          <p:cNvSpPr txBox="1"/>
          <p:nvPr/>
        </p:nvSpPr>
        <p:spPr>
          <a:xfrm>
            <a:off x="4923016" y="173178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GR.W1</a:t>
            </a:r>
            <a:endParaRPr/>
          </a:p>
        </p:txBody>
      </p:sp>
      <p:cxnSp>
        <p:nvCxnSpPr>
          <p:cNvPr id="2301" name="Google Shape;2301;p41"/>
          <p:cNvCxnSpPr/>
          <p:nvPr/>
        </p:nvCxnSpPr>
        <p:spPr>
          <a:xfrm>
            <a:off x="5752274" y="1666306"/>
            <a:ext cx="694392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302" name="Google Shape;2302;p41"/>
          <p:cNvSpPr txBox="1"/>
          <p:nvPr/>
        </p:nvSpPr>
        <p:spPr>
          <a:xfrm>
            <a:off x="5782003" y="173178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GR.S1</a:t>
            </a:r>
            <a:endParaRPr/>
          </a:p>
        </p:txBody>
      </p:sp>
      <p:sp>
        <p:nvSpPr>
          <p:cNvPr id="2303" name="Google Shape;2303;p41"/>
          <p:cNvSpPr txBox="1"/>
          <p:nvPr/>
        </p:nvSpPr>
        <p:spPr>
          <a:xfrm>
            <a:off x="5898745" y="600250"/>
            <a:ext cx="66889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GR</a:t>
            </a:r>
            <a:endParaRPr sz="16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304" name="Google Shape;2304;p41"/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Cat-5: Resistors(AR/GR) and Capacitor(AC) related</a:t>
            </a:r>
            <a:endParaRPr/>
          </a:p>
        </p:txBody>
      </p:sp>
      <p:sp>
        <p:nvSpPr>
          <p:cNvPr id="2305" name="Google Shape;2305;p41"/>
          <p:cNvSpPr/>
          <p:nvPr/>
        </p:nvSpPr>
        <p:spPr>
          <a:xfrm>
            <a:off x="4783707" y="3767739"/>
            <a:ext cx="1440000" cy="2230407"/>
          </a:xfrm>
          <a:prstGeom prst="snip2SameRect">
            <a:avLst>
              <a:gd fmla="val 23682" name="adj1"/>
              <a:gd fmla="val 0" name="adj2"/>
            </a:avLst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6" name="Google Shape;2306;p41"/>
          <p:cNvSpPr/>
          <p:nvPr/>
        </p:nvSpPr>
        <p:spPr>
          <a:xfrm>
            <a:off x="5215707" y="4318569"/>
            <a:ext cx="576000" cy="36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7" name="Google Shape;2307;p41"/>
          <p:cNvCxnSpPr/>
          <p:nvPr/>
        </p:nvCxnSpPr>
        <p:spPr>
          <a:xfrm>
            <a:off x="5789283" y="4480773"/>
            <a:ext cx="432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308" name="Google Shape;2308;p41"/>
          <p:cNvCxnSpPr/>
          <p:nvPr/>
        </p:nvCxnSpPr>
        <p:spPr>
          <a:xfrm>
            <a:off x="5863707" y="3767740"/>
            <a:ext cx="36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309" name="Google Shape;2309;p41"/>
          <p:cNvCxnSpPr/>
          <p:nvPr/>
        </p:nvCxnSpPr>
        <p:spPr>
          <a:xfrm>
            <a:off x="6223707" y="3767740"/>
            <a:ext cx="0" cy="35894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310" name="Google Shape;2310;p41"/>
          <p:cNvCxnSpPr/>
          <p:nvPr/>
        </p:nvCxnSpPr>
        <p:spPr>
          <a:xfrm>
            <a:off x="5518413" y="3767740"/>
            <a:ext cx="0" cy="54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311" name="Google Shape;2311;p41"/>
          <p:cNvCxnSpPr/>
          <p:nvPr/>
        </p:nvCxnSpPr>
        <p:spPr>
          <a:xfrm>
            <a:off x="5213283" y="4391891"/>
            <a:ext cx="576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312" name="Google Shape;2312;p41"/>
          <p:cNvCxnSpPr/>
          <p:nvPr/>
        </p:nvCxnSpPr>
        <p:spPr>
          <a:xfrm>
            <a:off x="5119002" y="4319629"/>
            <a:ext cx="0" cy="35894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313" name="Google Shape;2313;p41"/>
          <p:cNvSpPr txBox="1"/>
          <p:nvPr/>
        </p:nvSpPr>
        <p:spPr>
          <a:xfrm>
            <a:off x="4804677" y="5499401"/>
            <a:ext cx="8707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endParaRPr/>
          </a:p>
        </p:txBody>
      </p:sp>
      <p:sp>
        <p:nvSpPr>
          <p:cNvPr id="2314" name="Google Shape;2314;p41"/>
          <p:cNvSpPr txBox="1"/>
          <p:nvPr/>
        </p:nvSpPr>
        <p:spPr>
          <a:xfrm>
            <a:off x="6242537" y="385896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AR.XY</a:t>
            </a:r>
            <a:endParaRPr/>
          </a:p>
        </p:txBody>
      </p:sp>
      <p:sp>
        <p:nvSpPr>
          <p:cNvPr id="2315" name="Google Shape;2315;p41"/>
          <p:cNvSpPr txBox="1"/>
          <p:nvPr/>
        </p:nvSpPr>
        <p:spPr>
          <a:xfrm>
            <a:off x="4922748" y="371256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CR.AT</a:t>
            </a:r>
            <a:endParaRPr/>
          </a:p>
        </p:txBody>
      </p:sp>
      <p:sp>
        <p:nvSpPr>
          <p:cNvPr id="2316" name="Google Shape;2316;p41"/>
          <p:cNvSpPr txBox="1"/>
          <p:nvPr/>
        </p:nvSpPr>
        <p:spPr>
          <a:xfrm>
            <a:off x="4380691" y="439813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CR.W1</a:t>
            </a:r>
            <a:endParaRPr/>
          </a:p>
        </p:txBody>
      </p:sp>
      <p:sp>
        <p:nvSpPr>
          <p:cNvPr id="2317" name="Google Shape;2317;p41"/>
          <p:cNvSpPr txBox="1"/>
          <p:nvPr/>
        </p:nvSpPr>
        <p:spPr>
          <a:xfrm>
            <a:off x="6209200" y="432237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CR.ASN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18" name="Google Shape;2318;p41"/>
          <p:cNvSpPr txBox="1"/>
          <p:nvPr/>
        </p:nvSpPr>
        <p:spPr>
          <a:xfrm>
            <a:off x="5910768" y="351481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AR.XY</a:t>
            </a:r>
            <a:endParaRPr/>
          </a:p>
        </p:txBody>
      </p:sp>
      <p:sp>
        <p:nvSpPr>
          <p:cNvPr id="2319" name="Google Shape;2319;p41"/>
          <p:cNvSpPr txBox="1"/>
          <p:nvPr/>
        </p:nvSpPr>
        <p:spPr>
          <a:xfrm>
            <a:off x="5196575" y="439189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CR.W2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20" name="Google Shape;2320;p41"/>
          <p:cNvSpPr/>
          <p:nvPr/>
        </p:nvSpPr>
        <p:spPr>
          <a:xfrm>
            <a:off x="5049627" y="751904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321" name="Google Shape;2321;p41"/>
          <p:cNvSpPr/>
          <p:nvPr/>
        </p:nvSpPr>
        <p:spPr>
          <a:xfrm>
            <a:off x="6672540" y="743823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322" name="Google Shape;2322;p41"/>
          <p:cNvSpPr/>
          <p:nvPr/>
        </p:nvSpPr>
        <p:spPr>
          <a:xfrm>
            <a:off x="5049627" y="2999233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323" name="Google Shape;2323;p41"/>
          <p:cNvSpPr/>
          <p:nvPr/>
        </p:nvSpPr>
        <p:spPr>
          <a:xfrm>
            <a:off x="6685308" y="2991152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324" name="Google Shape;2324;p41"/>
          <p:cNvSpPr txBox="1"/>
          <p:nvPr/>
        </p:nvSpPr>
        <p:spPr>
          <a:xfrm>
            <a:off x="5468166" y="216792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GR.L1</a:t>
            </a:r>
            <a:endParaRPr/>
          </a:p>
        </p:txBody>
      </p:sp>
      <p:sp>
        <p:nvSpPr>
          <p:cNvPr id="2325" name="Google Shape;2325;p41"/>
          <p:cNvSpPr/>
          <p:nvPr/>
        </p:nvSpPr>
        <p:spPr>
          <a:xfrm>
            <a:off x="1843088" y="1505895"/>
            <a:ext cx="378893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326" name="Google Shape;2326;p41"/>
          <p:cNvSpPr/>
          <p:nvPr/>
        </p:nvSpPr>
        <p:spPr>
          <a:xfrm>
            <a:off x="1843088" y="2268290"/>
            <a:ext cx="3785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id="2327" name="Google Shape;2327;p41"/>
          <p:cNvCxnSpPr>
            <a:stCxn id="2326" idx="0"/>
            <a:endCxn id="2325" idx="2"/>
          </p:cNvCxnSpPr>
          <p:nvPr/>
        </p:nvCxnSpPr>
        <p:spPr>
          <a:xfrm flipH="1" rot="10800000">
            <a:off x="2032338" y="1721690"/>
            <a:ext cx="300" cy="546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328" name="Google Shape;2328;p41"/>
          <p:cNvCxnSpPr>
            <a:stCxn id="2329" idx="1"/>
            <a:endCxn id="2329" idx="3"/>
          </p:cNvCxnSpPr>
          <p:nvPr/>
        </p:nvCxnSpPr>
        <p:spPr>
          <a:xfrm>
            <a:off x="4783707" y="5341668"/>
            <a:ext cx="14469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330" name="Google Shape;2330;p41"/>
          <p:cNvSpPr txBox="1"/>
          <p:nvPr/>
        </p:nvSpPr>
        <p:spPr>
          <a:xfrm>
            <a:off x="5215707" y="540951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AR.W1</a:t>
            </a:r>
            <a:endParaRPr/>
          </a:p>
        </p:txBody>
      </p:sp>
      <p:sp>
        <p:nvSpPr>
          <p:cNvPr id="2331" name="Google Shape;2331;p41"/>
          <p:cNvSpPr/>
          <p:nvPr/>
        </p:nvSpPr>
        <p:spPr>
          <a:xfrm>
            <a:off x="4886801" y="966361"/>
            <a:ext cx="872447" cy="202479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2" name="Google Shape;2332;p41"/>
          <p:cNvSpPr/>
          <p:nvPr/>
        </p:nvSpPr>
        <p:spPr>
          <a:xfrm>
            <a:off x="6429440" y="959723"/>
            <a:ext cx="679151" cy="202479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3" name="Google Shape;2333;p41"/>
          <p:cNvSpPr/>
          <p:nvPr/>
        </p:nvSpPr>
        <p:spPr>
          <a:xfrm>
            <a:off x="1490785" y="1723495"/>
            <a:ext cx="1056131" cy="51893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9" name="Google Shape;2329;p41"/>
          <p:cNvSpPr/>
          <p:nvPr/>
        </p:nvSpPr>
        <p:spPr>
          <a:xfrm>
            <a:off x="4783707" y="4685204"/>
            <a:ext cx="1446767" cy="131292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4" name="Google Shape;2334;p41"/>
          <p:cNvSpPr txBox="1"/>
          <p:nvPr/>
        </p:nvSpPr>
        <p:spPr>
          <a:xfrm>
            <a:off x="1458784" y="2502180"/>
            <a:ext cx="113454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CO(RR)</a:t>
            </a:r>
            <a:endParaRPr/>
          </a:p>
        </p:txBody>
      </p:sp>
      <p:sp>
        <p:nvSpPr>
          <p:cNvPr id="2335" name="Google Shape;2335;p41"/>
          <p:cNvSpPr txBox="1"/>
          <p:nvPr/>
        </p:nvSpPr>
        <p:spPr>
          <a:xfrm>
            <a:off x="4936434" y="4760251"/>
            <a:ext cx="113454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CO(RR)</a:t>
            </a:r>
            <a:endParaRPr/>
          </a:p>
        </p:txBody>
      </p:sp>
      <p:sp>
        <p:nvSpPr>
          <p:cNvPr id="2336" name="Google Shape;2336;p41"/>
          <p:cNvSpPr txBox="1"/>
          <p:nvPr/>
        </p:nvSpPr>
        <p:spPr>
          <a:xfrm>
            <a:off x="5847040" y="2588550"/>
            <a:ext cx="494607" cy="3608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72000" lIns="0" spcFirstLastPara="1" rIns="0" wrap="square" tIns="72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RS</a:t>
            </a:r>
            <a:endParaRPr/>
          </a:p>
        </p:txBody>
      </p:sp>
      <p:sp>
        <p:nvSpPr>
          <p:cNvPr id="2337" name="Google Shape;2337;p41"/>
          <p:cNvSpPr txBox="1"/>
          <p:nvPr/>
        </p:nvSpPr>
        <p:spPr>
          <a:xfrm>
            <a:off x="6320340" y="4694988"/>
            <a:ext cx="494607" cy="3608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72000" lIns="0" spcFirstLastPara="1" rIns="0" wrap="square" tIns="72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RR</a:t>
            </a:r>
            <a:endParaRPr/>
          </a:p>
        </p:txBody>
      </p:sp>
      <p:sp>
        <p:nvSpPr>
          <p:cNvPr id="2338" name="Google Shape;2338;p41"/>
          <p:cNvSpPr txBox="1"/>
          <p:nvPr/>
        </p:nvSpPr>
        <p:spPr>
          <a:xfrm>
            <a:off x="4651180" y="6137578"/>
            <a:ext cx="1728863" cy="3608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72000" lIns="0" spcFirstLastPara="1" rIns="0" wrap="square" tIns="72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R.Effective region</a:t>
            </a:r>
            <a:endParaRPr/>
          </a:p>
        </p:txBody>
      </p:sp>
      <p:sp>
        <p:nvSpPr>
          <p:cNvPr id="2339" name="Google Shape;2339;p41"/>
          <p:cNvSpPr txBox="1"/>
          <p:nvPr/>
        </p:nvSpPr>
        <p:spPr>
          <a:xfrm>
            <a:off x="7215177" y="5513851"/>
            <a:ext cx="2324229" cy="13388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RR(W) ：Width of AR effective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RR(L) ：Length of AR effective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RROK  ：Allowed W=2.8,4,6,12,20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GC(R) ：GC in WN(R)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RS(W) ：Width of GR effective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RS(L) ：Length of GR effective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RSOK  ：Allowed W=4,6,12,20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WC    ：WN interacting AC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AR(T) ：AR top fringe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340" name="Google Shape;2340;p41"/>
          <p:cNvCxnSpPr>
            <a:stCxn id="2321" idx="3"/>
          </p:cNvCxnSpPr>
          <p:nvPr/>
        </p:nvCxnSpPr>
        <p:spPr>
          <a:xfrm>
            <a:off x="6875740" y="851773"/>
            <a:ext cx="23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341" name="Google Shape;2341;p41"/>
          <p:cNvSpPr txBox="1"/>
          <p:nvPr/>
        </p:nvSpPr>
        <p:spPr>
          <a:xfrm>
            <a:off x="7058272" y="83853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CO.GS</a:t>
            </a:r>
            <a:endParaRPr/>
          </a:p>
        </p:txBody>
      </p:sp>
      <p:cxnSp>
        <p:nvCxnSpPr>
          <p:cNvPr id="2342" name="Google Shape;2342;p41"/>
          <p:cNvCxnSpPr>
            <a:stCxn id="2297" idx="3"/>
            <a:endCxn id="2321" idx="0"/>
          </p:cNvCxnSpPr>
          <p:nvPr/>
        </p:nvCxnSpPr>
        <p:spPr>
          <a:xfrm>
            <a:off x="6769016" y="536626"/>
            <a:ext cx="5100" cy="20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343" name="Google Shape;2343;p41"/>
          <p:cNvSpPr txBox="1"/>
          <p:nvPr/>
        </p:nvSpPr>
        <p:spPr>
          <a:xfrm>
            <a:off x="6858965" y="53678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CO.GR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44" name="Google Shape;2344;p41"/>
          <p:cNvSpPr txBox="1"/>
          <p:nvPr/>
        </p:nvSpPr>
        <p:spPr>
          <a:xfrm>
            <a:off x="5357723" y="58463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45" name="Google Shape;2345;p41"/>
          <p:cNvSpPr/>
          <p:nvPr/>
        </p:nvSpPr>
        <p:spPr>
          <a:xfrm>
            <a:off x="5414012" y="749707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346" name="Google Shape;2346;p41"/>
          <p:cNvSpPr/>
          <p:nvPr/>
        </p:nvSpPr>
        <p:spPr>
          <a:xfrm>
            <a:off x="5414012" y="2997036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id="2347" name="Google Shape;2347;p41"/>
          <p:cNvCxnSpPr>
            <a:stCxn id="2345" idx="2"/>
            <a:endCxn id="2346" idx="0"/>
          </p:cNvCxnSpPr>
          <p:nvPr/>
        </p:nvCxnSpPr>
        <p:spPr>
          <a:xfrm>
            <a:off x="5515612" y="965607"/>
            <a:ext cx="0" cy="2031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348" name="Google Shape;2348;p41"/>
          <p:cNvCxnSpPr>
            <a:stCxn id="2345" idx="1"/>
            <a:endCxn id="2345" idx="3"/>
          </p:cNvCxnSpPr>
          <p:nvPr/>
        </p:nvCxnSpPr>
        <p:spPr>
          <a:xfrm>
            <a:off x="5414012" y="857657"/>
            <a:ext cx="203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349" name="Google Shape;2349;p41"/>
          <p:cNvCxnSpPr>
            <a:stCxn id="2320" idx="3"/>
            <a:endCxn id="2345" idx="1"/>
          </p:cNvCxnSpPr>
          <p:nvPr/>
        </p:nvCxnSpPr>
        <p:spPr>
          <a:xfrm flipH="1" rot="10800000">
            <a:off x="5252827" y="857754"/>
            <a:ext cx="161100" cy="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350" name="Google Shape;2350;p41"/>
          <p:cNvSpPr txBox="1"/>
          <p:nvPr/>
        </p:nvSpPr>
        <p:spPr>
          <a:xfrm>
            <a:off x="4955745" y="95884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351" name="Google Shape;2351;p41"/>
          <p:cNvCxnSpPr/>
          <p:nvPr/>
        </p:nvCxnSpPr>
        <p:spPr>
          <a:xfrm>
            <a:off x="4908392" y="4005959"/>
            <a:ext cx="307315" cy="35426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352" name="Google Shape;2352;p41"/>
          <p:cNvSpPr txBox="1"/>
          <p:nvPr/>
        </p:nvSpPr>
        <p:spPr>
          <a:xfrm>
            <a:off x="4359135" y="38425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CR.AR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53" name="Google Shape;2353;p41"/>
          <p:cNvSpPr txBox="1"/>
          <p:nvPr/>
        </p:nvSpPr>
        <p:spPr>
          <a:xfrm>
            <a:off x="3726089" y="491790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 strike="sng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CC.S1</a:t>
            </a:r>
            <a:endParaRPr/>
          </a:p>
        </p:txBody>
      </p:sp>
      <p:cxnSp>
        <p:nvCxnSpPr>
          <p:cNvPr id="2354" name="Google Shape;2354;p41"/>
          <p:cNvCxnSpPr>
            <a:stCxn id="2262" idx="3"/>
            <a:endCxn id="2262" idx="1"/>
          </p:cNvCxnSpPr>
          <p:nvPr/>
        </p:nvCxnSpPr>
        <p:spPr>
          <a:xfrm rot="10800000">
            <a:off x="1481931" y="1989469"/>
            <a:ext cx="108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355" name="Google Shape;2355;p41"/>
          <p:cNvSpPr txBox="1"/>
          <p:nvPr/>
        </p:nvSpPr>
        <p:spPr>
          <a:xfrm>
            <a:off x="1489650" y="203829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AR.L1</a:t>
            </a:r>
            <a:endParaRPr/>
          </a:p>
        </p:txBody>
      </p:sp>
      <p:sp>
        <p:nvSpPr>
          <p:cNvPr id="2356" name="Google Shape;2356;p41"/>
          <p:cNvSpPr txBox="1"/>
          <p:nvPr/>
        </p:nvSpPr>
        <p:spPr>
          <a:xfrm>
            <a:off x="1474957" y="180895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AR.W1</a:t>
            </a:r>
            <a:endParaRPr/>
          </a:p>
        </p:txBody>
      </p:sp>
      <p:sp>
        <p:nvSpPr>
          <p:cNvPr id="2357" name="Google Shape;2357;p41"/>
          <p:cNvSpPr txBox="1"/>
          <p:nvPr/>
        </p:nvSpPr>
        <p:spPr>
          <a:xfrm>
            <a:off x="9539406" y="5519498"/>
            <a:ext cx="2652594" cy="13388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CO(RR) ：CO on AR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CO(RRW)：CO on AR(W&gt;=4.0)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CO(RRN)：CO on AR(W=2.8)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ARN(S) ：AR side fringe (W=2.8)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ARW(S) ：AR side fringe (W&gt;=4.0)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CO(C)  ：CO on WC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CO(RS) ：CO on GR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GR(S)  ：GR side fringe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CO(RSM)：CO(sized) &amp; GR(S)</a:t>
            </a:r>
            <a:endParaRPr/>
          </a:p>
        </p:txBody>
      </p:sp>
      <p:sp>
        <p:nvSpPr>
          <p:cNvPr id="2358" name="Google Shape;2358;p41"/>
          <p:cNvSpPr txBox="1"/>
          <p:nvPr/>
        </p:nvSpPr>
        <p:spPr>
          <a:xfrm>
            <a:off x="5205097" y="451795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CR.W3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59" name="Google Shape;2359;p41"/>
          <p:cNvSpPr txBox="1"/>
          <p:nvPr/>
        </p:nvSpPr>
        <p:spPr>
          <a:xfrm>
            <a:off x="6207551" y="447512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CR.ASW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60" name="Google Shape;2360;p41"/>
          <p:cNvSpPr txBox="1"/>
          <p:nvPr/>
        </p:nvSpPr>
        <p:spPr>
          <a:xfrm>
            <a:off x="3723435" y="507767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CO.SC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61" name="Google Shape;2361;p41"/>
          <p:cNvSpPr txBox="1"/>
          <p:nvPr/>
        </p:nvSpPr>
        <p:spPr>
          <a:xfrm>
            <a:off x="81547" y="6626168"/>
            <a:ext cx="472313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rgbClr val="FFC000"/>
                </a:solidFill>
                <a:latin typeface="Meiryo"/>
                <a:ea typeface="Meiryo"/>
                <a:cs typeface="Meiryo"/>
                <a:sym typeface="Meiryo"/>
              </a:rPr>
              <a:t>*Strike-through rules are not yet implemented</a:t>
            </a:r>
            <a:endParaRPr/>
          </a:p>
        </p:txBody>
      </p:sp>
      <p:pic>
        <p:nvPicPr>
          <p:cNvPr id="2362" name="Google Shape;236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6743" y="93506"/>
            <a:ext cx="3523236" cy="5465956"/>
          </a:xfrm>
          <a:prstGeom prst="rect">
            <a:avLst/>
          </a:prstGeom>
          <a:noFill/>
          <a:ln>
            <a:noFill/>
          </a:ln>
        </p:spPr>
      </p:pic>
      <p:sp>
        <p:nvSpPr>
          <p:cNvPr id="2363" name="Google Shape;2363;p41"/>
          <p:cNvSpPr txBox="1"/>
          <p:nvPr/>
        </p:nvSpPr>
        <p:spPr>
          <a:xfrm>
            <a:off x="623284" y="1716617"/>
            <a:ext cx="6871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GC.R1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(Donut)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64" name="Google Shape;2364;p41"/>
          <p:cNvSpPr/>
          <p:nvPr/>
        </p:nvSpPr>
        <p:spPr>
          <a:xfrm>
            <a:off x="1809662" y="2979469"/>
            <a:ext cx="349338" cy="3493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5" name="Google Shape;2365;p41"/>
          <p:cNvSpPr/>
          <p:nvPr/>
        </p:nvSpPr>
        <p:spPr>
          <a:xfrm>
            <a:off x="1914624" y="3073976"/>
            <a:ext cx="137681" cy="1462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366" name="Google Shape;2366;p41"/>
          <p:cNvSpPr txBox="1"/>
          <p:nvPr/>
        </p:nvSpPr>
        <p:spPr>
          <a:xfrm>
            <a:off x="2535994" y="3042179"/>
            <a:ext cx="8654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GC.R2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(TieDown)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67" name="Google Shape;2367;p41"/>
          <p:cNvSpPr/>
          <p:nvPr/>
        </p:nvSpPr>
        <p:spPr>
          <a:xfrm>
            <a:off x="2265920" y="3088836"/>
            <a:ext cx="274604" cy="2520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368" name="Google Shape;2368;p41"/>
          <p:cNvSpPr/>
          <p:nvPr/>
        </p:nvSpPr>
        <p:spPr>
          <a:xfrm>
            <a:off x="2333140" y="3139793"/>
            <a:ext cx="137681" cy="1462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369" name="Google Shape;2369;p41"/>
          <p:cNvSpPr/>
          <p:nvPr/>
        </p:nvSpPr>
        <p:spPr>
          <a:xfrm rot="-5400000">
            <a:off x="2022424" y="2825996"/>
            <a:ext cx="323476" cy="682146"/>
          </a:xfrm>
          <a:prstGeom prst="rect">
            <a:avLst/>
          </a:prstGeom>
          <a:solidFill>
            <a:srgbClr val="D1D1D1">
              <a:alpha val="38824"/>
            </a:srgbClr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370" name="Google Shape;2370;p41"/>
          <p:cNvSpPr txBox="1"/>
          <p:nvPr/>
        </p:nvSpPr>
        <p:spPr>
          <a:xfrm>
            <a:off x="2004715" y="3292167"/>
            <a:ext cx="349338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71" name="Google Shape;2371;p41"/>
          <p:cNvSpPr txBox="1"/>
          <p:nvPr/>
        </p:nvSpPr>
        <p:spPr>
          <a:xfrm>
            <a:off x="5004741" y="5819126"/>
            <a:ext cx="108851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RR.SZ/RR.RT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72" name="Google Shape;2372;p41"/>
          <p:cNvSpPr txBox="1"/>
          <p:nvPr/>
        </p:nvSpPr>
        <p:spPr>
          <a:xfrm>
            <a:off x="6786908" y="2216944"/>
            <a:ext cx="108851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RS.SZ/RS.RT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73" name="Google Shape;2373;p41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7" name="Shape 2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8" name="Google Shape;2378;p42"/>
          <p:cNvSpPr/>
          <p:nvPr/>
        </p:nvSpPr>
        <p:spPr>
          <a:xfrm rot="-5400000">
            <a:off x="5781209" y="4954897"/>
            <a:ext cx="1954443" cy="49765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379" name="Google Shape;2379;p42"/>
          <p:cNvSpPr/>
          <p:nvPr/>
        </p:nvSpPr>
        <p:spPr>
          <a:xfrm flipH="1" rot="-5400000">
            <a:off x="3016584" y="2719455"/>
            <a:ext cx="1327921" cy="77973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380" name="Google Shape;2380;p42"/>
          <p:cNvSpPr/>
          <p:nvPr/>
        </p:nvSpPr>
        <p:spPr>
          <a:xfrm rot="-5400000">
            <a:off x="2224319" y="2064162"/>
            <a:ext cx="2920585" cy="49765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381" name="Google Shape;2381;p42"/>
          <p:cNvSpPr/>
          <p:nvPr/>
        </p:nvSpPr>
        <p:spPr>
          <a:xfrm rot="-5400000">
            <a:off x="2554550" y="3134826"/>
            <a:ext cx="5343989" cy="779736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382" name="Google Shape;2382;p42"/>
          <p:cNvSpPr/>
          <p:nvPr/>
        </p:nvSpPr>
        <p:spPr>
          <a:xfrm>
            <a:off x="3594300" y="2754669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3" name="Google Shape;2383;p42"/>
          <p:cNvCxnSpPr/>
          <p:nvPr/>
        </p:nvCxnSpPr>
        <p:spPr>
          <a:xfrm rot="10800000">
            <a:off x="3597446" y="2858138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384" name="Google Shape;2384;p42"/>
          <p:cNvSpPr txBox="1"/>
          <p:nvPr/>
        </p:nvSpPr>
        <p:spPr>
          <a:xfrm>
            <a:off x="3540760" y="253569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V1.W1</a:t>
            </a:r>
            <a:endParaRPr/>
          </a:p>
        </p:txBody>
      </p:sp>
      <p:sp>
        <p:nvSpPr>
          <p:cNvPr id="2385" name="Google Shape;2385;p42"/>
          <p:cNvSpPr/>
          <p:nvPr/>
        </p:nvSpPr>
        <p:spPr>
          <a:xfrm>
            <a:off x="3594300" y="3311478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6" name="Google Shape;2386;p42"/>
          <p:cNvCxnSpPr/>
          <p:nvPr/>
        </p:nvCxnSpPr>
        <p:spPr>
          <a:xfrm rot="10800000">
            <a:off x="3678700" y="3501686"/>
            <a:ext cx="1" cy="271597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387" name="Google Shape;2387;p42"/>
          <p:cNvCxnSpPr/>
          <p:nvPr/>
        </p:nvCxnSpPr>
        <p:spPr>
          <a:xfrm>
            <a:off x="3684300" y="2963632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388" name="Google Shape;2388;p42"/>
          <p:cNvSpPr txBox="1"/>
          <p:nvPr/>
        </p:nvSpPr>
        <p:spPr>
          <a:xfrm>
            <a:off x="3643539" y="306215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V1.S1</a:t>
            </a:r>
            <a:endParaRPr/>
          </a:p>
        </p:txBody>
      </p:sp>
      <p:sp>
        <p:nvSpPr>
          <p:cNvPr id="2389" name="Google Shape;2389;p42"/>
          <p:cNvSpPr txBox="1"/>
          <p:nvPr/>
        </p:nvSpPr>
        <p:spPr>
          <a:xfrm>
            <a:off x="3693816" y="356634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V1.M1</a:t>
            </a:r>
            <a:endParaRPr/>
          </a:p>
        </p:txBody>
      </p:sp>
      <p:sp>
        <p:nvSpPr>
          <p:cNvPr id="2390" name="Google Shape;2390;p42"/>
          <p:cNvSpPr txBox="1"/>
          <p:nvPr/>
        </p:nvSpPr>
        <p:spPr>
          <a:xfrm>
            <a:off x="3429412" y="890796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2391" name="Google Shape;2391;p42"/>
          <p:cNvSpPr/>
          <p:nvPr/>
        </p:nvSpPr>
        <p:spPr>
          <a:xfrm rot="-5400000">
            <a:off x="982835" y="2064161"/>
            <a:ext cx="2920585" cy="49765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2392" name="Google Shape;2392;p42"/>
          <p:cNvCxnSpPr/>
          <p:nvPr/>
        </p:nvCxnSpPr>
        <p:spPr>
          <a:xfrm>
            <a:off x="2194299" y="3251524"/>
            <a:ext cx="47427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393" name="Google Shape;2393;p42"/>
          <p:cNvSpPr txBox="1"/>
          <p:nvPr/>
        </p:nvSpPr>
        <p:spPr>
          <a:xfrm>
            <a:off x="2143937" y="300140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M1.W1</a:t>
            </a:r>
            <a:endParaRPr/>
          </a:p>
        </p:txBody>
      </p:sp>
      <p:cxnSp>
        <p:nvCxnSpPr>
          <p:cNvPr id="2394" name="Google Shape;2394;p42"/>
          <p:cNvCxnSpPr/>
          <p:nvPr/>
        </p:nvCxnSpPr>
        <p:spPr>
          <a:xfrm>
            <a:off x="2683540" y="3251524"/>
            <a:ext cx="60713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395" name="Google Shape;2395;p42"/>
          <p:cNvSpPr txBox="1"/>
          <p:nvPr/>
        </p:nvSpPr>
        <p:spPr>
          <a:xfrm>
            <a:off x="2699652" y="300140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M1.S1</a:t>
            </a:r>
            <a:endParaRPr/>
          </a:p>
        </p:txBody>
      </p:sp>
      <p:sp>
        <p:nvSpPr>
          <p:cNvPr id="2396" name="Google Shape;2396;p42"/>
          <p:cNvSpPr/>
          <p:nvPr/>
        </p:nvSpPr>
        <p:spPr>
          <a:xfrm rot="-5400000">
            <a:off x="5286691" y="1923120"/>
            <a:ext cx="2920586" cy="779738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397" name="Google Shape;2397;p42"/>
          <p:cNvSpPr/>
          <p:nvPr/>
        </p:nvSpPr>
        <p:spPr>
          <a:xfrm>
            <a:off x="5144645" y="151606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8" name="Google Shape;2398;p42"/>
          <p:cNvSpPr/>
          <p:nvPr/>
        </p:nvSpPr>
        <p:spPr>
          <a:xfrm>
            <a:off x="5144645" y="2072870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9" name="Google Shape;2399;p42"/>
          <p:cNvSpPr txBox="1"/>
          <p:nvPr/>
        </p:nvSpPr>
        <p:spPr>
          <a:xfrm>
            <a:off x="2167059" y="890796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2400" name="Google Shape;2400;p42"/>
          <p:cNvSpPr txBox="1"/>
          <p:nvPr/>
        </p:nvSpPr>
        <p:spPr>
          <a:xfrm>
            <a:off x="6491784" y="918078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</a:t>
            </a:r>
            <a:endParaRPr/>
          </a:p>
        </p:txBody>
      </p:sp>
      <p:sp>
        <p:nvSpPr>
          <p:cNvPr id="2401" name="Google Shape;2401;p42"/>
          <p:cNvSpPr txBox="1"/>
          <p:nvPr/>
        </p:nvSpPr>
        <p:spPr>
          <a:xfrm>
            <a:off x="4971345" y="918078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</a:t>
            </a:r>
            <a:endParaRPr/>
          </a:p>
        </p:txBody>
      </p:sp>
      <p:cxnSp>
        <p:nvCxnSpPr>
          <p:cNvPr id="2402" name="Google Shape;2402;p42"/>
          <p:cNvCxnSpPr/>
          <p:nvPr/>
        </p:nvCxnSpPr>
        <p:spPr>
          <a:xfrm>
            <a:off x="4836677" y="3242680"/>
            <a:ext cx="77811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403" name="Google Shape;2403;p42"/>
          <p:cNvSpPr txBox="1"/>
          <p:nvPr/>
        </p:nvSpPr>
        <p:spPr>
          <a:xfrm>
            <a:off x="4921642" y="330815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M2.W1</a:t>
            </a:r>
            <a:endParaRPr/>
          </a:p>
        </p:txBody>
      </p:sp>
      <p:cxnSp>
        <p:nvCxnSpPr>
          <p:cNvPr id="2404" name="Google Shape;2404;p42"/>
          <p:cNvCxnSpPr/>
          <p:nvPr/>
        </p:nvCxnSpPr>
        <p:spPr>
          <a:xfrm>
            <a:off x="5623059" y="3242680"/>
            <a:ext cx="734056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405" name="Google Shape;2405;p42"/>
          <p:cNvSpPr txBox="1"/>
          <p:nvPr/>
        </p:nvSpPr>
        <p:spPr>
          <a:xfrm>
            <a:off x="5695073" y="330815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M2.S1</a:t>
            </a:r>
            <a:endParaRPr/>
          </a:p>
        </p:txBody>
      </p:sp>
      <p:cxnSp>
        <p:nvCxnSpPr>
          <p:cNvPr id="2406" name="Google Shape;2406;p42"/>
          <p:cNvCxnSpPr/>
          <p:nvPr/>
        </p:nvCxnSpPr>
        <p:spPr>
          <a:xfrm rot="10800000">
            <a:off x="5335507" y="1609823"/>
            <a:ext cx="287552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407" name="Google Shape;2407;p42"/>
          <p:cNvSpPr txBox="1"/>
          <p:nvPr/>
        </p:nvSpPr>
        <p:spPr>
          <a:xfrm>
            <a:off x="5171230" y="130607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M2.V1</a:t>
            </a:r>
            <a:endParaRPr/>
          </a:p>
        </p:txBody>
      </p:sp>
      <p:sp>
        <p:nvSpPr>
          <p:cNvPr id="2408" name="Google Shape;2408;p42"/>
          <p:cNvSpPr/>
          <p:nvPr/>
        </p:nvSpPr>
        <p:spPr>
          <a:xfrm rot="-5400000">
            <a:off x="3355153" y="4737690"/>
            <a:ext cx="677330" cy="6688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09" name="Google Shape;2409;p42"/>
          <p:cNvSpPr txBox="1"/>
          <p:nvPr/>
        </p:nvSpPr>
        <p:spPr>
          <a:xfrm>
            <a:off x="3366341" y="5023175"/>
            <a:ext cx="6688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</p:txBody>
      </p:sp>
      <p:cxnSp>
        <p:nvCxnSpPr>
          <p:cNvPr id="2410" name="Google Shape;2410;p42"/>
          <p:cNvCxnSpPr>
            <a:stCxn id="2411" idx="3"/>
            <a:endCxn id="2412" idx="1"/>
          </p:cNvCxnSpPr>
          <p:nvPr/>
        </p:nvCxnSpPr>
        <p:spPr>
          <a:xfrm>
            <a:off x="5319668" y="4638371"/>
            <a:ext cx="1337400" cy="6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413" name="Google Shape;2413;p42"/>
          <p:cNvSpPr txBox="1"/>
          <p:nvPr/>
        </p:nvSpPr>
        <p:spPr>
          <a:xfrm>
            <a:off x="5630110" y="4361372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V1.CO</a:t>
            </a:r>
            <a:endParaRPr/>
          </a:p>
        </p:txBody>
      </p:sp>
      <p:sp>
        <p:nvSpPr>
          <p:cNvPr id="2411" name="Google Shape;2411;p42"/>
          <p:cNvSpPr/>
          <p:nvPr/>
        </p:nvSpPr>
        <p:spPr>
          <a:xfrm>
            <a:off x="5139668" y="4543267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4" name="Google Shape;2414;p42"/>
          <p:cNvSpPr/>
          <p:nvPr/>
        </p:nvSpPr>
        <p:spPr>
          <a:xfrm>
            <a:off x="5139668" y="5100076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5" name="Google Shape;2415;p42"/>
          <p:cNvSpPr/>
          <p:nvPr/>
        </p:nvSpPr>
        <p:spPr>
          <a:xfrm>
            <a:off x="5144645" y="5663137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16" name="Google Shape;2416;p42"/>
          <p:cNvCxnSpPr>
            <a:endCxn id="2414" idx="1"/>
          </p:cNvCxnSpPr>
          <p:nvPr/>
        </p:nvCxnSpPr>
        <p:spPr>
          <a:xfrm>
            <a:off x="4004468" y="5195180"/>
            <a:ext cx="1135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417" name="Google Shape;2417;p42"/>
          <p:cNvSpPr txBox="1"/>
          <p:nvPr/>
        </p:nvSpPr>
        <p:spPr>
          <a:xfrm>
            <a:off x="4059675" y="4939505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V1.GA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18" name="Google Shape;2418;p42"/>
          <p:cNvSpPr txBox="1"/>
          <p:nvPr/>
        </p:nvSpPr>
        <p:spPr>
          <a:xfrm>
            <a:off x="6519649" y="4859145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2412" name="Google Shape;2412;p42"/>
          <p:cNvSpPr/>
          <p:nvPr/>
        </p:nvSpPr>
        <p:spPr>
          <a:xfrm>
            <a:off x="6656984" y="454945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19" name="Google Shape;2419;p42"/>
          <p:cNvCxnSpPr>
            <a:stCxn id="2415" idx="3"/>
            <a:endCxn id="2420" idx="1"/>
          </p:cNvCxnSpPr>
          <p:nvPr/>
        </p:nvCxnSpPr>
        <p:spPr>
          <a:xfrm flipH="1" rot="10800000">
            <a:off x="5324645" y="5756141"/>
            <a:ext cx="1332300" cy="2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421" name="Google Shape;2421;p42"/>
          <p:cNvSpPr txBox="1"/>
          <p:nvPr/>
        </p:nvSpPr>
        <p:spPr>
          <a:xfrm>
            <a:off x="5630110" y="5500159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V1.CL</a:t>
            </a:r>
            <a:endParaRPr/>
          </a:p>
        </p:txBody>
      </p:sp>
      <p:sp>
        <p:nvSpPr>
          <p:cNvPr id="2420" name="Google Shape;2420;p42"/>
          <p:cNvSpPr/>
          <p:nvPr/>
        </p:nvSpPr>
        <p:spPr>
          <a:xfrm>
            <a:off x="6656984" y="5523136"/>
            <a:ext cx="180000" cy="465843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2" name="Google Shape;2422;p42"/>
          <p:cNvSpPr/>
          <p:nvPr/>
        </p:nvSpPr>
        <p:spPr>
          <a:xfrm rot="-5400000">
            <a:off x="-634202" y="1724519"/>
            <a:ext cx="2920585" cy="1176939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2423" name="Google Shape;2423;p42"/>
          <p:cNvCxnSpPr/>
          <p:nvPr/>
        </p:nvCxnSpPr>
        <p:spPr>
          <a:xfrm rot="10800000">
            <a:off x="219768" y="3246874"/>
            <a:ext cx="1176939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424" name="Google Shape;2424;p42"/>
          <p:cNvSpPr txBox="1"/>
          <p:nvPr/>
        </p:nvSpPr>
        <p:spPr>
          <a:xfrm flipH="1">
            <a:off x="195141" y="3312370"/>
            <a:ext cx="1161975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M1.W3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25" name="Google Shape;2425;p42"/>
          <p:cNvSpPr txBox="1"/>
          <p:nvPr/>
        </p:nvSpPr>
        <p:spPr>
          <a:xfrm>
            <a:off x="350831" y="922380"/>
            <a:ext cx="8505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M1(W)</a:t>
            </a:r>
            <a:endParaRPr/>
          </a:p>
        </p:txBody>
      </p:sp>
      <p:cxnSp>
        <p:nvCxnSpPr>
          <p:cNvPr id="2426" name="Google Shape;2426;p42"/>
          <p:cNvCxnSpPr/>
          <p:nvPr/>
        </p:nvCxnSpPr>
        <p:spPr>
          <a:xfrm>
            <a:off x="1396707" y="3251524"/>
            <a:ext cx="80941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427" name="Google Shape;2427;p42"/>
          <p:cNvSpPr txBox="1"/>
          <p:nvPr/>
        </p:nvSpPr>
        <p:spPr>
          <a:xfrm>
            <a:off x="1522907" y="333151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M1.SW</a:t>
            </a:r>
            <a:endParaRPr/>
          </a:p>
        </p:txBody>
      </p:sp>
      <p:sp>
        <p:nvSpPr>
          <p:cNvPr id="2428" name="Google Shape;2428;p42"/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Cat-6: M1/V1/M2 related</a:t>
            </a:r>
            <a:endParaRPr/>
          </a:p>
        </p:txBody>
      </p:sp>
      <p:sp>
        <p:nvSpPr>
          <p:cNvPr id="2429" name="Google Shape;2429;p42"/>
          <p:cNvSpPr/>
          <p:nvPr/>
        </p:nvSpPr>
        <p:spPr>
          <a:xfrm>
            <a:off x="3567176" y="1386813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30" name="Google Shape;2430;p42"/>
          <p:cNvCxnSpPr/>
          <p:nvPr/>
        </p:nvCxnSpPr>
        <p:spPr>
          <a:xfrm rot="10800000">
            <a:off x="3742654" y="1477132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431" name="Google Shape;2431;p42"/>
          <p:cNvSpPr txBox="1"/>
          <p:nvPr/>
        </p:nvSpPr>
        <p:spPr>
          <a:xfrm>
            <a:off x="3578377" y="117337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M1.CO</a:t>
            </a:r>
            <a:endParaRPr/>
          </a:p>
        </p:txBody>
      </p:sp>
      <p:sp>
        <p:nvSpPr>
          <p:cNvPr id="2432" name="Google Shape;2432;p42"/>
          <p:cNvSpPr/>
          <p:nvPr/>
        </p:nvSpPr>
        <p:spPr>
          <a:xfrm rot="-5400000">
            <a:off x="564680" y="4283475"/>
            <a:ext cx="1980000" cy="19800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33" name="Google Shape;2433;p42"/>
          <p:cNvSpPr/>
          <p:nvPr/>
        </p:nvSpPr>
        <p:spPr>
          <a:xfrm rot="-5400000">
            <a:off x="834680" y="4553475"/>
            <a:ext cx="1440000" cy="14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34" name="Google Shape;2434;p42"/>
          <p:cNvSpPr/>
          <p:nvPr/>
        </p:nvSpPr>
        <p:spPr>
          <a:xfrm>
            <a:off x="1014680" y="4733475"/>
            <a:ext cx="1080000" cy="108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35" name="Google Shape;2435;p42"/>
          <p:cNvSpPr/>
          <p:nvPr/>
        </p:nvSpPr>
        <p:spPr>
          <a:xfrm>
            <a:off x="459269" y="4867979"/>
            <a:ext cx="508113" cy="8446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6" name="Google Shape;2436;p42"/>
          <p:cNvSpPr/>
          <p:nvPr/>
        </p:nvSpPr>
        <p:spPr>
          <a:xfrm rot="-5400000">
            <a:off x="1164500" y="4883627"/>
            <a:ext cx="795158" cy="77969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37" name="Google Shape;2437;p42"/>
          <p:cNvSpPr txBox="1"/>
          <p:nvPr/>
        </p:nvSpPr>
        <p:spPr>
          <a:xfrm>
            <a:off x="866096" y="4588034"/>
            <a:ext cx="362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2438" name="Google Shape;2438;p42"/>
          <p:cNvSpPr txBox="1"/>
          <p:nvPr/>
        </p:nvSpPr>
        <p:spPr>
          <a:xfrm>
            <a:off x="1631149" y="554879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M1.CC</a:t>
            </a:r>
            <a:endParaRPr/>
          </a:p>
        </p:txBody>
      </p:sp>
      <p:sp>
        <p:nvSpPr>
          <p:cNvPr id="2439" name="Google Shape;2439;p42"/>
          <p:cNvSpPr/>
          <p:nvPr/>
        </p:nvSpPr>
        <p:spPr>
          <a:xfrm>
            <a:off x="1629434" y="5333443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0" name="Google Shape;2440;p42"/>
          <p:cNvCxnSpPr/>
          <p:nvPr/>
        </p:nvCxnSpPr>
        <p:spPr>
          <a:xfrm rot="10800000">
            <a:off x="1803842" y="5431513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441" name="Google Shape;2441;p42"/>
          <p:cNvSpPr/>
          <p:nvPr/>
        </p:nvSpPr>
        <p:spPr>
          <a:xfrm rot="-5400000">
            <a:off x="663907" y="4883627"/>
            <a:ext cx="274662" cy="77969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2442" name="Google Shape;2442;p42"/>
          <p:cNvCxnSpPr>
            <a:stCxn id="2435" idx="2"/>
            <a:endCxn id="2435" idx="0"/>
          </p:cNvCxnSpPr>
          <p:nvPr/>
        </p:nvCxnSpPr>
        <p:spPr>
          <a:xfrm rot="10800000">
            <a:off x="713326" y="4868089"/>
            <a:ext cx="0" cy="844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443" name="Google Shape;2443;p42"/>
          <p:cNvSpPr txBox="1"/>
          <p:nvPr/>
        </p:nvSpPr>
        <p:spPr>
          <a:xfrm>
            <a:off x="155098" y="495771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M1.SC</a:t>
            </a:r>
            <a:endParaRPr/>
          </a:p>
        </p:txBody>
      </p:sp>
      <p:sp>
        <p:nvSpPr>
          <p:cNvPr id="2444" name="Google Shape;2444;p42"/>
          <p:cNvSpPr/>
          <p:nvPr/>
        </p:nvSpPr>
        <p:spPr>
          <a:xfrm>
            <a:off x="2353128" y="1390534"/>
            <a:ext cx="180000" cy="465843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5" name="Google Shape;2445;p42"/>
          <p:cNvCxnSpPr/>
          <p:nvPr/>
        </p:nvCxnSpPr>
        <p:spPr>
          <a:xfrm rot="10800000">
            <a:off x="2524819" y="1524312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446" name="Google Shape;2446;p42"/>
          <p:cNvSpPr txBox="1"/>
          <p:nvPr/>
        </p:nvSpPr>
        <p:spPr>
          <a:xfrm>
            <a:off x="2360542" y="122055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M1.CL</a:t>
            </a:r>
            <a:endParaRPr/>
          </a:p>
        </p:txBody>
      </p:sp>
      <p:sp>
        <p:nvSpPr>
          <p:cNvPr id="2447" name="Google Shape;2447;p42"/>
          <p:cNvSpPr txBox="1"/>
          <p:nvPr/>
        </p:nvSpPr>
        <p:spPr>
          <a:xfrm>
            <a:off x="1326681" y="4312840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M1(C)</a:t>
            </a:r>
            <a:endParaRPr sz="14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48" name="Google Shape;2448;p42"/>
          <p:cNvSpPr txBox="1"/>
          <p:nvPr/>
        </p:nvSpPr>
        <p:spPr>
          <a:xfrm>
            <a:off x="6304964" y="4304770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</a:t>
            </a:r>
            <a:endParaRPr/>
          </a:p>
        </p:txBody>
      </p:sp>
      <p:sp>
        <p:nvSpPr>
          <p:cNvPr id="2449" name="Google Shape;2449;p42"/>
          <p:cNvSpPr txBox="1"/>
          <p:nvPr/>
        </p:nvSpPr>
        <p:spPr>
          <a:xfrm>
            <a:off x="6295392" y="5307257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CO(L)</a:t>
            </a:r>
            <a:endParaRPr/>
          </a:p>
        </p:txBody>
      </p:sp>
      <p:sp>
        <p:nvSpPr>
          <p:cNvPr id="2450" name="Google Shape;2450;p42"/>
          <p:cNvSpPr txBox="1"/>
          <p:nvPr/>
        </p:nvSpPr>
        <p:spPr>
          <a:xfrm>
            <a:off x="1357842" y="5125685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CO(CC)</a:t>
            </a:r>
            <a:endParaRPr/>
          </a:p>
        </p:txBody>
      </p:sp>
      <p:sp>
        <p:nvSpPr>
          <p:cNvPr id="2451" name="Google Shape;2451;p42"/>
          <p:cNvSpPr txBox="1"/>
          <p:nvPr/>
        </p:nvSpPr>
        <p:spPr>
          <a:xfrm>
            <a:off x="7293619" y="4859145"/>
            <a:ext cx="4242876" cy="15696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GA    ：GC/GR(all poly)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M1(W) ：Wide M1 (W&gt;10.0um)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M1(I) ：M1 outside Pad/Capacitor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M2(I) ：M2 outside Pad/Capacitor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M1(C) ：M1 ring for Capacitor WN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CO(C) ：CO on M1(C) (W=1.2um)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CO(CC)：CO on AC (W=1.2um)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CO(L) ：CO large contact (Area&gt;=1.5um</a:t>
            </a:r>
            <a:r>
              <a:rPr baseline="30000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52" name="Google Shape;2452;p42"/>
          <p:cNvSpPr/>
          <p:nvPr/>
        </p:nvSpPr>
        <p:spPr>
          <a:xfrm>
            <a:off x="2320123" y="502576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53" name="Google Shape;2453;p42"/>
          <p:cNvCxnSpPr/>
          <p:nvPr/>
        </p:nvCxnSpPr>
        <p:spPr>
          <a:xfrm>
            <a:off x="2340053" y="4929930"/>
            <a:ext cx="16007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454" name="Google Shape;2454;p42"/>
          <p:cNvCxnSpPr/>
          <p:nvPr/>
        </p:nvCxnSpPr>
        <p:spPr>
          <a:xfrm rot="10800000">
            <a:off x="2544680" y="4929930"/>
            <a:ext cx="167082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455" name="Google Shape;2455;p42"/>
          <p:cNvCxnSpPr>
            <a:endCxn id="2452" idx="3"/>
          </p:cNvCxnSpPr>
          <p:nvPr/>
        </p:nvCxnSpPr>
        <p:spPr>
          <a:xfrm>
            <a:off x="2500123" y="4914165"/>
            <a:ext cx="0" cy="20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2456" name="Google Shape;2456;p42"/>
          <p:cNvCxnSpPr/>
          <p:nvPr/>
        </p:nvCxnSpPr>
        <p:spPr>
          <a:xfrm>
            <a:off x="2546022" y="4816475"/>
            <a:ext cx="0" cy="20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2457" name="Google Shape;2457;p42"/>
          <p:cNvSpPr txBox="1"/>
          <p:nvPr/>
        </p:nvSpPr>
        <p:spPr>
          <a:xfrm>
            <a:off x="2387280" y="5040144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CO(C)</a:t>
            </a:r>
            <a:endParaRPr/>
          </a:p>
        </p:txBody>
      </p:sp>
      <p:cxnSp>
        <p:nvCxnSpPr>
          <p:cNvPr id="2458" name="Google Shape;2458;p42"/>
          <p:cNvCxnSpPr/>
          <p:nvPr/>
        </p:nvCxnSpPr>
        <p:spPr>
          <a:xfrm>
            <a:off x="6677064" y="6114182"/>
            <a:ext cx="16007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459" name="Google Shape;2459;p42"/>
          <p:cNvCxnSpPr/>
          <p:nvPr/>
        </p:nvCxnSpPr>
        <p:spPr>
          <a:xfrm rot="10800000">
            <a:off x="7007898" y="6114182"/>
            <a:ext cx="167082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2460" name="Google Shape;2460;p42"/>
          <p:cNvCxnSpPr/>
          <p:nvPr/>
        </p:nvCxnSpPr>
        <p:spPr>
          <a:xfrm>
            <a:off x="6837134" y="6000727"/>
            <a:ext cx="0" cy="20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2461" name="Google Shape;2461;p42"/>
          <p:cNvCxnSpPr/>
          <p:nvPr/>
        </p:nvCxnSpPr>
        <p:spPr>
          <a:xfrm>
            <a:off x="7009240" y="6000727"/>
            <a:ext cx="0" cy="20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2462" name="Google Shape;2462;p42"/>
          <p:cNvSpPr txBox="1"/>
          <p:nvPr/>
        </p:nvSpPr>
        <p:spPr>
          <a:xfrm>
            <a:off x="6638939" y="624993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M1.CL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63" name="Google Shape;2463;p42"/>
          <p:cNvSpPr txBox="1"/>
          <p:nvPr/>
        </p:nvSpPr>
        <p:spPr>
          <a:xfrm>
            <a:off x="2376887" y="464731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M1.CO</a:t>
            </a:r>
            <a:endParaRPr/>
          </a:p>
        </p:txBody>
      </p:sp>
      <p:pic>
        <p:nvPicPr>
          <p:cNvPr id="2464" name="Google Shape;246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40169" y="286088"/>
            <a:ext cx="4772312" cy="4545889"/>
          </a:xfrm>
          <a:prstGeom prst="rect">
            <a:avLst/>
          </a:prstGeom>
          <a:noFill/>
          <a:ln>
            <a:noFill/>
          </a:ln>
        </p:spPr>
      </p:pic>
      <p:sp>
        <p:nvSpPr>
          <p:cNvPr id="2465" name="Google Shape;2465;p42"/>
          <p:cNvSpPr/>
          <p:nvPr/>
        </p:nvSpPr>
        <p:spPr>
          <a:xfrm rot="-5400000">
            <a:off x="3355154" y="5620991"/>
            <a:ext cx="677330" cy="668899"/>
          </a:xfrm>
          <a:prstGeom prst="rect">
            <a:avLst/>
          </a:prstGeom>
          <a:solidFill>
            <a:srgbClr val="BF4F1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66" name="Google Shape;2466;p42"/>
          <p:cNvSpPr txBox="1"/>
          <p:nvPr/>
        </p:nvSpPr>
        <p:spPr>
          <a:xfrm>
            <a:off x="3344663" y="5899902"/>
            <a:ext cx="6688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GR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67" name="Google Shape;2467;p42"/>
          <p:cNvSpPr txBox="1"/>
          <p:nvPr/>
        </p:nvSpPr>
        <p:spPr>
          <a:xfrm>
            <a:off x="4040718" y="5559208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V1.GA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468" name="Google Shape;2468;p42"/>
          <p:cNvCxnSpPr/>
          <p:nvPr/>
        </p:nvCxnSpPr>
        <p:spPr>
          <a:xfrm>
            <a:off x="4013562" y="5771688"/>
            <a:ext cx="113533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469" name="Google Shape;2469;p42"/>
          <p:cNvCxnSpPr/>
          <p:nvPr/>
        </p:nvCxnSpPr>
        <p:spPr>
          <a:xfrm>
            <a:off x="6389527" y="3242680"/>
            <a:ext cx="734056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470" name="Google Shape;2470;p42"/>
          <p:cNvSpPr txBox="1"/>
          <p:nvPr/>
        </p:nvSpPr>
        <p:spPr>
          <a:xfrm flipH="1">
            <a:off x="6168245" y="3301860"/>
            <a:ext cx="1161975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M2.W3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71" name="Google Shape;2471;p42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6" name="Shape 2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7" name="Google Shape;2477;p43"/>
          <p:cNvGrpSpPr/>
          <p:nvPr/>
        </p:nvGrpSpPr>
        <p:grpSpPr>
          <a:xfrm>
            <a:off x="2221098" y="4038819"/>
            <a:ext cx="3459093" cy="1688920"/>
            <a:chOff x="2716754" y="1145009"/>
            <a:chExt cx="3459093" cy="1688920"/>
          </a:xfrm>
        </p:grpSpPr>
        <p:sp>
          <p:nvSpPr>
            <p:cNvPr id="2478" name="Google Shape;2478;p43"/>
            <p:cNvSpPr/>
            <p:nvPr/>
          </p:nvSpPr>
          <p:spPr>
            <a:xfrm flipH="1" rot="5400000">
              <a:off x="4444604" y="1102686"/>
              <a:ext cx="1688920" cy="1773565"/>
            </a:xfrm>
            <a:prstGeom prst="snip2SameRect">
              <a:avLst>
                <a:gd fmla="val 11411" name="adj1"/>
                <a:gd fmla="val 0" name="adj2"/>
              </a:avLst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9" name="Google Shape;2479;p43"/>
            <p:cNvSpPr/>
            <p:nvPr/>
          </p:nvSpPr>
          <p:spPr>
            <a:xfrm rot="-5400000">
              <a:off x="2724145" y="1137618"/>
              <a:ext cx="1688920" cy="1703702"/>
            </a:xfrm>
            <a:prstGeom prst="snip2SameRect">
              <a:avLst>
                <a:gd fmla="val 11411" name="adj1"/>
                <a:gd fmla="val 0" name="adj2"/>
              </a:avLst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80" name="Google Shape;2480;p43"/>
          <p:cNvGrpSpPr/>
          <p:nvPr/>
        </p:nvGrpSpPr>
        <p:grpSpPr>
          <a:xfrm>
            <a:off x="2221097" y="1221923"/>
            <a:ext cx="3459093" cy="1688920"/>
            <a:chOff x="2716754" y="1145009"/>
            <a:chExt cx="3459093" cy="1688920"/>
          </a:xfrm>
        </p:grpSpPr>
        <p:sp>
          <p:nvSpPr>
            <p:cNvPr id="2481" name="Google Shape;2481;p43"/>
            <p:cNvSpPr/>
            <p:nvPr/>
          </p:nvSpPr>
          <p:spPr>
            <a:xfrm flipH="1" rot="5400000">
              <a:off x="4444604" y="1102686"/>
              <a:ext cx="1688920" cy="1773565"/>
            </a:xfrm>
            <a:prstGeom prst="snip2SameRect">
              <a:avLst>
                <a:gd fmla="val 11411" name="adj1"/>
                <a:gd fmla="val 0" name="adj2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2" name="Google Shape;2482;p43"/>
            <p:cNvSpPr/>
            <p:nvPr/>
          </p:nvSpPr>
          <p:spPr>
            <a:xfrm rot="-5400000">
              <a:off x="2724145" y="1137618"/>
              <a:ext cx="1688920" cy="1703702"/>
            </a:xfrm>
            <a:prstGeom prst="snip2SameRect">
              <a:avLst>
                <a:gd fmla="val 11411" name="adj1"/>
                <a:gd fmla="val 0" name="adj2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83" name="Google Shape;2483;p43"/>
          <p:cNvSpPr/>
          <p:nvPr/>
        </p:nvSpPr>
        <p:spPr>
          <a:xfrm>
            <a:off x="177006" y="616914"/>
            <a:ext cx="6558454" cy="2898938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4" name="Google Shape;2484;p43"/>
          <p:cNvSpPr/>
          <p:nvPr/>
        </p:nvSpPr>
        <p:spPr>
          <a:xfrm>
            <a:off x="727829" y="1214018"/>
            <a:ext cx="648000" cy="166201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85" name="Google Shape;2485;p43"/>
          <p:cNvSpPr/>
          <p:nvPr/>
        </p:nvSpPr>
        <p:spPr>
          <a:xfrm>
            <a:off x="3407763" y="983092"/>
            <a:ext cx="192282" cy="49786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86" name="Google Shape;2486;p43"/>
          <p:cNvSpPr/>
          <p:nvPr/>
        </p:nvSpPr>
        <p:spPr>
          <a:xfrm>
            <a:off x="734476" y="4106418"/>
            <a:ext cx="648000" cy="162946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87" name="Google Shape;2487;p43"/>
          <p:cNvSpPr txBox="1"/>
          <p:nvPr/>
        </p:nvSpPr>
        <p:spPr>
          <a:xfrm>
            <a:off x="177006" y="743601"/>
            <a:ext cx="5913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2488" name="Google Shape;2488;p43"/>
          <p:cNvSpPr txBox="1"/>
          <p:nvPr/>
        </p:nvSpPr>
        <p:spPr>
          <a:xfrm>
            <a:off x="4089580" y="994135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2489" name="Google Shape;2489;p43"/>
          <p:cNvSpPr txBox="1"/>
          <p:nvPr/>
        </p:nvSpPr>
        <p:spPr>
          <a:xfrm>
            <a:off x="736665" y="542815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2490" name="Google Shape;2490;p43"/>
          <p:cNvCxnSpPr/>
          <p:nvPr/>
        </p:nvCxnSpPr>
        <p:spPr>
          <a:xfrm>
            <a:off x="1371203" y="2546729"/>
            <a:ext cx="824396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491" name="Google Shape;2491;p43"/>
          <p:cNvCxnSpPr/>
          <p:nvPr/>
        </p:nvCxnSpPr>
        <p:spPr>
          <a:xfrm>
            <a:off x="1374076" y="4429194"/>
            <a:ext cx="85108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492" name="Google Shape;2492;p43"/>
          <p:cNvSpPr txBox="1"/>
          <p:nvPr/>
        </p:nvSpPr>
        <p:spPr>
          <a:xfrm>
            <a:off x="1474811" y="422183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ANE.AP</a:t>
            </a:r>
            <a:endParaRPr/>
          </a:p>
        </p:txBody>
      </p:sp>
      <p:sp>
        <p:nvSpPr>
          <p:cNvPr id="2493" name="Google Shape;2493;p43"/>
          <p:cNvSpPr/>
          <p:nvPr/>
        </p:nvSpPr>
        <p:spPr>
          <a:xfrm>
            <a:off x="3596813" y="3243270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94" name="Google Shape;2494;p43"/>
          <p:cNvSpPr txBox="1"/>
          <p:nvPr/>
        </p:nvSpPr>
        <p:spPr>
          <a:xfrm>
            <a:off x="3628971" y="3324591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</p:txBody>
      </p:sp>
      <p:sp>
        <p:nvSpPr>
          <p:cNvPr id="2495" name="Google Shape;2495;p43"/>
          <p:cNvSpPr txBox="1"/>
          <p:nvPr/>
        </p:nvSpPr>
        <p:spPr>
          <a:xfrm>
            <a:off x="720718" y="126199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2496" name="Google Shape;2496;p43"/>
          <p:cNvSpPr txBox="1"/>
          <p:nvPr/>
        </p:nvSpPr>
        <p:spPr>
          <a:xfrm>
            <a:off x="1498048" y="2324752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APE.AN</a:t>
            </a:r>
            <a:endParaRPr/>
          </a:p>
        </p:txBody>
      </p:sp>
      <p:sp>
        <p:nvSpPr>
          <p:cNvPr id="2497" name="Google Shape;2497;p43"/>
          <p:cNvSpPr txBox="1"/>
          <p:nvPr/>
        </p:nvSpPr>
        <p:spPr>
          <a:xfrm>
            <a:off x="-1" y="7376"/>
            <a:ext cx="81613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Cat-7: ESD MOS transistor related</a:t>
            </a:r>
            <a:endParaRPr/>
          </a:p>
        </p:txBody>
      </p:sp>
      <p:cxnSp>
        <p:nvCxnSpPr>
          <p:cNvPr id="2498" name="Google Shape;2498;p43"/>
          <p:cNvCxnSpPr/>
          <p:nvPr/>
        </p:nvCxnSpPr>
        <p:spPr>
          <a:xfrm rot="10800000">
            <a:off x="2623887" y="2511250"/>
            <a:ext cx="76497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499" name="Google Shape;2499;p43"/>
          <p:cNvSpPr txBox="1"/>
          <p:nvPr/>
        </p:nvSpPr>
        <p:spPr>
          <a:xfrm>
            <a:off x="3135706" y="1380243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APE.LM</a:t>
            </a:r>
            <a:endParaRPr/>
          </a:p>
        </p:txBody>
      </p:sp>
      <p:sp>
        <p:nvSpPr>
          <p:cNvPr id="2500" name="Google Shape;2500;p43"/>
          <p:cNvSpPr txBox="1"/>
          <p:nvPr/>
        </p:nvSpPr>
        <p:spPr>
          <a:xfrm>
            <a:off x="3743993" y="4300162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ANE.WM</a:t>
            </a:r>
            <a:endParaRPr/>
          </a:p>
        </p:txBody>
      </p:sp>
      <p:sp>
        <p:nvSpPr>
          <p:cNvPr id="2501" name="Google Shape;2501;p43"/>
          <p:cNvSpPr/>
          <p:nvPr/>
        </p:nvSpPr>
        <p:spPr>
          <a:xfrm>
            <a:off x="2449438" y="2402366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2" name="Google Shape;2502;p43"/>
          <p:cNvSpPr/>
          <p:nvPr/>
        </p:nvSpPr>
        <p:spPr>
          <a:xfrm>
            <a:off x="2449438" y="1848254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3" name="Google Shape;2503;p43"/>
          <p:cNvCxnSpPr/>
          <p:nvPr/>
        </p:nvCxnSpPr>
        <p:spPr>
          <a:xfrm rot="10800000">
            <a:off x="2200199" y="1930649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504" name="Google Shape;2504;p43"/>
          <p:cNvCxnSpPr/>
          <p:nvPr/>
        </p:nvCxnSpPr>
        <p:spPr>
          <a:xfrm rot="10800000">
            <a:off x="2450179" y="1933562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505" name="Google Shape;2505;p43"/>
          <p:cNvCxnSpPr/>
          <p:nvPr/>
        </p:nvCxnSpPr>
        <p:spPr>
          <a:xfrm>
            <a:off x="2537033" y="2047624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506" name="Google Shape;2506;p43"/>
          <p:cNvSpPr txBox="1"/>
          <p:nvPr/>
        </p:nvSpPr>
        <p:spPr>
          <a:xfrm>
            <a:off x="2557036" y="204283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COE.S1</a:t>
            </a:r>
            <a:endParaRPr/>
          </a:p>
        </p:txBody>
      </p:sp>
      <p:sp>
        <p:nvSpPr>
          <p:cNvPr id="2507" name="Google Shape;2507;p43"/>
          <p:cNvSpPr txBox="1"/>
          <p:nvPr/>
        </p:nvSpPr>
        <p:spPr>
          <a:xfrm>
            <a:off x="2514676" y="164639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COE.W1</a:t>
            </a:r>
            <a:endParaRPr/>
          </a:p>
        </p:txBody>
      </p:sp>
      <p:sp>
        <p:nvSpPr>
          <p:cNvPr id="2508" name="Google Shape;2508;p43"/>
          <p:cNvSpPr txBox="1"/>
          <p:nvPr/>
        </p:nvSpPr>
        <p:spPr>
          <a:xfrm>
            <a:off x="2673445" y="254092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CSE.GC</a:t>
            </a:r>
            <a:endParaRPr/>
          </a:p>
        </p:txBody>
      </p:sp>
      <p:cxnSp>
        <p:nvCxnSpPr>
          <p:cNvPr id="2509" name="Google Shape;2509;p43"/>
          <p:cNvCxnSpPr/>
          <p:nvPr/>
        </p:nvCxnSpPr>
        <p:spPr>
          <a:xfrm rot="10800000">
            <a:off x="3417880" y="1634898"/>
            <a:ext cx="18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510" name="Google Shape;2510;p43"/>
          <p:cNvCxnSpPr/>
          <p:nvPr/>
        </p:nvCxnSpPr>
        <p:spPr>
          <a:xfrm>
            <a:off x="3789182" y="1222610"/>
            <a:ext cx="0" cy="167426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511" name="Google Shape;2511;p43"/>
          <p:cNvSpPr txBox="1"/>
          <p:nvPr/>
        </p:nvSpPr>
        <p:spPr>
          <a:xfrm>
            <a:off x="3776792" y="1807289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APE.WM</a:t>
            </a:r>
            <a:endParaRPr/>
          </a:p>
        </p:txBody>
      </p:sp>
      <p:cxnSp>
        <p:nvCxnSpPr>
          <p:cNvPr id="2512" name="Google Shape;2512;p43"/>
          <p:cNvCxnSpPr/>
          <p:nvPr/>
        </p:nvCxnSpPr>
        <p:spPr>
          <a:xfrm>
            <a:off x="3743993" y="4019663"/>
            <a:ext cx="6680" cy="171622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513" name="Google Shape;2513;p43"/>
          <p:cNvCxnSpPr/>
          <p:nvPr/>
        </p:nvCxnSpPr>
        <p:spPr>
          <a:xfrm rot="10800000">
            <a:off x="2630891" y="5234914"/>
            <a:ext cx="75797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514" name="Google Shape;2514;p43"/>
          <p:cNvSpPr/>
          <p:nvPr/>
        </p:nvSpPr>
        <p:spPr>
          <a:xfrm>
            <a:off x="2456442" y="5126030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5" name="Google Shape;2515;p43"/>
          <p:cNvSpPr/>
          <p:nvPr/>
        </p:nvSpPr>
        <p:spPr>
          <a:xfrm>
            <a:off x="2456442" y="4571918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16" name="Google Shape;2516;p43"/>
          <p:cNvCxnSpPr/>
          <p:nvPr/>
        </p:nvCxnSpPr>
        <p:spPr>
          <a:xfrm rot="10800000">
            <a:off x="2457183" y="4657226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517" name="Google Shape;2517;p43"/>
          <p:cNvCxnSpPr/>
          <p:nvPr/>
        </p:nvCxnSpPr>
        <p:spPr>
          <a:xfrm>
            <a:off x="2544037" y="4771288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518" name="Google Shape;2518;p43"/>
          <p:cNvSpPr txBox="1"/>
          <p:nvPr/>
        </p:nvSpPr>
        <p:spPr>
          <a:xfrm>
            <a:off x="2583302" y="476677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COE.S1</a:t>
            </a:r>
            <a:endParaRPr/>
          </a:p>
        </p:txBody>
      </p:sp>
      <p:sp>
        <p:nvSpPr>
          <p:cNvPr id="2519" name="Google Shape;2519;p43"/>
          <p:cNvSpPr txBox="1"/>
          <p:nvPr/>
        </p:nvSpPr>
        <p:spPr>
          <a:xfrm>
            <a:off x="2630781" y="455001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COE.W1</a:t>
            </a:r>
            <a:endParaRPr/>
          </a:p>
        </p:txBody>
      </p:sp>
      <p:sp>
        <p:nvSpPr>
          <p:cNvPr id="2520" name="Google Shape;2520;p43"/>
          <p:cNvSpPr txBox="1"/>
          <p:nvPr/>
        </p:nvSpPr>
        <p:spPr>
          <a:xfrm>
            <a:off x="2668712" y="525959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CSE.GC</a:t>
            </a:r>
            <a:endParaRPr/>
          </a:p>
        </p:txBody>
      </p:sp>
      <p:sp>
        <p:nvSpPr>
          <p:cNvPr id="2521" name="Google Shape;2521;p43"/>
          <p:cNvSpPr txBox="1"/>
          <p:nvPr/>
        </p:nvSpPr>
        <p:spPr>
          <a:xfrm>
            <a:off x="1743528" y="1960234"/>
            <a:ext cx="689372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COE.APT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522" name="Google Shape;2522;p43"/>
          <p:cNvCxnSpPr/>
          <p:nvPr/>
        </p:nvCxnSpPr>
        <p:spPr>
          <a:xfrm rot="10800000">
            <a:off x="2221097" y="4664937"/>
            <a:ext cx="21999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523" name="Google Shape;2523;p43"/>
          <p:cNvSpPr txBox="1"/>
          <p:nvPr/>
        </p:nvSpPr>
        <p:spPr>
          <a:xfrm>
            <a:off x="1776330" y="4694522"/>
            <a:ext cx="673108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COE.ANT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24" name="Google Shape;2524;p43"/>
          <p:cNvSpPr/>
          <p:nvPr/>
        </p:nvSpPr>
        <p:spPr>
          <a:xfrm>
            <a:off x="5301653" y="5133577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5" name="Google Shape;2525;p43"/>
          <p:cNvSpPr/>
          <p:nvPr/>
        </p:nvSpPr>
        <p:spPr>
          <a:xfrm>
            <a:off x="5301653" y="4579465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6" name="Google Shape;2526;p43"/>
          <p:cNvCxnSpPr>
            <a:stCxn id="2524" idx="1"/>
          </p:cNvCxnSpPr>
          <p:nvPr/>
        </p:nvCxnSpPr>
        <p:spPr>
          <a:xfrm flipH="1">
            <a:off x="3610853" y="5223577"/>
            <a:ext cx="1690800" cy="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527" name="Google Shape;2527;p43"/>
          <p:cNvSpPr txBox="1"/>
          <p:nvPr/>
        </p:nvSpPr>
        <p:spPr>
          <a:xfrm>
            <a:off x="4026523" y="525959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CDE.GC</a:t>
            </a:r>
            <a:endParaRPr/>
          </a:p>
        </p:txBody>
      </p:sp>
      <p:sp>
        <p:nvSpPr>
          <p:cNvPr id="2528" name="Google Shape;2528;p43"/>
          <p:cNvSpPr txBox="1"/>
          <p:nvPr/>
        </p:nvSpPr>
        <p:spPr>
          <a:xfrm>
            <a:off x="3194521" y="5364498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ANE.LM</a:t>
            </a:r>
            <a:endParaRPr/>
          </a:p>
        </p:txBody>
      </p:sp>
      <p:cxnSp>
        <p:nvCxnSpPr>
          <p:cNvPr id="2529" name="Google Shape;2529;p43"/>
          <p:cNvCxnSpPr/>
          <p:nvPr/>
        </p:nvCxnSpPr>
        <p:spPr>
          <a:xfrm rot="10800000">
            <a:off x="3417880" y="5576942"/>
            <a:ext cx="18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530" name="Google Shape;2530;p43"/>
          <p:cNvSpPr/>
          <p:nvPr/>
        </p:nvSpPr>
        <p:spPr>
          <a:xfrm>
            <a:off x="5301512" y="2385173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1" name="Google Shape;2531;p43"/>
          <p:cNvSpPr/>
          <p:nvPr/>
        </p:nvSpPr>
        <p:spPr>
          <a:xfrm>
            <a:off x="5301512" y="1831061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32" name="Google Shape;2532;p43"/>
          <p:cNvCxnSpPr/>
          <p:nvPr/>
        </p:nvCxnSpPr>
        <p:spPr>
          <a:xfrm flipH="1">
            <a:off x="3609506" y="2494694"/>
            <a:ext cx="1682953" cy="1447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533" name="Google Shape;2533;p43"/>
          <p:cNvSpPr txBox="1"/>
          <p:nvPr/>
        </p:nvSpPr>
        <p:spPr>
          <a:xfrm>
            <a:off x="4034337" y="254875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CDE.GC</a:t>
            </a:r>
            <a:endParaRPr/>
          </a:p>
        </p:txBody>
      </p:sp>
      <p:sp>
        <p:nvSpPr>
          <p:cNvPr id="2534" name="Google Shape;2534;p43"/>
          <p:cNvSpPr/>
          <p:nvPr/>
        </p:nvSpPr>
        <p:spPr>
          <a:xfrm>
            <a:off x="95459" y="533616"/>
            <a:ext cx="6761154" cy="5622821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lg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5" name="Google Shape;2535;p43"/>
          <p:cNvSpPr txBox="1"/>
          <p:nvPr/>
        </p:nvSpPr>
        <p:spPr>
          <a:xfrm>
            <a:off x="151195" y="5856411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ESD</a:t>
            </a:r>
            <a:endParaRPr/>
          </a:p>
        </p:txBody>
      </p:sp>
      <p:cxnSp>
        <p:nvCxnSpPr>
          <p:cNvPr id="2536" name="Google Shape;2536;p43"/>
          <p:cNvCxnSpPr/>
          <p:nvPr/>
        </p:nvCxnSpPr>
        <p:spPr>
          <a:xfrm>
            <a:off x="5457312" y="4038275"/>
            <a:ext cx="22287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537" name="Google Shape;2537;p43"/>
          <p:cNvCxnSpPr/>
          <p:nvPr/>
        </p:nvCxnSpPr>
        <p:spPr>
          <a:xfrm>
            <a:off x="5680190" y="4038275"/>
            <a:ext cx="0" cy="18355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538" name="Google Shape;2538;p43"/>
          <p:cNvSpPr txBox="1"/>
          <p:nvPr/>
        </p:nvSpPr>
        <p:spPr>
          <a:xfrm>
            <a:off x="5676256" y="401966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ANE.XY</a:t>
            </a:r>
            <a:endParaRPr/>
          </a:p>
        </p:txBody>
      </p:sp>
      <p:sp>
        <p:nvSpPr>
          <p:cNvPr id="2539" name="Google Shape;2539;p43"/>
          <p:cNvSpPr txBox="1"/>
          <p:nvPr/>
        </p:nvSpPr>
        <p:spPr>
          <a:xfrm>
            <a:off x="5527376" y="382842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ANE.XY</a:t>
            </a:r>
            <a:endParaRPr/>
          </a:p>
        </p:txBody>
      </p:sp>
      <p:cxnSp>
        <p:nvCxnSpPr>
          <p:cNvPr id="2540" name="Google Shape;2540;p43"/>
          <p:cNvCxnSpPr/>
          <p:nvPr/>
        </p:nvCxnSpPr>
        <p:spPr>
          <a:xfrm>
            <a:off x="5478702" y="1229600"/>
            <a:ext cx="22287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541" name="Google Shape;2541;p43"/>
          <p:cNvCxnSpPr/>
          <p:nvPr/>
        </p:nvCxnSpPr>
        <p:spPr>
          <a:xfrm>
            <a:off x="5701580" y="1229600"/>
            <a:ext cx="0" cy="18355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542" name="Google Shape;2542;p43"/>
          <p:cNvSpPr txBox="1"/>
          <p:nvPr/>
        </p:nvSpPr>
        <p:spPr>
          <a:xfrm>
            <a:off x="5697646" y="121098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APE.XY</a:t>
            </a:r>
            <a:endParaRPr/>
          </a:p>
        </p:txBody>
      </p:sp>
      <p:sp>
        <p:nvSpPr>
          <p:cNvPr id="2543" name="Google Shape;2543;p43"/>
          <p:cNvSpPr txBox="1"/>
          <p:nvPr/>
        </p:nvSpPr>
        <p:spPr>
          <a:xfrm>
            <a:off x="5548766" y="101975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APE.XY</a:t>
            </a:r>
            <a:endParaRPr/>
          </a:p>
        </p:txBody>
      </p:sp>
      <p:sp>
        <p:nvSpPr>
          <p:cNvPr id="2544" name="Google Shape;2544;p43"/>
          <p:cNvSpPr/>
          <p:nvPr/>
        </p:nvSpPr>
        <p:spPr>
          <a:xfrm>
            <a:off x="4546667" y="339595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id="2545" name="Google Shape;2545;p43"/>
          <p:cNvCxnSpPr/>
          <p:nvPr/>
        </p:nvCxnSpPr>
        <p:spPr>
          <a:xfrm>
            <a:off x="4655367" y="2910843"/>
            <a:ext cx="0" cy="49146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546" name="Google Shape;2546;p43"/>
          <p:cNvCxnSpPr/>
          <p:nvPr/>
        </p:nvCxnSpPr>
        <p:spPr>
          <a:xfrm>
            <a:off x="4647553" y="3575145"/>
            <a:ext cx="0" cy="49146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547" name="Google Shape;2547;p43"/>
          <p:cNvSpPr txBox="1"/>
          <p:nvPr/>
        </p:nvSpPr>
        <p:spPr>
          <a:xfrm>
            <a:off x="4647553" y="301286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APE.CO</a:t>
            </a:r>
            <a:endParaRPr/>
          </a:p>
        </p:txBody>
      </p:sp>
      <p:sp>
        <p:nvSpPr>
          <p:cNvPr id="2548" name="Google Shape;2548;p43"/>
          <p:cNvSpPr txBox="1"/>
          <p:nvPr/>
        </p:nvSpPr>
        <p:spPr>
          <a:xfrm>
            <a:off x="4655367" y="381495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ANE.CO</a:t>
            </a:r>
            <a:endParaRPr/>
          </a:p>
        </p:txBody>
      </p:sp>
      <p:sp>
        <p:nvSpPr>
          <p:cNvPr id="2549" name="Google Shape;2549;p43"/>
          <p:cNvSpPr txBox="1"/>
          <p:nvPr/>
        </p:nvSpPr>
        <p:spPr>
          <a:xfrm>
            <a:off x="2361727" y="1353835"/>
            <a:ext cx="621030" cy="184666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SOURCE</a:t>
            </a:r>
            <a:endParaRPr/>
          </a:p>
        </p:txBody>
      </p:sp>
      <p:sp>
        <p:nvSpPr>
          <p:cNvPr id="2550" name="Google Shape;2550;p43"/>
          <p:cNvSpPr txBox="1"/>
          <p:nvPr/>
        </p:nvSpPr>
        <p:spPr>
          <a:xfrm>
            <a:off x="4913242" y="1353835"/>
            <a:ext cx="621030" cy="184666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DRAIN</a:t>
            </a:r>
            <a:endParaRPr/>
          </a:p>
        </p:txBody>
      </p:sp>
      <p:sp>
        <p:nvSpPr>
          <p:cNvPr id="2551" name="Google Shape;2551;p43"/>
          <p:cNvSpPr txBox="1"/>
          <p:nvPr/>
        </p:nvSpPr>
        <p:spPr>
          <a:xfrm>
            <a:off x="2361727" y="5486651"/>
            <a:ext cx="621030" cy="184666"/>
          </a:xfrm>
          <a:prstGeom prst="rect">
            <a:avLst/>
          </a:prstGeom>
          <a:solidFill>
            <a:srgbClr val="D9D9D9">
              <a:alpha val="56078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SOURCE</a:t>
            </a:r>
            <a:endParaRPr/>
          </a:p>
        </p:txBody>
      </p:sp>
      <p:sp>
        <p:nvSpPr>
          <p:cNvPr id="2552" name="Google Shape;2552;p43"/>
          <p:cNvSpPr txBox="1"/>
          <p:nvPr/>
        </p:nvSpPr>
        <p:spPr>
          <a:xfrm>
            <a:off x="4913242" y="5486651"/>
            <a:ext cx="621030" cy="184666"/>
          </a:xfrm>
          <a:prstGeom prst="rect">
            <a:avLst/>
          </a:prstGeom>
          <a:solidFill>
            <a:srgbClr val="D9D9D9">
              <a:alpha val="56078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DRAIN</a:t>
            </a:r>
            <a:endParaRPr/>
          </a:p>
        </p:txBody>
      </p:sp>
      <p:sp>
        <p:nvSpPr>
          <p:cNvPr id="2553" name="Google Shape;2553;p43"/>
          <p:cNvSpPr txBox="1"/>
          <p:nvPr/>
        </p:nvSpPr>
        <p:spPr>
          <a:xfrm>
            <a:off x="6997892" y="5126030"/>
            <a:ext cx="3675398" cy="15696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MPE    ：AP for ESD PMOS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MNE    ：AN for ESD NMOS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PMOSE  ：ESD PMOS Gate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NMOSE  ：ESD NMOS Gate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    ：MPE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    ：MNE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AP(T)  ：AP Side Edges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AN(T)  ：AN Side Edges</a:t>
            </a:r>
            <a:endParaRPr/>
          </a:p>
        </p:txBody>
      </p:sp>
      <p:sp>
        <p:nvSpPr>
          <p:cNvPr id="2554" name="Google Shape;2554;p43"/>
          <p:cNvSpPr txBox="1"/>
          <p:nvPr/>
        </p:nvSpPr>
        <p:spPr>
          <a:xfrm>
            <a:off x="2555935" y="222211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COE.SE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55" name="Google Shape;2555;p43"/>
          <p:cNvSpPr txBox="1"/>
          <p:nvPr/>
        </p:nvSpPr>
        <p:spPr>
          <a:xfrm>
            <a:off x="2590388" y="492883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COE.SE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556" name="Google Shape;2556;p43"/>
          <p:cNvCxnSpPr>
            <a:endCxn id="2515" idx="0"/>
          </p:cNvCxnSpPr>
          <p:nvPr/>
        </p:nvCxnSpPr>
        <p:spPr>
          <a:xfrm flipH="1">
            <a:off x="2546442" y="4038218"/>
            <a:ext cx="1800" cy="533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557" name="Google Shape;2557;p43"/>
          <p:cNvSpPr txBox="1"/>
          <p:nvPr/>
        </p:nvSpPr>
        <p:spPr>
          <a:xfrm>
            <a:off x="2574230" y="4227849"/>
            <a:ext cx="653106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COE.AN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558" name="Google Shape;2558;p43"/>
          <p:cNvCxnSpPr/>
          <p:nvPr/>
        </p:nvCxnSpPr>
        <p:spPr>
          <a:xfrm>
            <a:off x="2543711" y="2584745"/>
            <a:ext cx="0" cy="330787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559" name="Google Shape;2559;p43"/>
          <p:cNvSpPr txBox="1"/>
          <p:nvPr/>
        </p:nvSpPr>
        <p:spPr>
          <a:xfrm>
            <a:off x="1932167" y="2670570"/>
            <a:ext cx="653106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COE.AP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60" name="Google Shape;2560;p43"/>
          <p:cNvSpPr txBox="1"/>
          <p:nvPr/>
        </p:nvSpPr>
        <p:spPr>
          <a:xfrm>
            <a:off x="9591669" y="5134581"/>
            <a:ext cx="2299219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CO(E)：CO on ESD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CD(E)：CO on ESD/Drain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CS(E)：CO on ESD/Source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561" name="Google Shape;256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6903" y="524480"/>
            <a:ext cx="5009532" cy="4589023"/>
          </a:xfrm>
          <a:prstGeom prst="rect">
            <a:avLst/>
          </a:prstGeom>
          <a:noFill/>
          <a:ln>
            <a:noFill/>
          </a:ln>
        </p:spPr>
      </p:pic>
      <p:sp>
        <p:nvSpPr>
          <p:cNvPr id="2562" name="Google Shape;2562;p43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6" name="Shape 2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7" name="Google Shape;2567;p44"/>
          <p:cNvSpPr/>
          <p:nvPr/>
        </p:nvSpPr>
        <p:spPr>
          <a:xfrm rot="-5400000">
            <a:off x="775004" y="1024670"/>
            <a:ext cx="3600000" cy="360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568" name="Google Shape;2568;p44"/>
          <p:cNvSpPr/>
          <p:nvPr/>
        </p:nvSpPr>
        <p:spPr>
          <a:xfrm rot="-5400000">
            <a:off x="955004" y="1204670"/>
            <a:ext cx="3240000" cy="3240000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2569" name="Google Shape;2569;p44"/>
          <p:cNvCxnSpPr/>
          <p:nvPr/>
        </p:nvCxnSpPr>
        <p:spPr>
          <a:xfrm rot="10800000">
            <a:off x="775003" y="2004938"/>
            <a:ext cx="54102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570" name="Google Shape;2570;p44"/>
          <p:cNvSpPr txBox="1"/>
          <p:nvPr/>
        </p:nvSpPr>
        <p:spPr>
          <a:xfrm flipH="1">
            <a:off x="483498" y="2070434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M1.PO</a:t>
            </a:r>
            <a:endParaRPr/>
          </a:p>
        </p:txBody>
      </p:sp>
      <p:sp>
        <p:nvSpPr>
          <p:cNvPr id="2571" name="Google Shape;2571;p44"/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Cat-8: PAD related</a:t>
            </a:r>
            <a:endParaRPr/>
          </a:p>
        </p:txBody>
      </p:sp>
      <p:sp>
        <p:nvSpPr>
          <p:cNvPr id="2572" name="Google Shape;2572;p44"/>
          <p:cNvSpPr/>
          <p:nvPr/>
        </p:nvSpPr>
        <p:spPr>
          <a:xfrm rot="-5400000">
            <a:off x="1315004" y="1564670"/>
            <a:ext cx="2520000" cy="252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573" name="Google Shape;2573;p44"/>
          <p:cNvSpPr txBox="1"/>
          <p:nvPr/>
        </p:nvSpPr>
        <p:spPr>
          <a:xfrm>
            <a:off x="920813" y="1274600"/>
            <a:ext cx="10352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M2(P)</a:t>
            </a:r>
            <a:endParaRPr/>
          </a:p>
        </p:txBody>
      </p:sp>
      <p:sp>
        <p:nvSpPr>
          <p:cNvPr id="2574" name="Google Shape;2574;p44"/>
          <p:cNvSpPr txBox="1"/>
          <p:nvPr/>
        </p:nvSpPr>
        <p:spPr>
          <a:xfrm>
            <a:off x="670689" y="802706"/>
            <a:ext cx="10352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M1(P)</a:t>
            </a:r>
            <a:endParaRPr/>
          </a:p>
        </p:txBody>
      </p:sp>
      <p:cxnSp>
        <p:nvCxnSpPr>
          <p:cNvPr id="2575" name="Google Shape;2575;p44"/>
          <p:cNvCxnSpPr/>
          <p:nvPr/>
        </p:nvCxnSpPr>
        <p:spPr>
          <a:xfrm rot="10800000">
            <a:off x="955003" y="2520946"/>
            <a:ext cx="36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576" name="Google Shape;2576;p44"/>
          <p:cNvSpPr txBox="1"/>
          <p:nvPr/>
        </p:nvSpPr>
        <p:spPr>
          <a:xfrm>
            <a:off x="1330493" y="1672021"/>
            <a:ext cx="6256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PO</a:t>
            </a:r>
            <a:endParaRPr/>
          </a:p>
        </p:txBody>
      </p:sp>
      <p:sp>
        <p:nvSpPr>
          <p:cNvPr id="2577" name="Google Shape;2577;p44"/>
          <p:cNvSpPr/>
          <p:nvPr/>
        </p:nvSpPr>
        <p:spPr>
          <a:xfrm rot="-5400000">
            <a:off x="4014158" y="2037023"/>
            <a:ext cx="3600000" cy="157529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578" name="Google Shape;2578;p44"/>
          <p:cNvSpPr/>
          <p:nvPr/>
        </p:nvSpPr>
        <p:spPr>
          <a:xfrm rot="-5400000">
            <a:off x="4284156" y="2127024"/>
            <a:ext cx="3240000" cy="1395292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579" name="Google Shape;2579;p44"/>
          <p:cNvSpPr/>
          <p:nvPr/>
        </p:nvSpPr>
        <p:spPr>
          <a:xfrm rot="-5400000">
            <a:off x="4824156" y="2307024"/>
            <a:ext cx="2520000" cy="1035291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580" name="Google Shape;2580;p44"/>
          <p:cNvSpPr txBox="1"/>
          <p:nvPr/>
        </p:nvSpPr>
        <p:spPr>
          <a:xfrm>
            <a:off x="5581999" y="1672021"/>
            <a:ext cx="6256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PO</a:t>
            </a:r>
            <a:endParaRPr/>
          </a:p>
        </p:txBody>
      </p:sp>
      <p:cxnSp>
        <p:nvCxnSpPr>
          <p:cNvPr id="2581" name="Google Shape;2581;p44"/>
          <p:cNvCxnSpPr/>
          <p:nvPr/>
        </p:nvCxnSpPr>
        <p:spPr>
          <a:xfrm flipH="1">
            <a:off x="3849518" y="3409449"/>
            <a:ext cx="1731505" cy="585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582" name="Google Shape;2582;p44"/>
          <p:cNvSpPr/>
          <p:nvPr/>
        </p:nvSpPr>
        <p:spPr>
          <a:xfrm>
            <a:off x="1656467" y="1924669"/>
            <a:ext cx="1800000" cy="180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sp>
        <p:nvSpPr>
          <p:cNvPr id="2583" name="Google Shape;2583;p44"/>
          <p:cNvSpPr/>
          <p:nvPr/>
        </p:nvSpPr>
        <p:spPr>
          <a:xfrm>
            <a:off x="5934254" y="1909476"/>
            <a:ext cx="667548" cy="180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cxnSp>
        <p:nvCxnSpPr>
          <p:cNvPr id="2584" name="Google Shape;2584;p44"/>
          <p:cNvCxnSpPr/>
          <p:nvPr/>
        </p:nvCxnSpPr>
        <p:spPr>
          <a:xfrm rot="10800000">
            <a:off x="1330493" y="3416715"/>
            <a:ext cx="250451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585" name="Google Shape;2585;p44"/>
          <p:cNvSpPr txBox="1"/>
          <p:nvPr/>
        </p:nvSpPr>
        <p:spPr>
          <a:xfrm>
            <a:off x="1640678" y="2056372"/>
            <a:ext cx="8739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V1(P)</a:t>
            </a:r>
            <a:endParaRPr/>
          </a:p>
        </p:txBody>
      </p:sp>
      <p:sp>
        <p:nvSpPr>
          <p:cNvPr id="2586" name="Google Shape;2586;p44"/>
          <p:cNvSpPr txBox="1"/>
          <p:nvPr/>
        </p:nvSpPr>
        <p:spPr>
          <a:xfrm flipH="1">
            <a:off x="483498" y="2637404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M2.PO</a:t>
            </a:r>
            <a:endParaRPr/>
          </a:p>
        </p:txBody>
      </p:sp>
      <p:sp>
        <p:nvSpPr>
          <p:cNvPr id="2587" name="Google Shape;2587;p44"/>
          <p:cNvSpPr txBox="1"/>
          <p:nvPr/>
        </p:nvSpPr>
        <p:spPr>
          <a:xfrm flipH="1">
            <a:off x="1874158" y="2855262"/>
            <a:ext cx="1589566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PO.W1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PP.W1</a:t>
            </a: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(bbox_max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&gt;=70.0)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88" name="Google Shape;2588;p44"/>
          <p:cNvSpPr txBox="1"/>
          <p:nvPr/>
        </p:nvSpPr>
        <p:spPr>
          <a:xfrm flipH="1">
            <a:off x="4073379" y="3508237"/>
            <a:ext cx="1337628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PO.S1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PP.S1</a:t>
            </a: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(bbox_max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&gt;=70.0)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589" name="Google Shape;2589;p44"/>
          <p:cNvCxnSpPr/>
          <p:nvPr/>
        </p:nvCxnSpPr>
        <p:spPr>
          <a:xfrm rot="10800000">
            <a:off x="3456468" y="2255100"/>
            <a:ext cx="918536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590" name="Google Shape;2590;p44"/>
          <p:cNvSpPr txBox="1"/>
          <p:nvPr/>
        </p:nvSpPr>
        <p:spPr>
          <a:xfrm flipH="1">
            <a:off x="3639802" y="2333369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M1.V1P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91" name="Google Shape;2591;p44"/>
          <p:cNvSpPr/>
          <p:nvPr/>
        </p:nvSpPr>
        <p:spPr>
          <a:xfrm rot="-5400000">
            <a:off x="1082143" y="4317529"/>
            <a:ext cx="1083346" cy="1337627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592" name="Google Shape;2592;p44"/>
          <p:cNvSpPr/>
          <p:nvPr/>
        </p:nvSpPr>
        <p:spPr>
          <a:xfrm rot="-5400000">
            <a:off x="756169" y="5592204"/>
            <a:ext cx="1083346" cy="685678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593" name="Google Shape;2593;p44"/>
          <p:cNvSpPr/>
          <p:nvPr/>
        </p:nvSpPr>
        <p:spPr>
          <a:xfrm rot="-5400000">
            <a:off x="3026583" y="4353734"/>
            <a:ext cx="999218" cy="133762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594" name="Google Shape;2594;p44"/>
          <p:cNvSpPr/>
          <p:nvPr/>
        </p:nvSpPr>
        <p:spPr>
          <a:xfrm rot="-5400000">
            <a:off x="3307845" y="5592204"/>
            <a:ext cx="1083346" cy="68567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2595" name="Google Shape;2595;p44"/>
          <p:cNvCxnSpPr/>
          <p:nvPr/>
        </p:nvCxnSpPr>
        <p:spPr>
          <a:xfrm rot="10800000">
            <a:off x="935440" y="4874033"/>
            <a:ext cx="135719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596" name="Google Shape;2596;p44"/>
          <p:cNvCxnSpPr/>
          <p:nvPr/>
        </p:nvCxnSpPr>
        <p:spPr>
          <a:xfrm rot="10800000">
            <a:off x="2077639" y="4444669"/>
            <a:ext cx="0" cy="1107697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597" name="Google Shape;2597;p44"/>
          <p:cNvCxnSpPr/>
          <p:nvPr/>
        </p:nvCxnSpPr>
        <p:spPr>
          <a:xfrm rot="10800000">
            <a:off x="2862793" y="4874033"/>
            <a:ext cx="135719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598" name="Google Shape;2598;p44"/>
          <p:cNvCxnSpPr/>
          <p:nvPr/>
        </p:nvCxnSpPr>
        <p:spPr>
          <a:xfrm rot="10800000">
            <a:off x="3071488" y="4631728"/>
            <a:ext cx="0" cy="920637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599" name="Google Shape;2599;p44"/>
          <p:cNvSpPr/>
          <p:nvPr/>
        </p:nvSpPr>
        <p:spPr>
          <a:xfrm>
            <a:off x="4597379" y="5562923"/>
            <a:ext cx="2239251" cy="908512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2600" name="Google Shape;2600;p44"/>
          <p:cNvCxnSpPr/>
          <p:nvPr/>
        </p:nvCxnSpPr>
        <p:spPr>
          <a:xfrm rot="10800000">
            <a:off x="5712445" y="4624670"/>
            <a:ext cx="0" cy="92769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601" name="Google Shape;2601;p44"/>
          <p:cNvSpPr txBox="1"/>
          <p:nvPr/>
        </p:nvSpPr>
        <p:spPr>
          <a:xfrm>
            <a:off x="4700958" y="5894688"/>
            <a:ext cx="20300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AP/AN/GC/M1/M2</a:t>
            </a:r>
            <a:endParaRPr/>
          </a:p>
        </p:txBody>
      </p:sp>
      <p:sp>
        <p:nvSpPr>
          <p:cNvPr id="2602" name="Google Shape;2602;p44"/>
          <p:cNvSpPr txBox="1"/>
          <p:nvPr/>
        </p:nvSpPr>
        <p:spPr>
          <a:xfrm flipH="1">
            <a:off x="4821188" y="4759870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M1P.XX</a:t>
            </a:r>
            <a:endParaRPr/>
          </a:p>
        </p:txBody>
      </p:sp>
      <p:sp>
        <p:nvSpPr>
          <p:cNvPr id="2603" name="Google Shape;2603;p44"/>
          <p:cNvSpPr txBox="1"/>
          <p:nvPr/>
        </p:nvSpPr>
        <p:spPr>
          <a:xfrm flipH="1">
            <a:off x="3115311" y="4639582"/>
            <a:ext cx="1077044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M1P.PE(MIN)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04" name="Google Shape;2604;p44"/>
          <p:cNvSpPr txBox="1"/>
          <p:nvPr/>
        </p:nvSpPr>
        <p:spPr>
          <a:xfrm flipH="1">
            <a:off x="1034819" y="4631728"/>
            <a:ext cx="1059043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M2P.PE(MAX)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05" name="Google Shape;2605;p44"/>
          <p:cNvSpPr txBox="1"/>
          <p:nvPr/>
        </p:nvSpPr>
        <p:spPr>
          <a:xfrm flipH="1">
            <a:off x="973853" y="5132684"/>
            <a:ext cx="111740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M2P.PE(MIN)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06" name="Google Shape;2606;p44"/>
          <p:cNvSpPr txBox="1"/>
          <p:nvPr/>
        </p:nvSpPr>
        <p:spPr>
          <a:xfrm flipH="1">
            <a:off x="3070609" y="5132684"/>
            <a:ext cx="1128948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M1P.PE(MAX)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07" name="Google Shape;2607;p44"/>
          <p:cNvSpPr txBox="1"/>
          <p:nvPr/>
        </p:nvSpPr>
        <p:spPr>
          <a:xfrm>
            <a:off x="6852465" y="5080791"/>
            <a:ext cx="5149035" cy="830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PP   ：PO for Pad (max dimension of the bbox&gt;=70.0um)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M1(P)：M1 covering PO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M2(P)：M2 covering PO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V1(P)：V1 through M1(P)-M2(P)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608" name="Google Shape;2608;p44"/>
          <p:cNvCxnSpPr/>
          <p:nvPr/>
        </p:nvCxnSpPr>
        <p:spPr>
          <a:xfrm rot="10800000">
            <a:off x="3437704" y="2578434"/>
            <a:ext cx="75465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609" name="Google Shape;2609;p44"/>
          <p:cNvSpPr txBox="1"/>
          <p:nvPr/>
        </p:nvSpPr>
        <p:spPr>
          <a:xfrm flipH="1">
            <a:off x="3621038" y="2656703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M2.V1P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610" name="Google Shape;2610;p44"/>
          <p:cNvCxnSpPr/>
          <p:nvPr/>
        </p:nvCxnSpPr>
        <p:spPr>
          <a:xfrm rot="10800000">
            <a:off x="6147773" y="4464963"/>
            <a:ext cx="0" cy="108740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611" name="Google Shape;2611;p44"/>
          <p:cNvSpPr txBox="1"/>
          <p:nvPr/>
        </p:nvSpPr>
        <p:spPr>
          <a:xfrm flipH="1">
            <a:off x="5983071" y="4780232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M2P.XX</a:t>
            </a:r>
            <a:endParaRPr/>
          </a:p>
        </p:txBody>
      </p:sp>
      <p:cxnSp>
        <p:nvCxnSpPr>
          <p:cNvPr id="2612" name="Google Shape;2612;p44"/>
          <p:cNvCxnSpPr/>
          <p:nvPr/>
        </p:nvCxnSpPr>
        <p:spPr>
          <a:xfrm rot="10800000">
            <a:off x="955002" y="4444669"/>
            <a:ext cx="1337628" cy="0"/>
          </a:xfrm>
          <a:prstGeom prst="straightConnector1">
            <a:avLst/>
          </a:prstGeom>
          <a:noFill/>
          <a:ln cap="flat" cmpd="sng" w="9525">
            <a:solidFill>
              <a:srgbClr val="747474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2613" name="Google Shape;2613;p44"/>
          <p:cNvCxnSpPr/>
          <p:nvPr/>
        </p:nvCxnSpPr>
        <p:spPr>
          <a:xfrm rot="10800000">
            <a:off x="2854727" y="4624670"/>
            <a:ext cx="1337628" cy="0"/>
          </a:xfrm>
          <a:prstGeom prst="straightConnector1">
            <a:avLst/>
          </a:prstGeom>
          <a:noFill/>
          <a:ln cap="flat" cmpd="sng" w="9525">
            <a:solidFill>
              <a:srgbClr val="747474"/>
            </a:solidFill>
            <a:prstDash val="dash"/>
            <a:miter lim="8000"/>
            <a:headEnd len="sm" w="sm" type="none"/>
            <a:tailEnd len="sm" w="sm" type="none"/>
          </a:ln>
        </p:spPr>
      </p:cxnSp>
      <p:pic>
        <p:nvPicPr>
          <p:cNvPr id="2614" name="Google Shape;261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86123" y="584934"/>
            <a:ext cx="5081718" cy="442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15" name="Google Shape;2615;p44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9" name="Shape 2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0" name="Google Shape;2620;p4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JP"/>
              <a:t>Obsolete slides</a:t>
            </a:r>
            <a:endParaRPr/>
          </a:p>
        </p:txBody>
      </p:sp>
      <p:sp>
        <p:nvSpPr>
          <p:cNvPr id="2621" name="Google Shape;2621;p45"/>
          <p:cNvSpPr txBox="1"/>
          <p:nvPr>
            <p:ph idx="1" type="subTitle"/>
          </p:nvPr>
        </p:nvSpPr>
        <p:spPr>
          <a:xfrm>
            <a:off x="1524000" y="3602037"/>
            <a:ext cx="9144000" cy="2133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JP">
                <a:latin typeface="Arial"/>
                <a:ea typeface="Arial"/>
                <a:cs typeface="Arial"/>
                <a:sym typeface="Arial"/>
              </a:rPr>
              <a:t>2026/07/27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JP">
                <a:latin typeface="Arial"/>
                <a:ea typeface="Arial"/>
                <a:cs typeface="Arial"/>
                <a:sym typeface="Arial"/>
              </a:rPr>
              <a:t>Reflected GitHub issues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JP"/>
              <a:t>https://github.com/OpenSUSI/TR-1um/issues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6" name="Shape 2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7" name="Google Shape;2627;p46"/>
          <p:cNvSpPr/>
          <p:nvPr/>
        </p:nvSpPr>
        <p:spPr>
          <a:xfrm>
            <a:off x="1205872" y="2242345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28" name="Google Shape;2628;p46"/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Cat-1: Prohibited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9" name="Google Shape;2629;p46"/>
          <p:cNvSpPr/>
          <p:nvPr/>
        </p:nvSpPr>
        <p:spPr>
          <a:xfrm>
            <a:off x="725272" y="780030"/>
            <a:ext cx="1501200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0" name="Google Shape;2630;p46"/>
          <p:cNvSpPr txBox="1"/>
          <p:nvPr/>
        </p:nvSpPr>
        <p:spPr>
          <a:xfrm>
            <a:off x="1145729" y="2327679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2631" name="Google Shape;2631;p46"/>
          <p:cNvSpPr/>
          <p:nvPr/>
        </p:nvSpPr>
        <p:spPr>
          <a:xfrm>
            <a:off x="1205872" y="1294040"/>
            <a:ext cx="54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32" name="Google Shape;2632;p46"/>
          <p:cNvSpPr txBox="1"/>
          <p:nvPr/>
        </p:nvSpPr>
        <p:spPr>
          <a:xfrm>
            <a:off x="725272" y="837262"/>
            <a:ext cx="97404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WN(R)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33" name="Google Shape;2633;p46"/>
          <p:cNvSpPr/>
          <p:nvPr/>
        </p:nvSpPr>
        <p:spPr>
          <a:xfrm>
            <a:off x="2420371" y="765375"/>
            <a:ext cx="1501200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4" name="Google Shape;2634;p46"/>
          <p:cNvSpPr txBox="1"/>
          <p:nvPr/>
        </p:nvSpPr>
        <p:spPr>
          <a:xfrm>
            <a:off x="2420371" y="822607"/>
            <a:ext cx="9671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WN(C)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35" name="Google Shape;2635;p46"/>
          <p:cNvSpPr txBox="1"/>
          <p:nvPr/>
        </p:nvSpPr>
        <p:spPr>
          <a:xfrm>
            <a:off x="1145729" y="1430233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sp>
        <p:nvSpPr>
          <p:cNvPr id="2636" name="Google Shape;2636;p46"/>
          <p:cNvSpPr/>
          <p:nvPr/>
        </p:nvSpPr>
        <p:spPr>
          <a:xfrm>
            <a:off x="2900971" y="2227690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37" name="Google Shape;2637;p46"/>
          <p:cNvSpPr txBox="1"/>
          <p:nvPr/>
        </p:nvSpPr>
        <p:spPr>
          <a:xfrm>
            <a:off x="2840828" y="2313024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2638" name="Google Shape;2638;p46"/>
          <p:cNvSpPr/>
          <p:nvPr/>
        </p:nvSpPr>
        <p:spPr>
          <a:xfrm>
            <a:off x="2900971" y="1279385"/>
            <a:ext cx="540000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39" name="Google Shape;2639;p46"/>
          <p:cNvSpPr txBox="1"/>
          <p:nvPr/>
        </p:nvSpPr>
        <p:spPr>
          <a:xfrm>
            <a:off x="2840828" y="141557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2640" name="Google Shape;2640;p46"/>
          <p:cNvSpPr/>
          <p:nvPr/>
        </p:nvSpPr>
        <p:spPr>
          <a:xfrm>
            <a:off x="888218" y="3969495"/>
            <a:ext cx="22049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641" name="Google Shape;2641;p46"/>
          <p:cNvSpPr/>
          <p:nvPr/>
        </p:nvSpPr>
        <p:spPr>
          <a:xfrm rot="-5400000">
            <a:off x="590049" y="3807445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42" name="Google Shape;2642;p46"/>
          <p:cNvSpPr txBox="1"/>
          <p:nvPr/>
        </p:nvSpPr>
        <p:spPr>
          <a:xfrm>
            <a:off x="1258890" y="3669030"/>
            <a:ext cx="12966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AP+AN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+AC+AR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+GC+GR</a:t>
            </a:r>
            <a:endParaRPr/>
          </a:p>
        </p:txBody>
      </p:sp>
      <p:sp>
        <p:nvSpPr>
          <p:cNvPr id="2643" name="Google Shape;2643;p46"/>
          <p:cNvSpPr/>
          <p:nvPr/>
        </p:nvSpPr>
        <p:spPr>
          <a:xfrm>
            <a:off x="888531" y="5058904"/>
            <a:ext cx="22049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644" name="Google Shape;2644;p46"/>
          <p:cNvSpPr/>
          <p:nvPr/>
        </p:nvSpPr>
        <p:spPr>
          <a:xfrm rot="-5400000">
            <a:off x="590362" y="4896854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45" name="Google Shape;2645;p46"/>
          <p:cNvSpPr txBox="1"/>
          <p:nvPr/>
        </p:nvSpPr>
        <p:spPr>
          <a:xfrm>
            <a:off x="1316633" y="4758440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2646" name="Google Shape;2646;p46"/>
          <p:cNvSpPr/>
          <p:nvPr/>
        </p:nvSpPr>
        <p:spPr>
          <a:xfrm rot="-5400000">
            <a:off x="2452205" y="3807445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47" name="Google Shape;2647;p46"/>
          <p:cNvSpPr txBox="1"/>
          <p:nvPr/>
        </p:nvSpPr>
        <p:spPr>
          <a:xfrm>
            <a:off x="3215960" y="3669030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2648" name="Google Shape;2648;p46"/>
          <p:cNvSpPr/>
          <p:nvPr/>
        </p:nvSpPr>
        <p:spPr>
          <a:xfrm rot="-5400000">
            <a:off x="2452205" y="4896855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49" name="Google Shape;2649;p46"/>
          <p:cNvSpPr txBox="1"/>
          <p:nvPr/>
        </p:nvSpPr>
        <p:spPr>
          <a:xfrm>
            <a:off x="3215960" y="4758440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</a:t>
            </a:r>
            <a:endParaRPr/>
          </a:p>
        </p:txBody>
      </p:sp>
      <p:sp>
        <p:nvSpPr>
          <p:cNvPr id="2650" name="Google Shape;2650;p46"/>
          <p:cNvSpPr txBox="1"/>
          <p:nvPr/>
        </p:nvSpPr>
        <p:spPr>
          <a:xfrm>
            <a:off x="728463" y="3299697"/>
            <a:ext cx="6425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</a:t>
            </a:r>
            <a:endParaRPr/>
          </a:p>
        </p:txBody>
      </p:sp>
      <p:sp>
        <p:nvSpPr>
          <p:cNvPr id="2651" name="Google Shape;2651;p46"/>
          <p:cNvSpPr txBox="1"/>
          <p:nvPr/>
        </p:nvSpPr>
        <p:spPr>
          <a:xfrm>
            <a:off x="2590618" y="3299697"/>
            <a:ext cx="6425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V1</a:t>
            </a:r>
            <a:endParaRPr/>
          </a:p>
        </p:txBody>
      </p:sp>
      <p:sp>
        <p:nvSpPr>
          <p:cNvPr id="2652" name="Google Shape;2652;p46"/>
          <p:cNvSpPr/>
          <p:nvPr/>
        </p:nvSpPr>
        <p:spPr>
          <a:xfrm>
            <a:off x="2770618" y="398234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3" name="Google Shape;2653;p46"/>
          <p:cNvSpPr/>
          <p:nvPr/>
        </p:nvSpPr>
        <p:spPr>
          <a:xfrm>
            <a:off x="2765833" y="5071750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4" name="Google Shape;2654;p46"/>
          <p:cNvSpPr/>
          <p:nvPr/>
        </p:nvSpPr>
        <p:spPr>
          <a:xfrm rot="-5400000">
            <a:off x="3964164" y="3807444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55" name="Google Shape;2655;p46"/>
          <p:cNvSpPr txBox="1"/>
          <p:nvPr/>
        </p:nvSpPr>
        <p:spPr>
          <a:xfrm>
            <a:off x="4727919" y="3669029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2656" name="Google Shape;2656;p46"/>
          <p:cNvSpPr/>
          <p:nvPr/>
        </p:nvSpPr>
        <p:spPr>
          <a:xfrm rot="-5400000">
            <a:off x="3964164" y="4896854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57" name="Google Shape;2657;p46"/>
          <p:cNvSpPr txBox="1"/>
          <p:nvPr/>
        </p:nvSpPr>
        <p:spPr>
          <a:xfrm>
            <a:off x="4727919" y="4758439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</a:t>
            </a:r>
            <a:endParaRPr/>
          </a:p>
        </p:txBody>
      </p:sp>
      <p:sp>
        <p:nvSpPr>
          <p:cNvPr id="2658" name="Google Shape;2658;p46"/>
          <p:cNvSpPr txBox="1"/>
          <p:nvPr/>
        </p:nvSpPr>
        <p:spPr>
          <a:xfrm>
            <a:off x="4102577" y="3299696"/>
            <a:ext cx="6425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PO</a:t>
            </a:r>
            <a:endParaRPr/>
          </a:p>
        </p:txBody>
      </p:sp>
      <p:sp>
        <p:nvSpPr>
          <p:cNvPr id="2659" name="Google Shape;2659;p46"/>
          <p:cNvSpPr/>
          <p:nvPr/>
        </p:nvSpPr>
        <p:spPr>
          <a:xfrm>
            <a:off x="4282577" y="3982340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0" name="Google Shape;2660;p46"/>
          <p:cNvSpPr/>
          <p:nvPr/>
        </p:nvSpPr>
        <p:spPr>
          <a:xfrm>
            <a:off x="4277792" y="5071749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1" name="Google Shape;2661;p46"/>
          <p:cNvSpPr/>
          <p:nvPr/>
        </p:nvSpPr>
        <p:spPr>
          <a:xfrm rot="-5400000">
            <a:off x="5772992" y="765375"/>
            <a:ext cx="1080000" cy="1080000"/>
          </a:xfrm>
          <a:prstGeom prst="rect">
            <a:avLst/>
          </a:prstGeom>
          <a:noFill/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62" name="Google Shape;2662;p46"/>
          <p:cNvSpPr txBox="1"/>
          <p:nvPr/>
        </p:nvSpPr>
        <p:spPr>
          <a:xfrm>
            <a:off x="5698919" y="754427"/>
            <a:ext cx="6425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PO</a:t>
            </a:r>
            <a:endParaRPr/>
          </a:p>
        </p:txBody>
      </p:sp>
      <p:sp>
        <p:nvSpPr>
          <p:cNvPr id="2663" name="Google Shape;2663;p46"/>
          <p:cNvSpPr/>
          <p:nvPr/>
        </p:nvSpPr>
        <p:spPr>
          <a:xfrm>
            <a:off x="6042992" y="1035375"/>
            <a:ext cx="540000" cy="540000"/>
          </a:xfrm>
          <a:prstGeom prst="rect">
            <a:avLst/>
          </a:prstGeom>
          <a:noFill/>
          <a:ln cap="flat" cmpd="sng" w="19050">
            <a:solidFill>
              <a:srgbClr val="7030A0"/>
            </a:solidFill>
            <a:prstDash val="lg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4" name="Google Shape;2664;p46"/>
          <p:cNvSpPr txBox="1"/>
          <p:nvPr/>
        </p:nvSpPr>
        <p:spPr>
          <a:xfrm>
            <a:off x="6287150" y="1134707"/>
            <a:ext cx="871400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V1(P)</a:t>
            </a:r>
            <a:endParaRPr/>
          </a:p>
        </p:txBody>
      </p:sp>
      <p:sp>
        <p:nvSpPr>
          <p:cNvPr id="2665" name="Google Shape;2665;p46"/>
          <p:cNvSpPr txBox="1"/>
          <p:nvPr/>
        </p:nvSpPr>
        <p:spPr>
          <a:xfrm>
            <a:off x="7231101" y="6027003"/>
            <a:ext cx="4116711" cy="830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AA   ：AP+AN+AC+AR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WN(R)：WN covering 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WN(C)：WN covering AC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V1(P)：V1 interacting PO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66" name="Google Shape;2666;p46"/>
          <p:cNvSpPr/>
          <p:nvPr/>
        </p:nvSpPr>
        <p:spPr>
          <a:xfrm>
            <a:off x="4108620" y="765375"/>
            <a:ext cx="1501200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7" name="Google Shape;2667;p46"/>
          <p:cNvSpPr txBox="1"/>
          <p:nvPr/>
        </p:nvSpPr>
        <p:spPr>
          <a:xfrm>
            <a:off x="4108620" y="822607"/>
            <a:ext cx="1020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WN(C)</a:t>
            </a:r>
            <a:endParaRPr sz="18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68" name="Google Shape;2668;p46"/>
          <p:cNvSpPr/>
          <p:nvPr/>
        </p:nvSpPr>
        <p:spPr>
          <a:xfrm>
            <a:off x="4589220" y="1279385"/>
            <a:ext cx="540000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69" name="Google Shape;2669;p46"/>
          <p:cNvSpPr txBox="1"/>
          <p:nvPr/>
        </p:nvSpPr>
        <p:spPr>
          <a:xfrm>
            <a:off x="4529077" y="141557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2670" name="Google Shape;2670;p46"/>
          <p:cNvSpPr/>
          <p:nvPr/>
        </p:nvSpPr>
        <p:spPr>
          <a:xfrm>
            <a:off x="4589220" y="2222461"/>
            <a:ext cx="54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71" name="Google Shape;2671;p46"/>
          <p:cNvSpPr txBox="1"/>
          <p:nvPr/>
        </p:nvSpPr>
        <p:spPr>
          <a:xfrm>
            <a:off x="4529077" y="2358654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pic>
        <p:nvPicPr>
          <p:cNvPr id="2672" name="Google Shape;267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1101" y="734103"/>
            <a:ext cx="4739792" cy="2551514"/>
          </a:xfrm>
          <a:prstGeom prst="rect">
            <a:avLst/>
          </a:prstGeom>
          <a:noFill/>
          <a:ln>
            <a:noFill/>
          </a:ln>
        </p:spPr>
      </p:pic>
      <p:sp>
        <p:nvSpPr>
          <p:cNvPr id="2673" name="Google Shape;2673;p46"/>
          <p:cNvSpPr txBox="1"/>
          <p:nvPr/>
        </p:nvSpPr>
        <p:spPr>
          <a:xfrm>
            <a:off x="4067055" y="42011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PO.Z1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4" name="Google Shape;2674;p46"/>
          <p:cNvSpPr txBox="1"/>
          <p:nvPr/>
        </p:nvSpPr>
        <p:spPr>
          <a:xfrm>
            <a:off x="4067055" y="528475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PO.Z2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5" name="Google Shape;2675;p46"/>
          <p:cNvSpPr txBox="1"/>
          <p:nvPr/>
        </p:nvSpPr>
        <p:spPr>
          <a:xfrm>
            <a:off x="6041382" y="163471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PO.Z3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6" name="Google Shape;2676;p46"/>
          <p:cNvSpPr txBox="1"/>
          <p:nvPr/>
        </p:nvSpPr>
        <p:spPr>
          <a:xfrm>
            <a:off x="4548705" y="282389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WN.Z3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7" name="Google Shape;2677;p46"/>
          <p:cNvCxnSpPr/>
          <p:nvPr/>
        </p:nvCxnSpPr>
        <p:spPr>
          <a:xfrm>
            <a:off x="2900971" y="2222461"/>
            <a:ext cx="540000" cy="54000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678" name="Google Shape;2678;p46"/>
          <p:cNvCxnSpPr/>
          <p:nvPr/>
        </p:nvCxnSpPr>
        <p:spPr>
          <a:xfrm flipH="1" rot="10800000">
            <a:off x="2900971" y="2242345"/>
            <a:ext cx="540000" cy="520116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679" name="Google Shape;2679;p46"/>
          <p:cNvSpPr txBox="1"/>
          <p:nvPr/>
        </p:nvSpPr>
        <p:spPr>
          <a:xfrm>
            <a:off x="2894935" y="282389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WN.Z2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0" name="Google Shape;2680;p46"/>
          <p:cNvSpPr txBox="1"/>
          <p:nvPr/>
        </p:nvSpPr>
        <p:spPr>
          <a:xfrm>
            <a:off x="1169186" y="282389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WN.Z1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1" name="Google Shape;2681;p46"/>
          <p:cNvCxnSpPr/>
          <p:nvPr/>
        </p:nvCxnSpPr>
        <p:spPr>
          <a:xfrm>
            <a:off x="4589220" y="2222460"/>
            <a:ext cx="540000" cy="54000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682" name="Google Shape;2682;p46"/>
          <p:cNvCxnSpPr/>
          <p:nvPr/>
        </p:nvCxnSpPr>
        <p:spPr>
          <a:xfrm flipH="1" rot="10800000">
            <a:off x="4589220" y="2242344"/>
            <a:ext cx="540000" cy="520116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683" name="Google Shape;2683;p46"/>
          <p:cNvCxnSpPr/>
          <p:nvPr/>
        </p:nvCxnSpPr>
        <p:spPr>
          <a:xfrm>
            <a:off x="1202275" y="2228847"/>
            <a:ext cx="540000" cy="54000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2684" name="Google Shape;2684;p46"/>
          <p:cNvCxnSpPr/>
          <p:nvPr/>
        </p:nvCxnSpPr>
        <p:spPr>
          <a:xfrm flipH="1" rot="10800000">
            <a:off x="1202275" y="2248731"/>
            <a:ext cx="540000" cy="520116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685" name="Google Shape;2685;p46"/>
          <p:cNvSpPr txBox="1"/>
          <p:nvPr/>
        </p:nvSpPr>
        <p:spPr>
          <a:xfrm>
            <a:off x="2539425" y="42011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V1.Z1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6" name="Google Shape;2686;p46"/>
          <p:cNvSpPr txBox="1"/>
          <p:nvPr/>
        </p:nvSpPr>
        <p:spPr>
          <a:xfrm>
            <a:off x="2539425" y="528475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V1.Z2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7" name="Google Shape;2687;p46"/>
          <p:cNvSpPr txBox="1"/>
          <p:nvPr/>
        </p:nvSpPr>
        <p:spPr>
          <a:xfrm>
            <a:off x="695603" y="420402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CO.Z1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8" name="Google Shape;2688;p46"/>
          <p:cNvSpPr txBox="1"/>
          <p:nvPr/>
        </p:nvSpPr>
        <p:spPr>
          <a:xfrm>
            <a:off x="695603" y="530099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CO.Z3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9" name="Google Shape;2689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1102" y="3338284"/>
            <a:ext cx="3786966" cy="2709093"/>
          </a:xfrm>
          <a:prstGeom prst="rect">
            <a:avLst/>
          </a:prstGeom>
          <a:noFill/>
          <a:ln>
            <a:noFill/>
          </a:ln>
        </p:spPr>
      </p:pic>
      <p:sp>
        <p:nvSpPr>
          <p:cNvPr id="2690" name="Google Shape;2690;p46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5" name="Shape 2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6" name="Google Shape;2696;p47"/>
          <p:cNvSpPr/>
          <p:nvPr/>
        </p:nvSpPr>
        <p:spPr>
          <a:xfrm>
            <a:off x="2539707" y="3627645"/>
            <a:ext cx="2364182" cy="109377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97" name="Google Shape;2697;p47"/>
          <p:cNvSpPr/>
          <p:nvPr/>
        </p:nvSpPr>
        <p:spPr>
          <a:xfrm rot="-5400000">
            <a:off x="3264832" y="3370611"/>
            <a:ext cx="826049" cy="145488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2698" name="Google Shape;2698;p47"/>
          <p:cNvGrpSpPr/>
          <p:nvPr/>
        </p:nvGrpSpPr>
        <p:grpSpPr>
          <a:xfrm>
            <a:off x="2539708" y="4542049"/>
            <a:ext cx="2364182" cy="1093773"/>
            <a:chOff x="1473910" y="3899640"/>
            <a:chExt cx="2340000" cy="2340000"/>
          </a:xfrm>
        </p:grpSpPr>
        <p:sp>
          <p:nvSpPr>
            <p:cNvPr id="2699" name="Google Shape;2699;p47"/>
            <p:cNvSpPr/>
            <p:nvPr/>
          </p:nvSpPr>
          <p:spPr>
            <a:xfrm>
              <a:off x="1473910" y="3899640"/>
              <a:ext cx="2340000" cy="2340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2700" name="Google Shape;2700;p47"/>
            <p:cNvSpPr/>
            <p:nvPr/>
          </p:nvSpPr>
          <p:spPr>
            <a:xfrm rot="-5400000">
              <a:off x="1880418" y="4349640"/>
              <a:ext cx="1440000" cy="144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2701" name="Google Shape;2701;p47"/>
          <p:cNvSpPr/>
          <p:nvPr/>
        </p:nvSpPr>
        <p:spPr>
          <a:xfrm>
            <a:off x="2932237" y="1048610"/>
            <a:ext cx="1009574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702" name="Google Shape;2702;p47"/>
          <p:cNvSpPr/>
          <p:nvPr/>
        </p:nvSpPr>
        <p:spPr>
          <a:xfrm>
            <a:off x="5996847" y="596304"/>
            <a:ext cx="1501200" cy="234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3" name="Google Shape;2703;p47"/>
          <p:cNvSpPr/>
          <p:nvPr/>
        </p:nvSpPr>
        <p:spPr>
          <a:xfrm>
            <a:off x="5996847" y="3457702"/>
            <a:ext cx="1501200" cy="1542709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4" name="Google Shape;2704;p47"/>
          <p:cNvSpPr/>
          <p:nvPr/>
        </p:nvSpPr>
        <p:spPr>
          <a:xfrm>
            <a:off x="4469043" y="1058018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705" name="Google Shape;2705;p47"/>
          <p:cNvSpPr/>
          <p:nvPr/>
        </p:nvSpPr>
        <p:spPr>
          <a:xfrm>
            <a:off x="2201296" y="596304"/>
            <a:ext cx="3246910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6" name="Google Shape;2706;p47"/>
          <p:cNvSpPr/>
          <p:nvPr/>
        </p:nvSpPr>
        <p:spPr>
          <a:xfrm>
            <a:off x="2914109" y="1985355"/>
            <a:ext cx="1021704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707" name="Google Shape;2707;p47"/>
          <p:cNvSpPr/>
          <p:nvPr/>
        </p:nvSpPr>
        <p:spPr>
          <a:xfrm>
            <a:off x="4469043" y="1990898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708" name="Google Shape;2708;p47"/>
          <p:cNvSpPr txBox="1"/>
          <p:nvPr/>
        </p:nvSpPr>
        <p:spPr>
          <a:xfrm>
            <a:off x="2934149" y="105801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sp>
        <p:nvSpPr>
          <p:cNvPr id="2709" name="Google Shape;2709;p47"/>
          <p:cNvSpPr txBox="1"/>
          <p:nvPr/>
        </p:nvSpPr>
        <p:spPr>
          <a:xfrm>
            <a:off x="4371107" y="1121743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2710" name="Google Shape;2710;p47"/>
          <p:cNvCxnSpPr/>
          <p:nvPr/>
        </p:nvCxnSpPr>
        <p:spPr>
          <a:xfrm>
            <a:off x="5448943" y="813220"/>
            <a:ext cx="53087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711" name="Google Shape;2711;p47"/>
          <p:cNvCxnSpPr/>
          <p:nvPr/>
        </p:nvCxnSpPr>
        <p:spPr>
          <a:xfrm>
            <a:off x="3935813" y="2244845"/>
            <a:ext cx="53104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712" name="Google Shape;2712;p47"/>
          <p:cNvSpPr txBox="1"/>
          <p:nvPr/>
        </p:nvSpPr>
        <p:spPr>
          <a:xfrm>
            <a:off x="5424573" y="83752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WN.S2</a:t>
            </a:r>
            <a:endParaRPr/>
          </a:p>
        </p:txBody>
      </p:sp>
      <p:cxnSp>
        <p:nvCxnSpPr>
          <p:cNvPr id="2713" name="Google Shape;2713;p47"/>
          <p:cNvCxnSpPr/>
          <p:nvPr/>
        </p:nvCxnSpPr>
        <p:spPr>
          <a:xfrm>
            <a:off x="4897953" y="2244508"/>
            <a:ext cx="539114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714" name="Google Shape;2714;p47"/>
          <p:cNvSpPr/>
          <p:nvPr/>
        </p:nvSpPr>
        <p:spPr>
          <a:xfrm>
            <a:off x="169599" y="596302"/>
            <a:ext cx="1500657" cy="1544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5" name="Google Shape;2715;p47"/>
          <p:cNvSpPr txBox="1"/>
          <p:nvPr/>
        </p:nvSpPr>
        <p:spPr>
          <a:xfrm>
            <a:off x="4875037" y="231093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AN.WR</a:t>
            </a:r>
            <a:endParaRPr/>
          </a:p>
        </p:txBody>
      </p:sp>
      <p:sp>
        <p:nvSpPr>
          <p:cNvPr id="2716" name="Google Shape;2716;p47"/>
          <p:cNvSpPr txBox="1"/>
          <p:nvPr/>
        </p:nvSpPr>
        <p:spPr>
          <a:xfrm>
            <a:off x="3901301" y="231093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AR.AN</a:t>
            </a:r>
            <a:endParaRPr/>
          </a:p>
        </p:txBody>
      </p:sp>
      <p:cxnSp>
        <p:nvCxnSpPr>
          <p:cNvPr id="2717" name="Google Shape;2717;p47"/>
          <p:cNvCxnSpPr/>
          <p:nvPr/>
        </p:nvCxnSpPr>
        <p:spPr>
          <a:xfrm>
            <a:off x="3669006" y="1588610"/>
            <a:ext cx="0" cy="392998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718" name="Google Shape;2718;p47"/>
          <p:cNvSpPr txBox="1"/>
          <p:nvPr/>
        </p:nvSpPr>
        <p:spPr>
          <a:xfrm>
            <a:off x="3624043" y="168143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AR.S1</a:t>
            </a:r>
            <a:endParaRPr/>
          </a:p>
        </p:txBody>
      </p:sp>
      <p:sp>
        <p:nvSpPr>
          <p:cNvPr id="2719" name="Google Shape;2719;p47"/>
          <p:cNvSpPr/>
          <p:nvPr/>
        </p:nvSpPr>
        <p:spPr>
          <a:xfrm>
            <a:off x="2220650" y="3457703"/>
            <a:ext cx="3231142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0" name="Google Shape;2720;p47"/>
          <p:cNvSpPr/>
          <p:nvPr/>
        </p:nvSpPr>
        <p:spPr>
          <a:xfrm>
            <a:off x="3156173" y="4809727"/>
            <a:ext cx="1009573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721" name="Google Shape;2721;p47"/>
          <p:cNvSpPr txBox="1"/>
          <p:nvPr/>
        </p:nvSpPr>
        <p:spPr>
          <a:xfrm>
            <a:off x="2170368" y="3492175"/>
            <a:ext cx="525666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(C)</a:t>
            </a:r>
            <a:endParaRPr/>
          </a:p>
        </p:txBody>
      </p:sp>
      <p:cxnSp>
        <p:nvCxnSpPr>
          <p:cNvPr id="2722" name="Google Shape;2722;p47"/>
          <p:cNvCxnSpPr>
            <a:endCxn id="2700" idx="2"/>
          </p:cNvCxnSpPr>
          <p:nvPr/>
        </p:nvCxnSpPr>
        <p:spPr>
          <a:xfrm flipH="1" rot="10800000">
            <a:off x="4165598" y="5088936"/>
            <a:ext cx="239700" cy="4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723" name="Google Shape;2723;p47"/>
          <p:cNvCxnSpPr/>
          <p:nvPr/>
        </p:nvCxnSpPr>
        <p:spPr>
          <a:xfrm>
            <a:off x="4903891" y="5093522"/>
            <a:ext cx="5479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724" name="Google Shape;2724;p47"/>
          <p:cNvSpPr txBox="1"/>
          <p:nvPr/>
        </p:nvSpPr>
        <p:spPr>
          <a:xfrm>
            <a:off x="4883823" y="51284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AN.WC</a:t>
            </a:r>
            <a:endParaRPr/>
          </a:p>
        </p:txBody>
      </p:sp>
      <p:sp>
        <p:nvSpPr>
          <p:cNvPr id="2725" name="Google Shape;2725;p47"/>
          <p:cNvSpPr txBox="1"/>
          <p:nvPr/>
        </p:nvSpPr>
        <p:spPr>
          <a:xfrm>
            <a:off x="4186432" y="485699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AC.AN</a:t>
            </a:r>
            <a:endParaRPr/>
          </a:p>
        </p:txBody>
      </p:sp>
      <p:sp>
        <p:nvSpPr>
          <p:cNvPr id="2726" name="Google Shape;2726;p47"/>
          <p:cNvSpPr/>
          <p:nvPr/>
        </p:nvSpPr>
        <p:spPr>
          <a:xfrm>
            <a:off x="6477447" y="2058619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727" name="Google Shape;2727;p47"/>
          <p:cNvSpPr txBox="1"/>
          <p:nvPr/>
        </p:nvSpPr>
        <p:spPr>
          <a:xfrm>
            <a:off x="6417304" y="2143953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2728" name="Google Shape;2728;p47"/>
          <p:cNvCxnSpPr/>
          <p:nvPr/>
        </p:nvCxnSpPr>
        <p:spPr>
          <a:xfrm rot="10800000">
            <a:off x="3685646" y="2933024"/>
            <a:ext cx="0" cy="52467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729" name="Google Shape;2729;p47"/>
          <p:cNvSpPr txBox="1"/>
          <p:nvPr/>
        </p:nvSpPr>
        <p:spPr>
          <a:xfrm>
            <a:off x="3652237" y="311461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WN.S4</a:t>
            </a:r>
            <a:endParaRPr/>
          </a:p>
        </p:txBody>
      </p:sp>
      <p:sp>
        <p:nvSpPr>
          <p:cNvPr id="2730" name="Google Shape;2730;p47"/>
          <p:cNvSpPr/>
          <p:nvPr/>
        </p:nvSpPr>
        <p:spPr>
          <a:xfrm>
            <a:off x="168560" y="3457701"/>
            <a:ext cx="1507146" cy="1487735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1" name="Google Shape;2731;p47"/>
          <p:cNvSpPr/>
          <p:nvPr/>
        </p:nvSpPr>
        <p:spPr>
          <a:xfrm>
            <a:off x="649927" y="1098502"/>
            <a:ext cx="54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732" name="Google Shape;2732;p47"/>
          <p:cNvSpPr/>
          <p:nvPr/>
        </p:nvSpPr>
        <p:spPr>
          <a:xfrm>
            <a:off x="649927" y="3931568"/>
            <a:ext cx="540000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733" name="Google Shape;2733;p47"/>
          <p:cNvSpPr txBox="1"/>
          <p:nvPr/>
        </p:nvSpPr>
        <p:spPr>
          <a:xfrm>
            <a:off x="589784" y="4016902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2734" name="Google Shape;2734;p47"/>
          <p:cNvSpPr txBox="1"/>
          <p:nvPr/>
        </p:nvSpPr>
        <p:spPr>
          <a:xfrm>
            <a:off x="589784" y="1183836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cxnSp>
        <p:nvCxnSpPr>
          <p:cNvPr id="2735" name="Google Shape;2735;p47"/>
          <p:cNvCxnSpPr/>
          <p:nvPr/>
        </p:nvCxnSpPr>
        <p:spPr>
          <a:xfrm>
            <a:off x="1670256" y="949589"/>
            <a:ext cx="53104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736" name="Google Shape;2736;p47"/>
          <p:cNvSpPr txBox="1"/>
          <p:nvPr/>
        </p:nvSpPr>
        <p:spPr>
          <a:xfrm>
            <a:off x="1614646" y="97981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WN.S5</a:t>
            </a:r>
            <a:endParaRPr/>
          </a:p>
        </p:txBody>
      </p:sp>
      <p:cxnSp>
        <p:nvCxnSpPr>
          <p:cNvPr id="2737" name="Google Shape;2737;p47"/>
          <p:cNvCxnSpPr/>
          <p:nvPr/>
        </p:nvCxnSpPr>
        <p:spPr>
          <a:xfrm>
            <a:off x="1670256" y="3884941"/>
            <a:ext cx="55108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738" name="Google Shape;2738;p47"/>
          <p:cNvSpPr txBox="1"/>
          <p:nvPr/>
        </p:nvSpPr>
        <p:spPr>
          <a:xfrm>
            <a:off x="1623432" y="365813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WN.S6</a:t>
            </a:r>
            <a:endParaRPr/>
          </a:p>
        </p:txBody>
      </p:sp>
      <p:cxnSp>
        <p:nvCxnSpPr>
          <p:cNvPr id="2739" name="Google Shape;2739;p47"/>
          <p:cNvCxnSpPr/>
          <p:nvPr/>
        </p:nvCxnSpPr>
        <p:spPr>
          <a:xfrm>
            <a:off x="5458787" y="3884941"/>
            <a:ext cx="5605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740" name="Google Shape;2740;p47"/>
          <p:cNvSpPr txBox="1"/>
          <p:nvPr/>
        </p:nvSpPr>
        <p:spPr>
          <a:xfrm>
            <a:off x="5445593" y="368502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WN.S3</a:t>
            </a:r>
            <a:endParaRPr/>
          </a:p>
        </p:txBody>
      </p:sp>
      <p:cxnSp>
        <p:nvCxnSpPr>
          <p:cNvPr id="2741" name="Google Shape;2741;p47"/>
          <p:cNvCxnSpPr/>
          <p:nvPr/>
        </p:nvCxnSpPr>
        <p:spPr>
          <a:xfrm>
            <a:off x="3913962" y="4818852"/>
            <a:ext cx="0" cy="528306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742" name="Google Shape;2742;p47"/>
          <p:cNvSpPr txBox="1"/>
          <p:nvPr/>
        </p:nvSpPr>
        <p:spPr>
          <a:xfrm>
            <a:off x="3320330" y="500041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AC.W1</a:t>
            </a:r>
            <a:endParaRPr/>
          </a:p>
        </p:txBody>
      </p:sp>
      <p:cxnSp>
        <p:nvCxnSpPr>
          <p:cNvPr id="2743" name="Google Shape;2743;p47"/>
          <p:cNvCxnSpPr/>
          <p:nvPr/>
        </p:nvCxnSpPr>
        <p:spPr>
          <a:xfrm>
            <a:off x="2201296" y="2262080"/>
            <a:ext cx="72215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744" name="Google Shape;2744;p47"/>
          <p:cNvSpPr txBox="1"/>
          <p:nvPr/>
        </p:nvSpPr>
        <p:spPr>
          <a:xfrm>
            <a:off x="2225983" y="231093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AR.WR</a:t>
            </a:r>
            <a:endParaRPr/>
          </a:p>
        </p:txBody>
      </p:sp>
      <p:cxnSp>
        <p:nvCxnSpPr>
          <p:cNvPr id="2745" name="Google Shape;2745;p47"/>
          <p:cNvCxnSpPr/>
          <p:nvPr/>
        </p:nvCxnSpPr>
        <p:spPr>
          <a:xfrm>
            <a:off x="2220751" y="5064622"/>
            <a:ext cx="92663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746" name="Google Shape;2746;p47"/>
          <p:cNvSpPr txBox="1"/>
          <p:nvPr/>
        </p:nvSpPr>
        <p:spPr>
          <a:xfrm>
            <a:off x="2245438" y="51284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AC.WC</a:t>
            </a:r>
            <a:endParaRPr/>
          </a:p>
        </p:txBody>
      </p:sp>
      <p:sp>
        <p:nvSpPr>
          <p:cNvPr id="2747" name="Google Shape;2747;p47"/>
          <p:cNvSpPr txBox="1"/>
          <p:nvPr/>
        </p:nvSpPr>
        <p:spPr>
          <a:xfrm>
            <a:off x="3856495" y="451709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AC.S1</a:t>
            </a:r>
            <a:endParaRPr/>
          </a:p>
        </p:txBody>
      </p:sp>
      <p:cxnSp>
        <p:nvCxnSpPr>
          <p:cNvPr id="2748" name="Google Shape;2748;p47"/>
          <p:cNvCxnSpPr/>
          <p:nvPr/>
        </p:nvCxnSpPr>
        <p:spPr>
          <a:xfrm>
            <a:off x="6001493" y="3884941"/>
            <a:ext cx="15188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749" name="Google Shape;2749;p47"/>
          <p:cNvCxnSpPr/>
          <p:nvPr/>
        </p:nvCxnSpPr>
        <p:spPr>
          <a:xfrm rot="10800000">
            <a:off x="6747447" y="2936304"/>
            <a:ext cx="1" cy="52139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750" name="Google Shape;2750;p47"/>
          <p:cNvSpPr txBox="1"/>
          <p:nvPr/>
        </p:nvSpPr>
        <p:spPr>
          <a:xfrm>
            <a:off x="6419473" y="3685752"/>
            <a:ext cx="655948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WN.W1</a:t>
            </a:r>
            <a:endParaRPr/>
          </a:p>
        </p:txBody>
      </p:sp>
      <p:sp>
        <p:nvSpPr>
          <p:cNvPr id="2751" name="Google Shape;2751;p47"/>
          <p:cNvSpPr txBox="1"/>
          <p:nvPr/>
        </p:nvSpPr>
        <p:spPr>
          <a:xfrm>
            <a:off x="6391712" y="3126871"/>
            <a:ext cx="711471" cy="1846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WN.S1</a:t>
            </a:r>
            <a:endParaRPr/>
          </a:p>
        </p:txBody>
      </p:sp>
      <p:sp>
        <p:nvSpPr>
          <p:cNvPr id="2752" name="Google Shape;2752;p47"/>
          <p:cNvSpPr/>
          <p:nvPr/>
        </p:nvSpPr>
        <p:spPr>
          <a:xfrm>
            <a:off x="6477447" y="3959056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753" name="Google Shape;2753;p47"/>
          <p:cNvSpPr txBox="1"/>
          <p:nvPr/>
        </p:nvSpPr>
        <p:spPr>
          <a:xfrm>
            <a:off x="6417304" y="4044390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2754" name="Google Shape;2754;p47"/>
          <p:cNvSpPr/>
          <p:nvPr/>
        </p:nvSpPr>
        <p:spPr>
          <a:xfrm>
            <a:off x="6477447" y="1110314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755" name="Google Shape;2755;p47"/>
          <p:cNvSpPr txBox="1"/>
          <p:nvPr/>
        </p:nvSpPr>
        <p:spPr>
          <a:xfrm>
            <a:off x="6417304" y="119564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2756" name="Google Shape;2756;p47"/>
          <p:cNvSpPr/>
          <p:nvPr/>
        </p:nvSpPr>
        <p:spPr>
          <a:xfrm>
            <a:off x="247602" y="5365703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757" name="Google Shape;2757;p47"/>
          <p:cNvSpPr txBox="1"/>
          <p:nvPr/>
        </p:nvSpPr>
        <p:spPr>
          <a:xfrm>
            <a:off x="133459" y="5428371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2758" name="Google Shape;2758;p47"/>
          <p:cNvCxnSpPr>
            <a:endCxn id="2756" idx="0"/>
          </p:cNvCxnSpPr>
          <p:nvPr/>
        </p:nvCxnSpPr>
        <p:spPr>
          <a:xfrm>
            <a:off x="463602" y="4955303"/>
            <a:ext cx="0" cy="410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759" name="Google Shape;2759;p47"/>
          <p:cNvSpPr/>
          <p:nvPr/>
        </p:nvSpPr>
        <p:spPr>
          <a:xfrm>
            <a:off x="1118919" y="5365703"/>
            <a:ext cx="4320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760" name="Google Shape;2760;p47"/>
          <p:cNvSpPr txBox="1"/>
          <p:nvPr/>
        </p:nvSpPr>
        <p:spPr>
          <a:xfrm>
            <a:off x="1004776" y="5428371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2761" name="Google Shape;2761;p47"/>
          <p:cNvCxnSpPr>
            <a:endCxn id="2759" idx="0"/>
          </p:cNvCxnSpPr>
          <p:nvPr/>
        </p:nvCxnSpPr>
        <p:spPr>
          <a:xfrm>
            <a:off x="1334919" y="4945403"/>
            <a:ext cx="0" cy="420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762" name="Google Shape;2762;p47"/>
          <p:cNvSpPr txBox="1"/>
          <p:nvPr/>
        </p:nvSpPr>
        <p:spPr>
          <a:xfrm>
            <a:off x="137958" y="3502633"/>
            <a:ext cx="64226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(C)</a:t>
            </a:r>
            <a:endParaRPr/>
          </a:p>
        </p:txBody>
      </p:sp>
      <p:sp>
        <p:nvSpPr>
          <p:cNvPr id="2763" name="Google Shape;2763;p47"/>
          <p:cNvSpPr txBox="1"/>
          <p:nvPr/>
        </p:nvSpPr>
        <p:spPr>
          <a:xfrm>
            <a:off x="2222941" y="630145"/>
            <a:ext cx="53545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(R)</a:t>
            </a:r>
            <a:endParaRPr/>
          </a:p>
        </p:txBody>
      </p:sp>
      <p:sp>
        <p:nvSpPr>
          <p:cNvPr id="2764" name="Google Shape;2764;p47"/>
          <p:cNvSpPr txBox="1"/>
          <p:nvPr/>
        </p:nvSpPr>
        <p:spPr>
          <a:xfrm>
            <a:off x="175012" y="626114"/>
            <a:ext cx="64226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(R)</a:t>
            </a:r>
            <a:endParaRPr/>
          </a:p>
        </p:txBody>
      </p:sp>
      <p:sp>
        <p:nvSpPr>
          <p:cNvPr id="2765" name="Google Shape;2765;p47"/>
          <p:cNvSpPr/>
          <p:nvPr/>
        </p:nvSpPr>
        <p:spPr>
          <a:xfrm>
            <a:off x="205492" y="2504304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766" name="Google Shape;2766;p47"/>
          <p:cNvSpPr txBox="1"/>
          <p:nvPr/>
        </p:nvSpPr>
        <p:spPr>
          <a:xfrm>
            <a:off x="91349" y="2566972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2767" name="Google Shape;2767;p47"/>
          <p:cNvCxnSpPr>
            <a:endCxn id="2765" idx="0"/>
          </p:cNvCxnSpPr>
          <p:nvPr/>
        </p:nvCxnSpPr>
        <p:spPr>
          <a:xfrm>
            <a:off x="421492" y="2151804"/>
            <a:ext cx="0" cy="352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768" name="Google Shape;2768;p47"/>
          <p:cNvSpPr/>
          <p:nvPr/>
        </p:nvSpPr>
        <p:spPr>
          <a:xfrm>
            <a:off x="1074468" y="2504304"/>
            <a:ext cx="4320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769" name="Google Shape;2769;p47"/>
          <p:cNvSpPr txBox="1"/>
          <p:nvPr/>
        </p:nvSpPr>
        <p:spPr>
          <a:xfrm>
            <a:off x="954359" y="2566972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2770" name="Google Shape;2770;p47"/>
          <p:cNvCxnSpPr>
            <a:endCxn id="2768" idx="0"/>
          </p:cNvCxnSpPr>
          <p:nvPr/>
        </p:nvCxnSpPr>
        <p:spPr>
          <a:xfrm>
            <a:off x="1290468" y="2173404"/>
            <a:ext cx="0" cy="330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771" name="Google Shape;2771;p47"/>
          <p:cNvSpPr/>
          <p:nvPr/>
        </p:nvSpPr>
        <p:spPr>
          <a:xfrm>
            <a:off x="6106383" y="5355493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772" name="Google Shape;2772;p47"/>
          <p:cNvSpPr txBox="1"/>
          <p:nvPr/>
        </p:nvSpPr>
        <p:spPr>
          <a:xfrm>
            <a:off x="5992240" y="541921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2773" name="Google Shape;2773;p47"/>
          <p:cNvCxnSpPr>
            <a:endCxn id="2771" idx="0"/>
          </p:cNvCxnSpPr>
          <p:nvPr/>
        </p:nvCxnSpPr>
        <p:spPr>
          <a:xfrm>
            <a:off x="6322383" y="5016493"/>
            <a:ext cx="0" cy="339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774" name="Google Shape;2774;p47"/>
          <p:cNvSpPr txBox="1"/>
          <p:nvPr/>
        </p:nvSpPr>
        <p:spPr>
          <a:xfrm>
            <a:off x="5639840" y="5053679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WN.AN</a:t>
            </a:r>
            <a:endParaRPr/>
          </a:p>
        </p:txBody>
      </p:sp>
      <p:sp>
        <p:nvSpPr>
          <p:cNvPr id="2775" name="Google Shape;2775;p47"/>
          <p:cNvSpPr/>
          <p:nvPr/>
        </p:nvSpPr>
        <p:spPr>
          <a:xfrm>
            <a:off x="6977700" y="5345648"/>
            <a:ext cx="4320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776" name="Google Shape;2776;p47"/>
          <p:cNvSpPr txBox="1"/>
          <p:nvPr/>
        </p:nvSpPr>
        <p:spPr>
          <a:xfrm>
            <a:off x="6863557" y="5409373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2777" name="Google Shape;2777;p47"/>
          <p:cNvCxnSpPr>
            <a:endCxn id="2775" idx="0"/>
          </p:cNvCxnSpPr>
          <p:nvPr/>
        </p:nvCxnSpPr>
        <p:spPr>
          <a:xfrm>
            <a:off x="7193700" y="5006648"/>
            <a:ext cx="0" cy="339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778" name="Google Shape;2778;p47"/>
          <p:cNvSpPr txBox="1"/>
          <p:nvPr/>
        </p:nvSpPr>
        <p:spPr>
          <a:xfrm>
            <a:off x="6488301" y="5053679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WN.AP</a:t>
            </a:r>
            <a:endParaRPr/>
          </a:p>
        </p:txBody>
      </p:sp>
      <p:sp>
        <p:nvSpPr>
          <p:cNvPr id="2779" name="Google Shape;2779;p47"/>
          <p:cNvSpPr txBox="1"/>
          <p:nvPr/>
        </p:nvSpPr>
        <p:spPr>
          <a:xfrm>
            <a:off x="6866658" y="664949"/>
            <a:ext cx="5913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2780" name="Google Shape;2780;p47"/>
          <p:cNvSpPr txBox="1"/>
          <p:nvPr/>
        </p:nvSpPr>
        <p:spPr>
          <a:xfrm>
            <a:off x="5996736" y="3481046"/>
            <a:ext cx="5913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2781" name="Google Shape;2781;p47"/>
          <p:cNvSpPr txBox="1"/>
          <p:nvPr/>
        </p:nvSpPr>
        <p:spPr>
          <a:xfrm>
            <a:off x="388730" y="2204628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WN.AN</a:t>
            </a:r>
            <a:endParaRPr/>
          </a:p>
        </p:txBody>
      </p:sp>
      <p:sp>
        <p:nvSpPr>
          <p:cNvPr id="2782" name="Google Shape;2782;p47"/>
          <p:cNvSpPr txBox="1"/>
          <p:nvPr/>
        </p:nvSpPr>
        <p:spPr>
          <a:xfrm>
            <a:off x="1237191" y="2204628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WN.AP</a:t>
            </a:r>
            <a:endParaRPr/>
          </a:p>
        </p:txBody>
      </p:sp>
      <p:sp>
        <p:nvSpPr>
          <p:cNvPr id="2783" name="Google Shape;2783;p47"/>
          <p:cNvSpPr txBox="1"/>
          <p:nvPr/>
        </p:nvSpPr>
        <p:spPr>
          <a:xfrm>
            <a:off x="417698" y="5017070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WN.AN</a:t>
            </a:r>
            <a:endParaRPr/>
          </a:p>
        </p:txBody>
      </p:sp>
      <p:sp>
        <p:nvSpPr>
          <p:cNvPr id="2784" name="Google Shape;2784;p47"/>
          <p:cNvSpPr txBox="1"/>
          <p:nvPr/>
        </p:nvSpPr>
        <p:spPr>
          <a:xfrm>
            <a:off x="1266159" y="5017070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WN.AP</a:t>
            </a:r>
            <a:endParaRPr/>
          </a:p>
        </p:txBody>
      </p:sp>
      <p:sp>
        <p:nvSpPr>
          <p:cNvPr id="2785" name="Google Shape;2785;p47"/>
          <p:cNvSpPr txBox="1"/>
          <p:nvPr/>
        </p:nvSpPr>
        <p:spPr>
          <a:xfrm>
            <a:off x="-1" y="7376"/>
            <a:ext cx="795664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Cat-2: WN to AP/AN/AR/AC related</a:t>
            </a:r>
            <a:endParaRPr/>
          </a:p>
        </p:txBody>
      </p:sp>
      <p:sp>
        <p:nvSpPr>
          <p:cNvPr id="2786" name="Google Shape;2786;p47"/>
          <p:cNvSpPr txBox="1"/>
          <p:nvPr/>
        </p:nvSpPr>
        <p:spPr>
          <a:xfrm>
            <a:off x="4314535" y="3884247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2787" name="Google Shape;2787;p47"/>
          <p:cNvCxnSpPr/>
          <p:nvPr/>
        </p:nvCxnSpPr>
        <p:spPr>
          <a:xfrm>
            <a:off x="3147386" y="5185079"/>
            <a:ext cx="101836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788" name="Google Shape;2788;p47"/>
          <p:cNvSpPr/>
          <p:nvPr/>
        </p:nvSpPr>
        <p:spPr>
          <a:xfrm rot="-5400000">
            <a:off x="3292780" y="3477508"/>
            <a:ext cx="742654" cy="12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789" name="Google Shape;2789;p47"/>
          <p:cNvSpPr txBox="1"/>
          <p:nvPr/>
        </p:nvSpPr>
        <p:spPr>
          <a:xfrm>
            <a:off x="2579756" y="426597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AC.GC</a:t>
            </a:r>
            <a:endParaRPr/>
          </a:p>
        </p:txBody>
      </p:sp>
      <p:sp>
        <p:nvSpPr>
          <p:cNvPr id="2790" name="Google Shape;2790;p47"/>
          <p:cNvSpPr/>
          <p:nvPr/>
        </p:nvSpPr>
        <p:spPr>
          <a:xfrm>
            <a:off x="3156912" y="3836445"/>
            <a:ext cx="1010424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791" name="Google Shape;2791;p47"/>
          <p:cNvSpPr txBox="1"/>
          <p:nvPr/>
        </p:nvSpPr>
        <p:spPr>
          <a:xfrm>
            <a:off x="3156911" y="3858605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cxnSp>
        <p:nvCxnSpPr>
          <p:cNvPr id="2792" name="Google Shape;2792;p47"/>
          <p:cNvCxnSpPr/>
          <p:nvPr/>
        </p:nvCxnSpPr>
        <p:spPr>
          <a:xfrm>
            <a:off x="3913962" y="4386234"/>
            <a:ext cx="0" cy="437363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793" name="Google Shape;2793;p47"/>
          <p:cNvCxnSpPr/>
          <p:nvPr/>
        </p:nvCxnSpPr>
        <p:spPr>
          <a:xfrm rot="10800000">
            <a:off x="2857115" y="4222808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sm" w="sm" type="none"/>
          </a:ln>
        </p:spPr>
      </p:cxnSp>
      <p:cxnSp>
        <p:nvCxnSpPr>
          <p:cNvPr id="2794" name="Google Shape;2794;p47"/>
          <p:cNvCxnSpPr/>
          <p:nvPr/>
        </p:nvCxnSpPr>
        <p:spPr>
          <a:xfrm>
            <a:off x="3147386" y="4220870"/>
            <a:ext cx="16912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sm" w="sm" type="none"/>
          </a:ln>
        </p:spPr>
      </p:cxnSp>
      <p:sp>
        <p:nvSpPr>
          <p:cNvPr id="2795" name="Google Shape;2795;p47"/>
          <p:cNvSpPr txBox="1"/>
          <p:nvPr/>
        </p:nvSpPr>
        <p:spPr>
          <a:xfrm>
            <a:off x="7680887" y="5248327"/>
            <a:ext cx="4116711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WN(R)：WN covering 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WN(C)：WN covering AC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AN(C)：AN in WN(C)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96" name="Google Shape;2796;p47"/>
          <p:cNvSpPr txBox="1"/>
          <p:nvPr/>
        </p:nvSpPr>
        <p:spPr>
          <a:xfrm>
            <a:off x="4339650" y="419012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AC.R1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797" name="Google Shape;279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3145" y="598771"/>
            <a:ext cx="4477506" cy="4586305"/>
          </a:xfrm>
          <a:prstGeom prst="rect">
            <a:avLst/>
          </a:prstGeom>
          <a:noFill/>
          <a:ln>
            <a:noFill/>
          </a:ln>
        </p:spPr>
      </p:pic>
      <p:sp>
        <p:nvSpPr>
          <p:cNvPr id="2798" name="Google Shape;2798;p47"/>
          <p:cNvSpPr txBox="1"/>
          <p:nvPr/>
        </p:nvSpPr>
        <p:spPr>
          <a:xfrm>
            <a:off x="3951867" y="3635016"/>
            <a:ext cx="48243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</p:txBody>
      </p:sp>
      <p:sp>
        <p:nvSpPr>
          <p:cNvPr id="2799" name="Google Shape;2799;p47"/>
          <p:cNvSpPr txBox="1"/>
          <p:nvPr/>
        </p:nvSpPr>
        <p:spPr>
          <a:xfrm>
            <a:off x="3101334" y="5462935"/>
            <a:ext cx="125803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AC.R1(Donut)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00" name="Google Shape;2800;p47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4" name="Shape 2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" name="Google Shape;2805;p48"/>
          <p:cNvSpPr/>
          <p:nvPr/>
        </p:nvSpPr>
        <p:spPr>
          <a:xfrm>
            <a:off x="6083248" y="5006894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06" name="Google Shape;2806;p48"/>
          <p:cNvSpPr/>
          <p:nvPr/>
        </p:nvSpPr>
        <p:spPr>
          <a:xfrm>
            <a:off x="672663" y="540000"/>
            <a:ext cx="6558454" cy="2898938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7" name="Google Shape;2807;p48"/>
          <p:cNvSpPr/>
          <p:nvPr/>
        </p:nvSpPr>
        <p:spPr>
          <a:xfrm>
            <a:off x="3303701" y="3996620"/>
            <a:ext cx="1943845" cy="8121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08" name="Google Shape;2808;p48"/>
          <p:cNvSpPr/>
          <p:nvPr/>
        </p:nvSpPr>
        <p:spPr>
          <a:xfrm>
            <a:off x="3303701" y="1171930"/>
            <a:ext cx="1943845" cy="4843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09" name="Google Shape;2809;p48"/>
          <p:cNvSpPr/>
          <p:nvPr/>
        </p:nvSpPr>
        <p:spPr>
          <a:xfrm>
            <a:off x="3284065" y="5167765"/>
            <a:ext cx="1943845" cy="48439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10" name="Google Shape;2810;p48"/>
          <p:cNvSpPr/>
          <p:nvPr/>
        </p:nvSpPr>
        <p:spPr>
          <a:xfrm>
            <a:off x="3303701" y="2059372"/>
            <a:ext cx="1943845" cy="76665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11" name="Google Shape;2811;p48"/>
          <p:cNvSpPr/>
          <p:nvPr/>
        </p:nvSpPr>
        <p:spPr>
          <a:xfrm>
            <a:off x="6071942" y="2182695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12" name="Google Shape;2812;p48"/>
          <p:cNvSpPr/>
          <p:nvPr/>
        </p:nvSpPr>
        <p:spPr>
          <a:xfrm>
            <a:off x="3915702" y="906179"/>
            <a:ext cx="180000" cy="4917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13" name="Google Shape;2813;p48"/>
          <p:cNvSpPr/>
          <p:nvPr/>
        </p:nvSpPr>
        <p:spPr>
          <a:xfrm>
            <a:off x="6078589" y="4013944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14" name="Google Shape;2814;p48"/>
          <p:cNvSpPr txBox="1"/>
          <p:nvPr/>
        </p:nvSpPr>
        <p:spPr>
          <a:xfrm>
            <a:off x="672663" y="666687"/>
            <a:ext cx="5913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2815" name="Google Shape;2815;p48"/>
          <p:cNvSpPr txBox="1"/>
          <p:nvPr/>
        </p:nvSpPr>
        <p:spPr>
          <a:xfrm>
            <a:off x="3290688" y="2170808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(M)</a:t>
            </a:r>
            <a:endParaRPr/>
          </a:p>
        </p:txBody>
      </p:sp>
      <p:sp>
        <p:nvSpPr>
          <p:cNvPr id="2816" name="Google Shape;2816;p48"/>
          <p:cNvSpPr txBox="1"/>
          <p:nvPr/>
        </p:nvSpPr>
        <p:spPr>
          <a:xfrm>
            <a:off x="3316574" y="4162280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(M)</a:t>
            </a:r>
            <a:endParaRPr/>
          </a:p>
        </p:txBody>
      </p:sp>
      <p:sp>
        <p:nvSpPr>
          <p:cNvPr id="2817" name="Google Shape;2817;p48"/>
          <p:cNvSpPr txBox="1"/>
          <p:nvPr/>
        </p:nvSpPr>
        <p:spPr>
          <a:xfrm>
            <a:off x="6080778" y="5335683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2818" name="Google Shape;2818;p48"/>
          <p:cNvCxnSpPr/>
          <p:nvPr/>
        </p:nvCxnSpPr>
        <p:spPr>
          <a:xfrm>
            <a:off x="2801355" y="2559635"/>
            <a:ext cx="50234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819" name="Google Shape;2819;p48"/>
          <p:cNvCxnSpPr>
            <a:endCxn id="2811" idx="1"/>
          </p:cNvCxnSpPr>
          <p:nvPr/>
        </p:nvCxnSpPr>
        <p:spPr>
          <a:xfrm>
            <a:off x="5247542" y="2506695"/>
            <a:ext cx="8244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820" name="Google Shape;2820;p48"/>
          <p:cNvCxnSpPr/>
          <p:nvPr/>
        </p:nvCxnSpPr>
        <p:spPr>
          <a:xfrm>
            <a:off x="4906987" y="2059372"/>
            <a:ext cx="8394" cy="78141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821" name="Google Shape;2821;p48"/>
          <p:cNvCxnSpPr>
            <a:stCxn id="2811" idx="1"/>
            <a:endCxn id="2811" idx="3"/>
          </p:cNvCxnSpPr>
          <p:nvPr/>
        </p:nvCxnSpPr>
        <p:spPr>
          <a:xfrm>
            <a:off x="6071942" y="2506695"/>
            <a:ext cx="648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822" name="Google Shape;2822;p48"/>
          <p:cNvSpPr/>
          <p:nvPr/>
        </p:nvSpPr>
        <p:spPr>
          <a:xfrm>
            <a:off x="6066478" y="1166315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2823" name="Google Shape;2823;p48"/>
          <p:cNvCxnSpPr>
            <a:stCxn id="2822" idx="2"/>
            <a:endCxn id="2811" idx="0"/>
          </p:cNvCxnSpPr>
          <p:nvPr/>
        </p:nvCxnSpPr>
        <p:spPr>
          <a:xfrm>
            <a:off x="6390478" y="1814315"/>
            <a:ext cx="5400" cy="368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824" name="Google Shape;2824;p48"/>
          <p:cNvCxnSpPr/>
          <p:nvPr/>
        </p:nvCxnSpPr>
        <p:spPr>
          <a:xfrm>
            <a:off x="2805858" y="4325419"/>
            <a:ext cx="50360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825" name="Google Shape;2825;p48"/>
          <p:cNvCxnSpPr/>
          <p:nvPr/>
        </p:nvCxnSpPr>
        <p:spPr>
          <a:xfrm>
            <a:off x="5231984" y="4337944"/>
            <a:ext cx="85108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826" name="Google Shape;2826;p48"/>
          <p:cNvCxnSpPr>
            <a:stCxn id="2813" idx="1"/>
            <a:endCxn id="2813" idx="3"/>
          </p:cNvCxnSpPr>
          <p:nvPr/>
        </p:nvCxnSpPr>
        <p:spPr>
          <a:xfrm>
            <a:off x="6078589" y="4337944"/>
            <a:ext cx="648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827" name="Google Shape;2827;p48"/>
          <p:cNvCxnSpPr/>
          <p:nvPr/>
        </p:nvCxnSpPr>
        <p:spPr>
          <a:xfrm>
            <a:off x="4906987" y="4025151"/>
            <a:ext cx="0" cy="78362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828" name="Google Shape;2828;p48"/>
          <p:cNvCxnSpPr>
            <a:stCxn id="2813" idx="2"/>
            <a:endCxn id="2805" idx="0"/>
          </p:cNvCxnSpPr>
          <p:nvPr/>
        </p:nvCxnSpPr>
        <p:spPr>
          <a:xfrm>
            <a:off x="6402589" y="4661944"/>
            <a:ext cx="4800" cy="345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829" name="Google Shape;2829;p48"/>
          <p:cNvSpPr txBox="1"/>
          <p:nvPr/>
        </p:nvSpPr>
        <p:spPr>
          <a:xfrm>
            <a:off x="6356204" y="1934732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AN.S1</a:t>
            </a:r>
            <a:endParaRPr/>
          </a:p>
        </p:txBody>
      </p:sp>
      <p:sp>
        <p:nvSpPr>
          <p:cNvPr id="2830" name="Google Shape;2830;p48"/>
          <p:cNvSpPr txBox="1"/>
          <p:nvPr/>
        </p:nvSpPr>
        <p:spPr>
          <a:xfrm>
            <a:off x="6128741" y="413058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AP.W1</a:t>
            </a:r>
            <a:endParaRPr/>
          </a:p>
        </p:txBody>
      </p:sp>
      <p:sp>
        <p:nvSpPr>
          <p:cNvPr id="2831" name="Google Shape;2831;p48"/>
          <p:cNvSpPr txBox="1"/>
          <p:nvPr/>
        </p:nvSpPr>
        <p:spPr>
          <a:xfrm>
            <a:off x="5332719" y="413058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AN.AP</a:t>
            </a:r>
            <a:endParaRPr/>
          </a:p>
        </p:txBody>
      </p:sp>
      <p:sp>
        <p:nvSpPr>
          <p:cNvPr id="2832" name="Google Shape;2832;p48"/>
          <p:cNvSpPr txBox="1"/>
          <p:nvPr/>
        </p:nvSpPr>
        <p:spPr>
          <a:xfrm>
            <a:off x="6467224" y="4742142"/>
            <a:ext cx="52053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AP.S1</a:t>
            </a:r>
            <a:endParaRPr/>
          </a:p>
        </p:txBody>
      </p:sp>
      <p:sp>
        <p:nvSpPr>
          <p:cNvPr id="2833" name="Google Shape;2833;p48"/>
          <p:cNvSpPr txBox="1"/>
          <p:nvPr/>
        </p:nvSpPr>
        <p:spPr>
          <a:xfrm>
            <a:off x="2756337" y="409109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DN.AN</a:t>
            </a:r>
            <a:endParaRPr/>
          </a:p>
        </p:txBody>
      </p:sp>
      <p:sp>
        <p:nvSpPr>
          <p:cNvPr id="2834" name="Google Shape;2834;p48"/>
          <p:cNvSpPr txBox="1"/>
          <p:nvPr/>
        </p:nvSpPr>
        <p:spPr>
          <a:xfrm>
            <a:off x="4876843" y="449481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AN.WM</a:t>
            </a:r>
            <a:endParaRPr/>
          </a:p>
        </p:txBody>
      </p:sp>
      <p:cxnSp>
        <p:nvCxnSpPr>
          <p:cNvPr id="2835" name="Google Shape;2835;p48"/>
          <p:cNvCxnSpPr/>
          <p:nvPr/>
        </p:nvCxnSpPr>
        <p:spPr>
          <a:xfrm>
            <a:off x="4906987" y="1650660"/>
            <a:ext cx="0" cy="40871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836" name="Google Shape;2836;p48"/>
          <p:cNvSpPr txBox="1"/>
          <p:nvPr/>
        </p:nvSpPr>
        <p:spPr>
          <a:xfrm>
            <a:off x="4899534" y="490842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AN.S1</a:t>
            </a:r>
            <a:endParaRPr/>
          </a:p>
        </p:txBody>
      </p:sp>
      <p:cxnSp>
        <p:nvCxnSpPr>
          <p:cNvPr id="2837" name="Google Shape;2837;p48"/>
          <p:cNvCxnSpPr/>
          <p:nvPr/>
        </p:nvCxnSpPr>
        <p:spPr>
          <a:xfrm>
            <a:off x="4906987" y="4808780"/>
            <a:ext cx="0" cy="3589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838" name="Google Shape;2838;p48"/>
          <p:cNvSpPr/>
          <p:nvPr/>
        </p:nvSpPr>
        <p:spPr>
          <a:xfrm>
            <a:off x="4576790" y="3143829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39" name="Google Shape;2839;p48"/>
          <p:cNvSpPr txBox="1"/>
          <p:nvPr/>
        </p:nvSpPr>
        <p:spPr>
          <a:xfrm>
            <a:off x="4461569" y="3249099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</p:txBody>
      </p:sp>
      <p:sp>
        <p:nvSpPr>
          <p:cNvPr id="2840" name="Google Shape;2840;p48"/>
          <p:cNvSpPr/>
          <p:nvPr/>
        </p:nvSpPr>
        <p:spPr>
          <a:xfrm>
            <a:off x="4398611" y="915358"/>
            <a:ext cx="180000" cy="49079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41" name="Google Shape;2841;p48"/>
          <p:cNvSpPr txBox="1"/>
          <p:nvPr/>
        </p:nvSpPr>
        <p:spPr>
          <a:xfrm>
            <a:off x="6064831" y="121665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2842" name="Google Shape;2842;p48"/>
          <p:cNvSpPr txBox="1"/>
          <p:nvPr/>
        </p:nvSpPr>
        <p:spPr>
          <a:xfrm>
            <a:off x="6078589" y="2551198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AN.W1</a:t>
            </a:r>
            <a:endParaRPr/>
          </a:p>
        </p:txBody>
      </p:sp>
      <p:sp>
        <p:nvSpPr>
          <p:cNvPr id="2843" name="Google Shape;2843;p48"/>
          <p:cNvSpPr txBox="1"/>
          <p:nvPr/>
        </p:nvSpPr>
        <p:spPr>
          <a:xfrm>
            <a:off x="4877195" y="2221567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AP.WM</a:t>
            </a:r>
            <a:endParaRPr/>
          </a:p>
        </p:txBody>
      </p:sp>
      <p:sp>
        <p:nvSpPr>
          <p:cNvPr id="2844" name="Google Shape;2844;p48"/>
          <p:cNvSpPr txBox="1"/>
          <p:nvPr/>
        </p:nvSpPr>
        <p:spPr>
          <a:xfrm>
            <a:off x="2758637" y="2611005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DP.AP</a:t>
            </a:r>
            <a:endParaRPr/>
          </a:p>
        </p:txBody>
      </p:sp>
      <p:sp>
        <p:nvSpPr>
          <p:cNvPr id="2845" name="Google Shape;2845;p48"/>
          <p:cNvSpPr txBox="1"/>
          <p:nvPr/>
        </p:nvSpPr>
        <p:spPr>
          <a:xfrm>
            <a:off x="5359410" y="2573110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AP.AN</a:t>
            </a:r>
            <a:endParaRPr/>
          </a:p>
        </p:txBody>
      </p:sp>
      <p:sp>
        <p:nvSpPr>
          <p:cNvPr id="2846" name="Google Shape;2846;p48"/>
          <p:cNvSpPr txBox="1"/>
          <p:nvPr/>
        </p:nvSpPr>
        <p:spPr>
          <a:xfrm>
            <a:off x="4910381" y="1770330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AP.S1</a:t>
            </a:r>
            <a:endParaRPr/>
          </a:p>
        </p:txBody>
      </p:sp>
      <p:sp>
        <p:nvSpPr>
          <p:cNvPr id="2847" name="Google Shape;2847;p48"/>
          <p:cNvSpPr txBox="1"/>
          <p:nvPr/>
        </p:nvSpPr>
        <p:spPr>
          <a:xfrm>
            <a:off x="2435383" y="4715531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DN.S1</a:t>
            </a:r>
            <a:endParaRPr/>
          </a:p>
        </p:txBody>
      </p:sp>
      <p:sp>
        <p:nvSpPr>
          <p:cNvPr id="2848" name="Google Shape;2848;p48"/>
          <p:cNvSpPr/>
          <p:nvPr/>
        </p:nvSpPr>
        <p:spPr>
          <a:xfrm>
            <a:off x="2162160" y="215565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49" name="Google Shape;2849;p48"/>
          <p:cNvSpPr/>
          <p:nvPr/>
        </p:nvSpPr>
        <p:spPr>
          <a:xfrm>
            <a:off x="2162160" y="116270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50" name="Google Shape;2850;p48"/>
          <p:cNvSpPr txBox="1"/>
          <p:nvPr/>
        </p:nvSpPr>
        <p:spPr>
          <a:xfrm>
            <a:off x="2156017" y="2200667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(D)</a:t>
            </a:r>
            <a:endParaRPr/>
          </a:p>
        </p:txBody>
      </p:sp>
      <p:cxnSp>
        <p:nvCxnSpPr>
          <p:cNvPr id="2851" name="Google Shape;2851;p48"/>
          <p:cNvCxnSpPr/>
          <p:nvPr/>
        </p:nvCxnSpPr>
        <p:spPr>
          <a:xfrm>
            <a:off x="2162160" y="1486706"/>
            <a:ext cx="648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852" name="Google Shape;2852;p48"/>
          <p:cNvCxnSpPr/>
          <p:nvPr/>
        </p:nvCxnSpPr>
        <p:spPr>
          <a:xfrm>
            <a:off x="2483831" y="1810706"/>
            <a:ext cx="0" cy="34495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853" name="Google Shape;2853;p48"/>
          <p:cNvSpPr txBox="1"/>
          <p:nvPr/>
        </p:nvSpPr>
        <p:spPr>
          <a:xfrm>
            <a:off x="2175645" y="127934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DP.W1</a:t>
            </a:r>
            <a:endParaRPr/>
          </a:p>
        </p:txBody>
      </p:sp>
      <p:sp>
        <p:nvSpPr>
          <p:cNvPr id="2854" name="Google Shape;2854;p48"/>
          <p:cNvSpPr txBox="1"/>
          <p:nvPr/>
        </p:nvSpPr>
        <p:spPr>
          <a:xfrm>
            <a:off x="2539479" y="1890904"/>
            <a:ext cx="52053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DP.S1</a:t>
            </a:r>
            <a:endParaRPr/>
          </a:p>
        </p:txBody>
      </p:sp>
      <p:sp>
        <p:nvSpPr>
          <p:cNvPr id="2855" name="Google Shape;2855;p48"/>
          <p:cNvSpPr/>
          <p:nvPr/>
        </p:nvSpPr>
        <p:spPr>
          <a:xfrm>
            <a:off x="2162160" y="4991791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56" name="Google Shape;2856;p48"/>
          <p:cNvSpPr/>
          <p:nvPr/>
        </p:nvSpPr>
        <p:spPr>
          <a:xfrm>
            <a:off x="2162160" y="3998841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2857" name="Google Shape;2857;p48"/>
          <p:cNvCxnSpPr/>
          <p:nvPr/>
        </p:nvCxnSpPr>
        <p:spPr>
          <a:xfrm>
            <a:off x="2162160" y="5326018"/>
            <a:ext cx="648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858" name="Google Shape;2858;p48"/>
          <p:cNvCxnSpPr/>
          <p:nvPr/>
        </p:nvCxnSpPr>
        <p:spPr>
          <a:xfrm>
            <a:off x="2483831" y="4646841"/>
            <a:ext cx="0" cy="34495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859" name="Google Shape;2859;p48"/>
          <p:cNvSpPr txBox="1"/>
          <p:nvPr/>
        </p:nvSpPr>
        <p:spPr>
          <a:xfrm>
            <a:off x="2175645" y="511865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DN.W1</a:t>
            </a:r>
            <a:endParaRPr/>
          </a:p>
        </p:txBody>
      </p:sp>
      <p:sp>
        <p:nvSpPr>
          <p:cNvPr id="2860" name="Google Shape;2860;p48"/>
          <p:cNvSpPr txBox="1"/>
          <p:nvPr/>
        </p:nvSpPr>
        <p:spPr>
          <a:xfrm>
            <a:off x="2155501" y="4043336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(D)</a:t>
            </a:r>
            <a:endParaRPr/>
          </a:p>
        </p:txBody>
      </p:sp>
      <p:sp>
        <p:nvSpPr>
          <p:cNvPr id="2861" name="Google Shape;2861;p48"/>
          <p:cNvSpPr txBox="1"/>
          <p:nvPr/>
        </p:nvSpPr>
        <p:spPr>
          <a:xfrm>
            <a:off x="-1" y="7376"/>
            <a:ext cx="56397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Cat-3: MOS transistor related</a:t>
            </a:r>
            <a:endParaRPr/>
          </a:p>
        </p:txBody>
      </p:sp>
      <p:sp>
        <p:nvSpPr>
          <p:cNvPr id="2862" name="Google Shape;2862;p48"/>
          <p:cNvSpPr/>
          <p:nvPr/>
        </p:nvSpPr>
        <p:spPr>
          <a:xfrm>
            <a:off x="1014109" y="2171960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63" name="Google Shape;2863;p48"/>
          <p:cNvSpPr txBox="1"/>
          <p:nvPr/>
        </p:nvSpPr>
        <p:spPr>
          <a:xfrm>
            <a:off x="1012462" y="2222303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2864" name="Google Shape;2864;p48"/>
          <p:cNvCxnSpPr/>
          <p:nvPr/>
        </p:nvCxnSpPr>
        <p:spPr>
          <a:xfrm>
            <a:off x="1667673" y="2507766"/>
            <a:ext cx="50234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865" name="Google Shape;2865;p48"/>
          <p:cNvSpPr txBox="1"/>
          <p:nvPr/>
        </p:nvSpPr>
        <p:spPr>
          <a:xfrm>
            <a:off x="1624955" y="2559136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DP.AN</a:t>
            </a:r>
            <a:endParaRPr/>
          </a:p>
        </p:txBody>
      </p:sp>
      <p:sp>
        <p:nvSpPr>
          <p:cNvPr id="2866" name="Google Shape;2866;p48"/>
          <p:cNvSpPr/>
          <p:nvPr/>
        </p:nvSpPr>
        <p:spPr>
          <a:xfrm>
            <a:off x="1027787" y="3991249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67" name="Google Shape;2867;p48"/>
          <p:cNvSpPr txBox="1"/>
          <p:nvPr/>
        </p:nvSpPr>
        <p:spPr>
          <a:xfrm>
            <a:off x="1025317" y="432003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2868" name="Google Shape;2868;p48"/>
          <p:cNvCxnSpPr/>
          <p:nvPr/>
        </p:nvCxnSpPr>
        <p:spPr>
          <a:xfrm>
            <a:off x="1671106" y="4313767"/>
            <a:ext cx="50360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869" name="Google Shape;2869;p48"/>
          <p:cNvSpPr txBox="1"/>
          <p:nvPr/>
        </p:nvSpPr>
        <p:spPr>
          <a:xfrm>
            <a:off x="1621585" y="407944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DN.AP</a:t>
            </a:r>
            <a:endParaRPr/>
          </a:p>
        </p:txBody>
      </p:sp>
      <p:cxnSp>
        <p:nvCxnSpPr>
          <p:cNvPr id="2870" name="Google Shape;2870;p48"/>
          <p:cNvCxnSpPr/>
          <p:nvPr/>
        </p:nvCxnSpPr>
        <p:spPr>
          <a:xfrm>
            <a:off x="4398611" y="2551198"/>
            <a:ext cx="174399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871" name="Google Shape;2871;p48"/>
          <p:cNvSpPr txBox="1"/>
          <p:nvPr/>
        </p:nvSpPr>
        <p:spPr>
          <a:xfrm>
            <a:off x="4112926" y="2283317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AP.LM</a:t>
            </a:r>
            <a:endParaRPr/>
          </a:p>
        </p:txBody>
      </p:sp>
      <p:cxnSp>
        <p:nvCxnSpPr>
          <p:cNvPr id="2872" name="Google Shape;2872;p48"/>
          <p:cNvCxnSpPr/>
          <p:nvPr/>
        </p:nvCxnSpPr>
        <p:spPr>
          <a:xfrm>
            <a:off x="4400671" y="4597914"/>
            <a:ext cx="174399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873" name="Google Shape;2873;p48"/>
          <p:cNvSpPr txBox="1"/>
          <p:nvPr/>
        </p:nvSpPr>
        <p:spPr>
          <a:xfrm>
            <a:off x="4114986" y="4330033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AN.LM</a:t>
            </a:r>
            <a:endParaRPr/>
          </a:p>
        </p:txBody>
      </p:sp>
      <p:sp>
        <p:nvSpPr>
          <p:cNvPr id="2874" name="Google Shape;2874;p48"/>
          <p:cNvSpPr txBox="1"/>
          <p:nvPr/>
        </p:nvSpPr>
        <p:spPr>
          <a:xfrm>
            <a:off x="2984297" y="3012906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AP.WN</a:t>
            </a:r>
            <a:endParaRPr/>
          </a:p>
        </p:txBody>
      </p:sp>
      <p:cxnSp>
        <p:nvCxnSpPr>
          <p:cNvPr id="2875" name="Google Shape;2875;p48"/>
          <p:cNvCxnSpPr/>
          <p:nvPr/>
        </p:nvCxnSpPr>
        <p:spPr>
          <a:xfrm>
            <a:off x="3632007" y="2819960"/>
            <a:ext cx="0" cy="62726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876" name="Google Shape;2876;p48"/>
          <p:cNvSpPr txBox="1"/>
          <p:nvPr/>
        </p:nvSpPr>
        <p:spPr>
          <a:xfrm>
            <a:off x="1824815" y="3013645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AP.WN</a:t>
            </a:r>
            <a:endParaRPr/>
          </a:p>
        </p:txBody>
      </p:sp>
      <p:cxnSp>
        <p:nvCxnSpPr>
          <p:cNvPr id="2877" name="Google Shape;2877;p48"/>
          <p:cNvCxnSpPr/>
          <p:nvPr/>
        </p:nvCxnSpPr>
        <p:spPr>
          <a:xfrm>
            <a:off x="2472525" y="2820699"/>
            <a:ext cx="0" cy="62726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878" name="Google Shape;2878;p48"/>
          <p:cNvCxnSpPr/>
          <p:nvPr/>
        </p:nvCxnSpPr>
        <p:spPr>
          <a:xfrm>
            <a:off x="6402589" y="2830975"/>
            <a:ext cx="0" cy="59615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879" name="Google Shape;2879;p48"/>
          <p:cNvSpPr txBox="1"/>
          <p:nvPr/>
        </p:nvSpPr>
        <p:spPr>
          <a:xfrm>
            <a:off x="6285456" y="3027857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AN.WN</a:t>
            </a:r>
            <a:endParaRPr/>
          </a:p>
        </p:txBody>
      </p:sp>
      <p:sp>
        <p:nvSpPr>
          <p:cNvPr id="2880" name="Google Shape;2880;p48"/>
          <p:cNvSpPr txBox="1"/>
          <p:nvPr/>
        </p:nvSpPr>
        <p:spPr>
          <a:xfrm>
            <a:off x="7399602" y="5093092"/>
            <a:ext cx="4396715" cy="13849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PMOS    ：AP&amp;GC-ESD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NMOS    ：AN&amp;GC-ESD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DP/AP(D)：AP not interacting(GC) inside WN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DN/AN(D)：AN not interacting(GC) outside WN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AN(M)   ：AN-AN(D)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AP(M)   ：AP-AP(D)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WN(M)   ：WN–(WN covering AC)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881" name="Google Shape;288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3542" y="533980"/>
            <a:ext cx="4450957" cy="4559110"/>
          </a:xfrm>
          <a:prstGeom prst="rect">
            <a:avLst/>
          </a:prstGeom>
          <a:noFill/>
          <a:ln>
            <a:noFill/>
          </a:ln>
        </p:spPr>
      </p:pic>
      <p:sp>
        <p:nvSpPr>
          <p:cNvPr id="2882" name="Google Shape;2882;p48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6" name="Shape 2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" name="Google Shape;2887;p49"/>
          <p:cNvSpPr/>
          <p:nvPr/>
        </p:nvSpPr>
        <p:spPr>
          <a:xfrm>
            <a:off x="672663" y="540000"/>
            <a:ext cx="5916143" cy="2898938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8" name="Google Shape;2888;p49"/>
          <p:cNvSpPr/>
          <p:nvPr/>
        </p:nvSpPr>
        <p:spPr>
          <a:xfrm>
            <a:off x="2620949" y="3996620"/>
            <a:ext cx="1943845" cy="16160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89" name="Google Shape;2889;p49"/>
          <p:cNvSpPr/>
          <p:nvPr/>
        </p:nvSpPr>
        <p:spPr>
          <a:xfrm>
            <a:off x="2620949" y="1178924"/>
            <a:ext cx="1943845" cy="16471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90" name="Google Shape;2890;p49"/>
          <p:cNvSpPr/>
          <p:nvPr/>
        </p:nvSpPr>
        <p:spPr>
          <a:xfrm>
            <a:off x="5389190" y="1174701"/>
            <a:ext cx="648000" cy="16471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91" name="Google Shape;2891;p49"/>
          <p:cNvSpPr/>
          <p:nvPr/>
        </p:nvSpPr>
        <p:spPr>
          <a:xfrm>
            <a:off x="3232950" y="906179"/>
            <a:ext cx="180000" cy="49788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92" name="Google Shape;2892;p49"/>
          <p:cNvSpPr/>
          <p:nvPr/>
        </p:nvSpPr>
        <p:spPr>
          <a:xfrm>
            <a:off x="5395837" y="4013943"/>
            <a:ext cx="648000" cy="159873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93" name="Google Shape;2893;p49"/>
          <p:cNvSpPr txBox="1"/>
          <p:nvPr/>
        </p:nvSpPr>
        <p:spPr>
          <a:xfrm>
            <a:off x="3890258" y="121665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2894" name="Google Shape;2894;p49"/>
          <p:cNvSpPr txBox="1"/>
          <p:nvPr/>
        </p:nvSpPr>
        <p:spPr>
          <a:xfrm>
            <a:off x="3915265" y="5335683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2895" name="Google Shape;2895;p49"/>
          <p:cNvSpPr txBox="1"/>
          <p:nvPr/>
        </p:nvSpPr>
        <p:spPr>
          <a:xfrm>
            <a:off x="5398026" y="5335683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2896" name="Google Shape;2896;p49"/>
          <p:cNvCxnSpPr>
            <a:stCxn id="2891" idx="0"/>
          </p:cNvCxnSpPr>
          <p:nvPr/>
        </p:nvCxnSpPr>
        <p:spPr>
          <a:xfrm>
            <a:off x="3322950" y="906179"/>
            <a:ext cx="5700" cy="273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897" name="Google Shape;2897;p49"/>
          <p:cNvSpPr/>
          <p:nvPr/>
        </p:nvSpPr>
        <p:spPr>
          <a:xfrm>
            <a:off x="3894038" y="3143829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898" name="Google Shape;2898;p49"/>
          <p:cNvSpPr txBox="1"/>
          <p:nvPr/>
        </p:nvSpPr>
        <p:spPr>
          <a:xfrm>
            <a:off x="3778817" y="3249099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</p:txBody>
      </p:sp>
      <p:sp>
        <p:nvSpPr>
          <p:cNvPr id="2899" name="Google Shape;2899;p49"/>
          <p:cNvSpPr/>
          <p:nvPr/>
        </p:nvSpPr>
        <p:spPr>
          <a:xfrm>
            <a:off x="3715859" y="915358"/>
            <a:ext cx="180000" cy="49695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900" name="Google Shape;2900;p49"/>
          <p:cNvSpPr txBox="1"/>
          <p:nvPr/>
        </p:nvSpPr>
        <p:spPr>
          <a:xfrm>
            <a:off x="5382079" y="121665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2901" name="Google Shape;2901;p49"/>
          <p:cNvSpPr txBox="1"/>
          <p:nvPr/>
        </p:nvSpPr>
        <p:spPr>
          <a:xfrm flipH="1">
            <a:off x="2587039" y="936695"/>
            <a:ext cx="611277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GC.EP</a:t>
            </a:r>
            <a:endParaRPr/>
          </a:p>
        </p:txBody>
      </p:sp>
      <p:sp>
        <p:nvSpPr>
          <p:cNvPr id="2902" name="Google Shape;2902;p49"/>
          <p:cNvSpPr/>
          <p:nvPr/>
        </p:nvSpPr>
        <p:spPr>
          <a:xfrm>
            <a:off x="4871369" y="3334855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3" name="Google Shape;2903;p49"/>
          <p:cNvSpPr/>
          <p:nvPr/>
        </p:nvSpPr>
        <p:spPr>
          <a:xfrm>
            <a:off x="4153792" y="2325452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4" name="Google Shape;2904;p49"/>
          <p:cNvSpPr/>
          <p:nvPr/>
        </p:nvSpPr>
        <p:spPr>
          <a:xfrm>
            <a:off x="4153792" y="1771340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5" name="Google Shape;2905;p49"/>
          <p:cNvSpPr/>
          <p:nvPr/>
        </p:nvSpPr>
        <p:spPr>
          <a:xfrm>
            <a:off x="5622813" y="2325452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6" name="Google Shape;2906;p49"/>
          <p:cNvSpPr/>
          <p:nvPr/>
        </p:nvSpPr>
        <p:spPr>
          <a:xfrm>
            <a:off x="5622093" y="1771340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7" name="Google Shape;2907;p49"/>
          <p:cNvCxnSpPr/>
          <p:nvPr/>
        </p:nvCxnSpPr>
        <p:spPr>
          <a:xfrm rot="10800000">
            <a:off x="5389190" y="2415452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908" name="Google Shape;2908;p49"/>
          <p:cNvCxnSpPr/>
          <p:nvPr/>
        </p:nvCxnSpPr>
        <p:spPr>
          <a:xfrm rot="10800000">
            <a:off x="5622093" y="2415452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909" name="Google Shape;2909;p49"/>
          <p:cNvSpPr txBox="1"/>
          <p:nvPr/>
        </p:nvSpPr>
        <p:spPr>
          <a:xfrm>
            <a:off x="5552987" y="2551455"/>
            <a:ext cx="1025642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CO.W1/CO.WB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910" name="Google Shape;2910;p49"/>
          <p:cNvCxnSpPr/>
          <p:nvPr/>
        </p:nvCxnSpPr>
        <p:spPr>
          <a:xfrm>
            <a:off x="5712093" y="1979967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911" name="Google Shape;2911;p49"/>
          <p:cNvSpPr txBox="1"/>
          <p:nvPr/>
        </p:nvSpPr>
        <p:spPr>
          <a:xfrm>
            <a:off x="5724127" y="208932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CO.S1</a:t>
            </a:r>
            <a:endParaRPr/>
          </a:p>
        </p:txBody>
      </p:sp>
      <p:sp>
        <p:nvSpPr>
          <p:cNvPr id="2912" name="Google Shape;2912;p49"/>
          <p:cNvSpPr txBox="1"/>
          <p:nvPr/>
        </p:nvSpPr>
        <p:spPr>
          <a:xfrm>
            <a:off x="4835560" y="232599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CO.AN</a:t>
            </a:r>
            <a:endParaRPr/>
          </a:p>
        </p:txBody>
      </p:sp>
      <p:cxnSp>
        <p:nvCxnSpPr>
          <p:cNvPr id="2913" name="Google Shape;2913;p49"/>
          <p:cNvCxnSpPr/>
          <p:nvPr/>
        </p:nvCxnSpPr>
        <p:spPr>
          <a:xfrm rot="10800000">
            <a:off x="3905060" y="2415048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914" name="Google Shape;2914;p49"/>
          <p:cNvCxnSpPr/>
          <p:nvPr/>
        </p:nvCxnSpPr>
        <p:spPr>
          <a:xfrm rot="10800000">
            <a:off x="4154533" y="1856648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915" name="Google Shape;2915;p49"/>
          <p:cNvCxnSpPr/>
          <p:nvPr/>
        </p:nvCxnSpPr>
        <p:spPr>
          <a:xfrm rot="10800000">
            <a:off x="4326089" y="1866895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916" name="Google Shape;2916;p49"/>
          <p:cNvCxnSpPr/>
          <p:nvPr/>
        </p:nvCxnSpPr>
        <p:spPr>
          <a:xfrm>
            <a:off x="4241387" y="1970710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917" name="Google Shape;2917;p49"/>
          <p:cNvSpPr txBox="1"/>
          <p:nvPr/>
        </p:nvSpPr>
        <p:spPr>
          <a:xfrm>
            <a:off x="4280382" y="2043433"/>
            <a:ext cx="102084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CO.S1/</a:t>
            </a: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CO.SM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18" name="Google Shape;2918;p49"/>
          <p:cNvSpPr txBox="1"/>
          <p:nvPr/>
        </p:nvSpPr>
        <p:spPr>
          <a:xfrm>
            <a:off x="4530495" y="177801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CO.AP</a:t>
            </a:r>
            <a:endParaRPr/>
          </a:p>
        </p:txBody>
      </p:sp>
      <p:sp>
        <p:nvSpPr>
          <p:cNvPr id="2919" name="Google Shape;2919;p49"/>
          <p:cNvSpPr txBox="1"/>
          <p:nvPr/>
        </p:nvSpPr>
        <p:spPr>
          <a:xfrm>
            <a:off x="4218086" y="1559444"/>
            <a:ext cx="103446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CO.W1/CO.WM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20" name="Google Shape;2920;p49"/>
          <p:cNvSpPr txBox="1"/>
          <p:nvPr/>
        </p:nvSpPr>
        <p:spPr>
          <a:xfrm>
            <a:off x="3597056" y="222575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CO.GG</a:t>
            </a:r>
            <a:endParaRPr/>
          </a:p>
        </p:txBody>
      </p:sp>
      <p:sp>
        <p:nvSpPr>
          <p:cNvPr id="2921" name="Google Shape;2921;p49"/>
          <p:cNvSpPr/>
          <p:nvPr/>
        </p:nvSpPr>
        <p:spPr>
          <a:xfrm>
            <a:off x="4153792" y="4832111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2" name="Google Shape;2922;p49"/>
          <p:cNvSpPr/>
          <p:nvPr/>
        </p:nvSpPr>
        <p:spPr>
          <a:xfrm>
            <a:off x="4153792" y="4277999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3" name="Google Shape;2923;p49"/>
          <p:cNvSpPr/>
          <p:nvPr/>
        </p:nvSpPr>
        <p:spPr>
          <a:xfrm>
            <a:off x="5622813" y="483211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4" name="Google Shape;2924;p49"/>
          <p:cNvSpPr/>
          <p:nvPr/>
        </p:nvSpPr>
        <p:spPr>
          <a:xfrm>
            <a:off x="5622093" y="4277999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5" name="Google Shape;2925;p49"/>
          <p:cNvCxnSpPr/>
          <p:nvPr/>
        </p:nvCxnSpPr>
        <p:spPr>
          <a:xfrm rot="10800000">
            <a:off x="5389190" y="4922111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926" name="Google Shape;2926;p49"/>
          <p:cNvCxnSpPr/>
          <p:nvPr/>
        </p:nvCxnSpPr>
        <p:spPr>
          <a:xfrm rot="10800000">
            <a:off x="5622093" y="4922111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927" name="Google Shape;2927;p49"/>
          <p:cNvSpPr txBox="1"/>
          <p:nvPr/>
        </p:nvSpPr>
        <p:spPr>
          <a:xfrm>
            <a:off x="5661894" y="5033806"/>
            <a:ext cx="1041445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CO.W1/CO.WB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928" name="Google Shape;2928;p49"/>
          <p:cNvCxnSpPr/>
          <p:nvPr/>
        </p:nvCxnSpPr>
        <p:spPr>
          <a:xfrm>
            <a:off x="5712093" y="4486626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929" name="Google Shape;2929;p49"/>
          <p:cNvSpPr txBox="1"/>
          <p:nvPr/>
        </p:nvSpPr>
        <p:spPr>
          <a:xfrm>
            <a:off x="5724127" y="459598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CO.S1</a:t>
            </a:r>
            <a:endParaRPr/>
          </a:p>
        </p:txBody>
      </p:sp>
      <p:sp>
        <p:nvSpPr>
          <p:cNvPr id="2930" name="Google Shape;2930;p49"/>
          <p:cNvSpPr txBox="1"/>
          <p:nvPr/>
        </p:nvSpPr>
        <p:spPr>
          <a:xfrm>
            <a:off x="4835560" y="479255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CO.AP</a:t>
            </a:r>
            <a:endParaRPr/>
          </a:p>
        </p:txBody>
      </p:sp>
      <p:cxnSp>
        <p:nvCxnSpPr>
          <p:cNvPr id="2931" name="Google Shape;2931;p49"/>
          <p:cNvCxnSpPr/>
          <p:nvPr/>
        </p:nvCxnSpPr>
        <p:spPr>
          <a:xfrm rot="10800000">
            <a:off x="3905060" y="4921707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932" name="Google Shape;2932;p49"/>
          <p:cNvCxnSpPr/>
          <p:nvPr/>
        </p:nvCxnSpPr>
        <p:spPr>
          <a:xfrm rot="10800000">
            <a:off x="4154533" y="4363307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933" name="Google Shape;2933;p49"/>
          <p:cNvCxnSpPr/>
          <p:nvPr/>
        </p:nvCxnSpPr>
        <p:spPr>
          <a:xfrm rot="10800000">
            <a:off x="4326643" y="4931406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934" name="Google Shape;2934;p49"/>
          <p:cNvCxnSpPr/>
          <p:nvPr/>
        </p:nvCxnSpPr>
        <p:spPr>
          <a:xfrm>
            <a:off x="4241387" y="4477369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935" name="Google Shape;2935;p49"/>
          <p:cNvSpPr txBox="1"/>
          <p:nvPr/>
        </p:nvSpPr>
        <p:spPr>
          <a:xfrm>
            <a:off x="4268904" y="4605728"/>
            <a:ext cx="1043807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CO.S1/</a:t>
            </a: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CO.SM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36" name="Google Shape;2936;p49"/>
          <p:cNvSpPr txBox="1"/>
          <p:nvPr/>
        </p:nvSpPr>
        <p:spPr>
          <a:xfrm>
            <a:off x="4365539" y="493812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CO.AN</a:t>
            </a:r>
            <a:endParaRPr/>
          </a:p>
        </p:txBody>
      </p:sp>
      <p:sp>
        <p:nvSpPr>
          <p:cNvPr id="2937" name="Google Shape;2937;p49"/>
          <p:cNvSpPr txBox="1"/>
          <p:nvPr/>
        </p:nvSpPr>
        <p:spPr>
          <a:xfrm>
            <a:off x="4348698" y="4289739"/>
            <a:ext cx="1019409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CO.W1/CO.WM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38" name="Google Shape;2938;p49"/>
          <p:cNvSpPr txBox="1"/>
          <p:nvPr/>
        </p:nvSpPr>
        <p:spPr>
          <a:xfrm>
            <a:off x="3870364" y="508763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CO.GG</a:t>
            </a:r>
            <a:endParaRPr/>
          </a:p>
        </p:txBody>
      </p:sp>
      <p:cxnSp>
        <p:nvCxnSpPr>
          <p:cNvPr id="2939" name="Google Shape;2939;p49"/>
          <p:cNvCxnSpPr/>
          <p:nvPr/>
        </p:nvCxnSpPr>
        <p:spPr>
          <a:xfrm>
            <a:off x="3305999" y="5611837"/>
            <a:ext cx="5765" cy="273036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940" name="Google Shape;2940;p49"/>
          <p:cNvSpPr txBox="1"/>
          <p:nvPr/>
        </p:nvSpPr>
        <p:spPr>
          <a:xfrm flipH="1">
            <a:off x="2570088" y="5642353"/>
            <a:ext cx="611277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GC.EN</a:t>
            </a:r>
            <a:endParaRPr/>
          </a:p>
        </p:txBody>
      </p:sp>
      <p:cxnSp>
        <p:nvCxnSpPr>
          <p:cNvPr id="2941" name="Google Shape;2941;p49"/>
          <p:cNvCxnSpPr/>
          <p:nvPr/>
        </p:nvCxnSpPr>
        <p:spPr>
          <a:xfrm flipH="1">
            <a:off x="4858875" y="3424807"/>
            <a:ext cx="176064" cy="1030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942" name="Google Shape;2942;p49"/>
          <p:cNvCxnSpPr>
            <a:endCxn id="2902" idx="0"/>
          </p:cNvCxnSpPr>
          <p:nvPr/>
        </p:nvCxnSpPr>
        <p:spPr>
          <a:xfrm>
            <a:off x="4961369" y="3143755"/>
            <a:ext cx="0" cy="191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943" name="Google Shape;2943;p49"/>
          <p:cNvSpPr txBox="1"/>
          <p:nvPr/>
        </p:nvSpPr>
        <p:spPr>
          <a:xfrm>
            <a:off x="4705241" y="354892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CO.W1</a:t>
            </a:r>
            <a:endParaRPr/>
          </a:p>
        </p:txBody>
      </p:sp>
      <p:sp>
        <p:nvSpPr>
          <p:cNvPr id="2944" name="Google Shape;2944;p49"/>
          <p:cNvSpPr txBox="1"/>
          <p:nvPr/>
        </p:nvSpPr>
        <p:spPr>
          <a:xfrm>
            <a:off x="4783778" y="296537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CO.GC</a:t>
            </a:r>
            <a:endParaRPr/>
          </a:p>
        </p:txBody>
      </p:sp>
      <p:sp>
        <p:nvSpPr>
          <p:cNvPr id="2945" name="Google Shape;2945;p49"/>
          <p:cNvSpPr/>
          <p:nvPr/>
        </p:nvSpPr>
        <p:spPr>
          <a:xfrm>
            <a:off x="4433709" y="3334855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46" name="Google Shape;2946;p49"/>
          <p:cNvCxnSpPr/>
          <p:nvPr/>
        </p:nvCxnSpPr>
        <p:spPr>
          <a:xfrm rot="10800000">
            <a:off x="4624324" y="3429959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947" name="Google Shape;2947;p49"/>
          <p:cNvSpPr txBox="1"/>
          <p:nvPr/>
        </p:nvSpPr>
        <p:spPr>
          <a:xfrm>
            <a:off x="4240030" y="313133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CO.S1</a:t>
            </a:r>
            <a:endParaRPr/>
          </a:p>
        </p:txBody>
      </p:sp>
      <p:sp>
        <p:nvSpPr>
          <p:cNvPr id="2948" name="Google Shape;2948;p49"/>
          <p:cNvSpPr/>
          <p:nvPr/>
        </p:nvSpPr>
        <p:spPr>
          <a:xfrm>
            <a:off x="1905161" y="3171020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2949" name="Google Shape;2949;p49"/>
          <p:cNvCxnSpPr/>
          <p:nvPr/>
        </p:nvCxnSpPr>
        <p:spPr>
          <a:xfrm>
            <a:off x="3045101" y="2817762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950" name="Google Shape;2950;p49"/>
          <p:cNvSpPr txBox="1"/>
          <p:nvPr/>
        </p:nvSpPr>
        <p:spPr>
          <a:xfrm>
            <a:off x="2402231" y="291292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GC.AP</a:t>
            </a:r>
            <a:endParaRPr/>
          </a:p>
        </p:txBody>
      </p:sp>
      <p:cxnSp>
        <p:nvCxnSpPr>
          <p:cNvPr id="2951" name="Google Shape;2951;p49"/>
          <p:cNvCxnSpPr/>
          <p:nvPr/>
        </p:nvCxnSpPr>
        <p:spPr>
          <a:xfrm>
            <a:off x="3027192" y="3665849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952" name="Google Shape;2952;p49"/>
          <p:cNvSpPr txBox="1"/>
          <p:nvPr/>
        </p:nvSpPr>
        <p:spPr>
          <a:xfrm>
            <a:off x="2402231" y="375096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GC.AN</a:t>
            </a:r>
            <a:endParaRPr/>
          </a:p>
        </p:txBody>
      </p:sp>
      <p:cxnSp>
        <p:nvCxnSpPr>
          <p:cNvPr id="2953" name="Google Shape;2953;p49"/>
          <p:cNvCxnSpPr/>
          <p:nvPr/>
        </p:nvCxnSpPr>
        <p:spPr>
          <a:xfrm rot="10800000">
            <a:off x="3232950" y="1982526"/>
            <a:ext cx="18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954" name="Google Shape;2954;p49"/>
          <p:cNvCxnSpPr/>
          <p:nvPr/>
        </p:nvCxnSpPr>
        <p:spPr>
          <a:xfrm rot="10800000">
            <a:off x="3412950" y="1982526"/>
            <a:ext cx="302909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955" name="Google Shape;2955;p49"/>
          <p:cNvSpPr txBox="1"/>
          <p:nvPr/>
        </p:nvSpPr>
        <p:spPr>
          <a:xfrm>
            <a:off x="3265202" y="206550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GC.S1</a:t>
            </a:r>
            <a:endParaRPr/>
          </a:p>
        </p:txBody>
      </p:sp>
      <p:sp>
        <p:nvSpPr>
          <p:cNvPr id="2956" name="Google Shape;2956;p49"/>
          <p:cNvSpPr txBox="1"/>
          <p:nvPr/>
        </p:nvSpPr>
        <p:spPr>
          <a:xfrm>
            <a:off x="3006936" y="173535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GC.W1</a:t>
            </a:r>
            <a:endParaRPr/>
          </a:p>
        </p:txBody>
      </p:sp>
      <p:sp>
        <p:nvSpPr>
          <p:cNvPr id="2957" name="Google Shape;2957;p49"/>
          <p:cNvSpPr/>
          <p:nvPr/>
        </p:nvSpPr>
        <p:spPr>
          <a:xfrm>
            <a:off x="1479408" y="215565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958" name="Google Shape;2958;p49"/>
          <p:cNvSpPr/>
          <p:nvPr/>
        </p:nvSpPr>
        <p:spPr>
          <a:xfrm>
            <a:off x="1479408" y="116270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959" name="Google Shape;2959;p49"/>
          <p:cNvSpPr txBox="1"/>
          <p:nvPr/>
        </p:nvSpPr>
        <p:spPr>
          <a:xfrm>
            <a:off x="1473265" y="2200667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(D)</a:t>
            </a:r>
            <a:endParaRPr/>
          </a:p>
        </p:txBody>
      </p:sp>
      <p:sp>
        <p:nvSpPr>
          <p:cNvPr id="2960" name="Google Shape;2960;p49"/>
          <p:cNvSpPr/>
          <p:nvPr/>
        </p:nvSpPr>
        <p:spPr>
          <a:xfrm>
            <a:off x="1479408" y="4988804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961" name="Google Shape;2961;p49"/>
          <p:cNvSpPr/>
          <p:nvPr/>
        </p:nvSpPr>
        <p:spPr>
          <a:xfrm>
            <a:off x="1479408" y="3998841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962" name="Google Shape;2962;p49"/>
          <p:cNvSpPr txBox="1"/>
          <p:nvPr/>
        </p:nvSpPr>
        <p:spPr>
          <a:xfrm>
            <a:off x="1473265" y="5048653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(D)</a:t>
            </a:r>
            <a:endParaRPr/>
          </a:p>
        </p:txBody>
      </p:sp>
      <p:sp>
        <p:nvSpPr>
          <p:cNvPr id="2963" name="Google Shape;2963;p49"/>
          <p:cNvSpPr/>
          <p:nvPr/>
        </p:nvSpPr>
        <p:spPr>
          <a:xfrm>
            <a:off x="1713408" y="4227737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4" name="Google Shape;2964;p49"/>
          <p:cNvCxnSpPr/>
          <p:nvPr/>
        </p:nvCxnSpPr>
        <p:spPr>
          <a:xfrm rot="10800000">
            <a:off x="1479234" y="4322841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965" name="Google Shape;2965;p49"/>
          <p:cNvCxnSpPr/>
          <p:nvPr/>
        </p:nvCxnSpPr>
        <p:spPr>
          <a:xfrm rot="10800000">
            <a:off x="1716554" y="4322841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966" name="Google Shape;2966;p49"/>
          <p:cNvSpPr txBox="1"/>
          <p:nvPr/>
        </p:nvSpPr>
        <p:spPr>
          <a:xfrm>
            <a:off x="1623826" y="444078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CO.WD</a:t>
            </a:r>
            <a:endParaRPr/>
          </a:p>
        </p:txBody>
      </p:sp>
      <p:sp>
        <p:nvSpPr>
          <p:cNvPr id="2967" name="Google Shape;2967;p49"/>
          <p:cNvSpPr txBox="1"/>
          <p:nvPr/>
        </p:nvSpPr>
        <p:spPr>
          <a:xfrm>
            <a:off x="925604" y="423050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CO.AD</a:t>
            </a:r>
            <a:endParaRPr/>
          </a:p>
        </p:txBody>
      </p:sp>
      <p:sp>
        <p:nvSpPr>
          <p:cNvPr id="2968" name="Google Shape;2968;p49"/>
          <p:cNvSpPr/>
          <p:nvPr/>
        </p:nvSpPr>
        <p:spPr>
          <a:xfrm>
            <a:off x="1713408" y="1391602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9" name="Google Shape;2969;p49"/>
          <p:cNvCxnSpPr/>
          <p:nvPr/>
        </p:nvCxnSpPr>
        <p:spPr>
          <a:xfrm rot="10800000">
            <a:off x="1478810" y="1486706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2970" name="Google Shape;2970;p49"/>
          <p:cNvCxnSpPr/>
          <p:nvPr/>
        </p:nvCxnSpPr>
        <p:spPr>
          <a:xfrm rot="10800000">
            <a:off x="1716554" y="1486706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971" name="Google Shape;2971;p49"/>
          <p:cNvSpPr txBox="1"/>
          <p:nvPr/>
        </p:nvSpPr>
        <p:spPr>
          <a:xfrm>
            <a:off x="1623402" y="160556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CO.WD</a:t>
            </a:r>
            <a:endParaRPr/>
          </a:p>
        </p:txBody>
      </p:sp>
      <p:sp>
        <p:nvSpPr>
          <p:cNvPr id="2972" name="Google Shape;2972;p49"/>
          <p:cNvSpPr txBox="1"/>
          <p:nvPr/>
        </p:nvSpPr>
        <p:spPr>
          <a:xfrm>
            <a:off x="925180" y="139437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CO.AD</a:t>
            </a:r>
            <a:endParaRPr/>
          </a:p>
        </p:txBody>
      </p:sp>
      <p:sp>
        <p:nvSpPr>
          <p:cNvPr id="2973" name="Google Shape;2973;p49"/>
          <p:cNvSpPr txBox="1"/>
          <p:nvPr/>
        </p:nvSpPr>
        <p:spPr>
          <a:xfrm>
            <a:off x="672663" y="666687"/>
            <a:ext cx="12198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2974" name="Google Shape;2974;p49"/>
          <p:cNvSpPr txBox="1"/>
          <p:nvPr/>
        </p:nvSpPr>
        <p:spPr>
          <a:xfrm>
            <a:off x="-1" y="7376"/>
            <a:ext cx="56397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Cat-4: Contact and Poly related</a:t>
            </a:r>
            <a:endParaRPr/>
          </a:p>
        </p:txBody>
      </p:sp>
      <p:sp>
        <p:nvSpPr>
          <p:cNvPr id="2975" name="Google Shape;2975;p49"/>
          <p:cNvSpPr txBox="1"/>
          <p:nvPr/>
        </p:nvSpPr>
        <p:spPr>
          <a:xfrm>
            <a:off x="1236135" y="4024037"/>
            <a:ext cx="113454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CO(D)</a:t>
            </a:r>
            <a:endParaRPr/>
          </a:p>
        </p:txBody>
      </p:sp>
      <p:sp>
        <p:nvSpPr>
          <p:cNvPr id="2976" name="Google Shape;2976;p49"/>
          <p:cNvSpPr txBox="1"/>
          <p:nvPr/>
        </p:nvSpPr>
        <p:spPr>
          <a:xfrm rot="-5400000">
            <a:off x="3381496" y="2478817"/>
            <a:ext cx="882149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1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GC(G)</a:t>
            </a:r>
            <a:endParaRPr/>
          </a:p>
        </p:txBody>
      </p:sp>
      <p:sp>
        <p:nvSpPr>
          <p:cNvPr id="2977" name="Google Shape;2977;p49"/>
          <p:cNvSpPr txBox="1"/>
          <p:nvPr/>
        </p:nvSpPr>
        <p:spPr>
          <a:xfrm>
            <a:off x="6818278" y="4884883"/>
            <a:ext cx="3255180" cy="15696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PMOS ：AP&amp;GC-ESD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NMOS ：AN&amp;GC-ESD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AP(D)：AP not interacting GC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AN(D)：AN not interacting GC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CO(M)：CO on PMOS/NMOS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CO(B)：CO on BG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CO(D)：CO on AP(D)/AN(D)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CO(L)：CO(Area&gt;=1.5um</a:t>
            </a:r>
            <a:r>
              <a:rPr baseline="30000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</p:txBody>
      </p:sp>
      <p:sp>
        <p:nvSpPr>
          <p:cNvPr id="2978" name="Google Shape;2978;p49"/>
          <p:cNvSpPr txBox="1"/>
          <p:nvPr/>
        </p:nvSpPr>
        <p:spPr>
          <a:xfrm rot="-5400000">
            <a:off x="3390585" y="4882691"/>
            <a:ext cx="882149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1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GC(G)</a:t>
            </a:r>
            <a:endParaRPr/>
          </a:p>
        </p:txBody>
      </p:sp>
      <p:sp>
        <p:nvSpPr>
          <p:cNvPr id="2979" name="Google Shape;2979;p49"/>
          <p:cNvSpPr txBox="1"/>
          <p:nvPr/>
        </p:nvSpPr>
        <p:spPr>
          <a:xfrm>
            <a:off x="10073458" y="4856800"/>
            <a:ext cx="2071697" cy="830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GP：AN&amp;WN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GN：AP-WN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WC：WN covering AC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BG：(GP+GN)-WC</a:t>
            </a:r>
            <a:endParaRPr/>
          </a:p>
        </p:txBody>
      </p:sp>
      <p:cxnSp>
        <p:nvCxnSpPr>
          <p:cNvPr id="2980" name="Google Shape;2980;p49"/>
          <p:cNvCxnSpPr/>
          <p:nvPr/>
        </p:nvCxnSpPr>
        <p:spPr>
          <a:xfrm>
            <a:off x="4240030" y="2505452"/>
            <a:ext cx="0" cy="31634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981" name="Google Shape;2981;p49"/>
          <p:cNvSpPr txBox="1"/>
          <p:nvPr/>
        </p:nvSpPr>
        <p:spPr>
          <a:xfrm>
            <a:off x="4248296" y="2595230"/>
            <a:ext cx="1076164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CO.AP/</a:t>
            </a: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CO.SM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982" name="Google Shape;2982;p49"/>
          <p:cNvCxnSpPr/>
          <p:nvPr/>
        </p:nvCxnSpPr>
        <p:spPr>
          <a:xfrm>
            <a:off x="4240030" y="3996620"/>
            <a:ext cx="0" cy="28805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2983" name="Google Shape;2983;p49"/>
          <p:cNvSpPr txBox="1"/>
          <p:nvPr/>
        </p:nvSpPr>
        <p:spPr>
          <a:xfrm>
            <a:off x="4322929" y="4002978"/>
            <a:ext cx="1023846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CO.AN/</a:t>
            </a: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CO.SM</a:t>
            </a:r>
            <a:endParaRPr/>
          </a:p>
        </p:txBody>
      </p:sp>
      <p:sp>
        <p:nvSpPr>
          <p:cNvPr id="2984" name="Google Shape;2984;p49"/>
          <p:cNvSpPr/>
          <p:nvPr/>
        </p:nvSpPr>
        <p:spPr>
          <a:xfrm>
            <a:off x="1798212" y="3497116"/>
            <a:ext cx="284298" cy="30042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5" name="Google Shape;2985;p49"/>
          <p:cNvSpPr txBox="1"/>
          <p:nvPr/>
        </p:nvSpPr>
        <p:spPr>
          <a:xfrm>
            <a:off x="1267379" y="355395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CO(L)</a:t>
            </a:r>
            <a:endParaRPr/>
          </a:p>
        </p:txBody>
      </p:sp>
      <p:sp>
        <p:nvSpPr>
          <p:cNvPr id="2986" name="Google Shape;2986;p49"/>
          <p:cNvSpPr txBox="1"/>
          <p:nvPr/>
        </p:nvSpPr>
        <p:spPr>
          <a:xfrm flipH="1">
            <a:off x="1844837" y="3473124"/>
            <a:ext cx="2740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✕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987" name="Google Shape;2987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83146" y="558460"/>
            <a:ext cx="4458362" cy="4350028"/>
          </a:xfrm>
          <a:prstGeom prst="rect">
            <a:avLst/>
          </a:prstGeom>
          <a:noFill/>
          <a:ln>
            <a:noFill/>
          </a:ln>
        </p:spPr>
      </p:pic>
      <p:sp>
        <p:nvSpPr>
          <p:cNvPr id="2988" name="Google Shape;2988;p49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3" name="Shape 2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4" name="Google Shape;2994;p50"/>
          <p:cNvSpPr/>
          <p:nvPr/>
        </p:nvSpPr>
        <p:spPr>
          <a:xfrm>
            <a:off x="1473910" y="3899640"/>
            <a:ext cx="2340000" cy="234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995" name="Google Shape;2995;p50"/>
          <p:cNvSpPr/>
          <p:nvPr/>
        </p:nvSpPr>
        <p:spPr>
          <a:xfrm rot="-5400000">
            <a:off x="1880418" y="4349640"/>
            <a:ext cx="1440000" cy="14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996" name="Google Shape;2996;p50"/>
          <p:cNvSpPr/>
          <p:nvPr/>
        </p:nvSpPr>
        <p:spPr>
          <a:xfrm rot="-5400000">
            <a:off x="1031931" y="999469"/>
            <a:ext cx="1980000" cy="198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997" name="Google Shape;2997;p50"/>
          <p:cNvSpPr/>
          <p:nvPr/>
        </p:nvSpPr>
        <p:spPr>
          <a:xfrm rot="-5400000">
            <a:off x="1301931" y="1269469"/>
            <a:ext cx="1440000" cy="14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998" name="Google Shape;2998;p50"/>
          <p:cNvSpPr/>
          <p:nvPr/>
        </p:nvSpPr>
        <p:spPr>
          <a:xfrm>
            <a:off x="1481931" y="1449469"/>
            <a:ext cx="1080000" cy="108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999" name="Google Shape;2999;p50"/>
          <p:cNvSpPr txBox="1"/>
          <p:nvPr/>
        </p:nvSpPr>
        <p:spPr>
          <a:xfrm>
            <a:off x="695347" y="629122"/>
            <a:ext cx="12198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WN(R)</a:t>
            </a:r>
            <a:endParaRPr/>
          </a:p>
        </p:txBody>
      </p:sp>
      <p:sp>
        <p:nvSpPr>
          <p:cNvPr id="3000" name="Google Shape;3000;p50"/>
          <p:cNvSpPr txBox="1"/>
          <p:nvPr/>
        </p:nvSpPr>
        <p:spPr>
          <a:xfrm>
            <a:off x="1424159" y="145601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sp>
        <p:nvSpPr>
          <p:cNvPr id="3001" name="Google Shape;3001;p50"/>
          <p:cNvSpPr/>
          <p:nvPr/>
        </p:nvSpPr>
        <p:spPr>
          <a:xfrm>
            <a:off x="660267" y="3709912"/>
            <a:ext cx="3577845" cy="2675463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2" name="Google Shape;3002;p50"/>
          <p:cNvSpPr/>
          <p:nvPr/>
        </p:nvSpPr>
        <p:spPr>
          <a:xfrm>
            <a:off x="2060418" y="4529640"/>
            <a:ext cx="1080000" cy="108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03" name="Google Shape;3003;p50"/>
          <p:cNvSpPr txBox="1"/>
          <p:nvPr/>
        </p:nvSpPr>
        <p:spPr>
          <a:xfrm>
            <a:off x="675457" y="3770151"/>
            <a:ext cx="60992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(C)</a:t>
            </a:r>
            <a:endParaRPr/>
          </a:p>
        </p:txBody>
      </p:sp>
      <p:sp>
        <p:nvSpPr>
          <p:cNvPr id="3004" name="Google Shape;3004;p50"/>
          <p:cNvSpPr txBox="1"/>
          <p:nvPr/>
        </p:nvSpPr>
        <p:spPr>
          <a:xfrm>
            <a:off x="2086606" y="4601632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3005" name="Google Shape;3005;p50"/>
          <p:cNvSpPr/>
          <p:nvPr/>
        </p:nvSpPr>
        <p:spPr>
          <a:xfrm>
            <a:off x="3396898" y="1438767"/>
            <a:ext cx="540000" cy="110140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06" name="Google Shape;3006;p50"/>
          <p:cNvSpPr txBox="1"/>
          <p:nvPr/>
        </p:nvSpPr>
        <p:spPr>
          <a:xfrm>
            <a:off x="3405540" y="1496099"/>
            <a:ext cx="510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3007" name="Google Shape;3007;p50"/>
          <p:cNvCxnSpPr/>
          <p:nvPr/>
        </p:nvCxnSpPr>
        <p:spPr>
          <a:xfrm>
            <a:off x="3026946" y="1526078"/>
            <a:ext cx="384967" cy="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008" name="Google Shape;3008;p50"/>
          <p:cNvSpPr txBox="1"/>
          <p:nvPr/>
        </p:nvSpPr>
        <p:spPr>
          <a:xfrm>
            <a:off x="3056003" y="126263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GC.AN</a:t>
            </a:r>
            <a:endParaRPr/>
          </a:p>
        </p:txBody>
      </p:sp>
      <p:cxnSp>
        <p:nvCxnSpPr>
          <p:cNvPr id="3009" name="Google Shape;3009;p50"/>
          <p:cNvCxnSpPr/>
          <p:nvPr/>
        </p:nvCxnSpPr>
        <p:spPr>
          <a:xfrm>
            <a:off x="2561931" y="1783094"/>
            <a:ext cx="18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010" name="Google Shape;3010;p50"/>
          <p:cNvSpPr txBox="1"/>
          <p:nvPr/>
        </p:nvSpPr>
        <p:spPr>
          <a:xfrm>
            <a:off x="2401981" y="154936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AR.GC</a:t>
            </a:r>
            <a:endParaRPr/>
          </a:p>
        </p:txBody>
      </p:sp>
      <p:cxnSp>
        <p:nvCxnSpPr>
          <p:cNvPr id="3011" name="Google Shape;3011;p50"/>
          <p:cNvCxnSpPr>
            <a:stCxn id="2997" idx="3"/>
            <a:endCxn id="2996" idx="3"/>
          </p:cNvCxnSpPr>
          <p:nvPr/>
        </p:nvCxnSpPr>
        <p:spPr>
          <a:xfrm rot="10800000">
            <a:off x="2021931" y="999469"/>
            <a:ext cx="0" cy="270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012" name="Google Shape;3012;p50"/>
          <p:cNvSpPr txBox="1"/>
          <p:nvPr/>
        </p:nvSpPr>
        <p:spPr>
          <a:xfrm>
            <a:off x="1775928" y="81143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AR.PW</a:t>
            </a:r>
            <a:endParaRPr/>
          </a:p>
        </p:txBody>
      </p:sp>
      <p:sp>
        <p:nvSpPr>
          <p:cNvPr id="3013" name="Google Shape;3013;p50"/>
          <p:cNvSpPr/>
          <p:nvPr/>
        </p:nvSpPr>
        <p:spPr>
          <a:xfrm>
            <a:off x="3478210" y="5239317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4" name="Google Shape;3014;p50"/>
          <p:cNvSpPr txBox="1"/>
          <p:nvPr/>
        </p:nvSpPr>
        <p:spPr>
          <a:xfrm>
            <a:off x="3209319" y="4009784"/>
            <a:ext cx="50269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3015" name="Google Shape;3015;p50"/>
          <p:cNvSpPr/>
          <p:nvPr/>
        </p:nvSpPr>
        <p:spPr>
          <a:xfrm>
            <a:off x="3477490" y="4685205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16" name="Google Shape;3016;p50"/>
          <p:cNvCxnSpPr/>
          <p:nvPr/>
        </p:nvCxnSpPr>
        <p:spPr>
          <a:xfrm rot="10800000">
            <a:off x="3652638" y="4778076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017" name="Google Shape;3017;p50"/>
          <p:cNvSpPr txBox="1"/>
          <p:nvPr/>
        </p:nvSpPr>
        <p:spPr>
          <a:xfrm>
            <a:off x="3548153" y="447177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CC.AN</a:t>
            </a:r>
            <a:endParaRPr/>
          </a:p>
        </p:txBody>
      </p:sp>
      <p:cxnSp>
        <p:nvCxnSpPr>
          <p:cNvPr id="3018" name="Google Shape;3018;p50"/>
          <p:cNvCxnSpPr/>
          <p:nvPr/>
        </p:nvCxnSpPr>
        <p:spPr>
          <a:xfrm rot="10800000">
            <a:off x="3478930" y="5330517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019" name="Google Shape;3019;p50"/>
          <p:cNvSpPr txBox="1"/>
          <p:nvPr/>
        </p:nvSpPr>
        <p:spPr>
          <a:xfrm>
            <a:off x="3509613" y="541682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CC.W1</a:t>
            </a:r>
            <a:endParaRPr/>
          </a:p>
        </p:txBody>
      </p:sp>
      <p:cxnSp>
        <p:nvCxnSpPr>
          <p:cNvPr id="3020" name="Google Shape;3020;p50"/>
          <p:cNvCxnSpPr/>
          <p:nvPr/>
        </p:nvCxnSpPr>
        <p:spPr>
          <a:xfrm>
            <a:off x="3574771" y="4882943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021" name="Google Shape;3021;p50"/>
          <p:cNvSpPr txBox="1"/>
          <p:nvPr/>
        </p:nvSpPr>
        <p:spPr>
          <a:xfrm>
            <a:off x="2825016" y="501121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CO.SC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22" name="Google Shape;3022;p50"/>
          <p:cNvSpPr/>
          <p:nvPr/>
        </p:nvSpPr>
        <p:spPr>
          <a:xfrm>
            <a:off x="2786098" y="5196474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3" name="Google Shape;3023;p50"/>
          <p:cNvSpPr/>
          <p:nvPr/>
        </p:nvSpPr>
        <p:spPr>
          <a:xfrm>
            <a:off x="2785378" y="4642362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24" name="Google Shape;3024;p50"/>
          <p:cNvCxnSpPr/>
          <p:nvPr/>
        </p:nvCxnSpPr>
        <p:spPr>
          <a:xfrm rot="10800000">
            <a:off x="2959790" y="4732681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025" name="Google Shape;3025;p50"/>
          <p:cNvCxnSpPr/>
          <p:nvPr/>
        </p:nvCxnSpPr>
        <p:spPr>
          <a:xfrm rot="10800000">
            <a:off x="2786818" y="5287674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026" name="Google Shape;3026;p50"/>
          <p:cNvSpPr txBox="1"/>
          <p:nvPr/>
        </p:nvSpPr>
        <p:spPr>
          <a:xfrm>
            <a:off x="2848171" y="537824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CC.W1</a:t>
            </a:r>
            <a:endParaRPr/>
          </a:p>
        </p:txBody>
      </p:sp>
      <p:cxnSp>
        <p:nvCxnSpPr>
          <p:cNvPr id="3027" name="Google Shape;3027;p50"/>
          <p:cNvCxnSpPr/>
          <p:nvPr/>
        </p:nvCxnSpPr>
        <p:spPr>
          <a:xfrm>
            <a:off x="2882659" y="4840100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028" name="Google Shape;3028;p50"/>
          <p:cNvSpPr txBox="1"/>
          <p:nvPr/>
        </p:nvSpPr>
        <p:spPr>
          <a:xfrm>
            <a:off x="2821882" y="487863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 strike="sng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CC.S1</a:t>
            </a:r>
            <a:endParaRPr/>
          </a:p>
        </p:txBody>
      </p:sp>
      <p:sp>
        <p:nvSpPr>
          <p:cNvPr id="3029" name="Google Shape;3029;p50"/>
          <p:cNvSpPr txBox="1"/>
          <p:nvPr/>
        </p:nvSpPr>
        <p:spPr>
          <a:xfrm>
            <a:off x="2850215" y="447177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CC.AC</a:t>
            </a:r>
            <a:endParaRPr/>
          </a:p>
        </p:txBody>
      </p:sp>
      <p:sp>
        <p:nvSpPr>
          <p:cNvPr id="3030" name="Google Shape;3030;p50"/>
          <p:cNvSpPr/>
          <p:nvPr/>
        </p:nvSpPr>
        <p:spPr>
          <a:xfrm>
            <a:off x="672663" y="540000"/>
            <a:ext cx="3565449" cy="2898938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1" name="Google Shape;3031;p50"/>
          <p:cNvSpPr txBox="1"/>
          <p:nvPr/>
        </p:nvSpPr>
        <p:spPr>
          <a:xfrm>
            <a:off x="1959263" y="1023197"/>
            <a:ext cx="113454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GC(R)</a:t>
            </a:r>
            <a:endParaRPr/>
          </a:p>
        </p:txBody>
      </p:sp>
      <p:sp>
        <p:nvSpPr>
          <p:cNvPr id="3032" name="Google Shape;3032;p50"/>
          <p:cNvSpPr/>
          <p:nvPr/>
        </p:nvSpPr>
        <p:spPr>
          <a:xfrm rot="-5400000">
            <a:off x="3870075" y="1556724"/>
            <a:ext cx="2898925" cy="865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33" name="Google Shape;3033;p50"/>
          <p:cNvSpPr/>
          <p:nvPr/>
        </p:nvSpPr>
        <p:spPr>
          <a:xfrm rot="-5400000">
            <a:off x="5319553" y="1646513"/>
            <a:ext cx="2898925" cy="6791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034" name="Google Shape;3034;p50"/>
          <p:cNvSpPr txBox="1"/>
          <p:nvPr/>
        </p:nvSpPr>
        <p:spPr>
          <a:xfrm>
            <a:off x="4304708" y="612285"/>
            <a:ext cx="66889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(RS)</a:t>
            </a:r>
            <a:endParaRPr/>
          </a:p>
        </p:txBody>
      </p:sp>
      <p:cxnSp>
        <p:nvCxnSpPr>
          <p:cNvPr id="3035" name="Google Shape;3035;p50"/>
          <p:cNvCxnSpPr/>
          <p:nvPr/>
        </p:nvCxnSpPr>
        <p:spPr>
          <a:xfrm>
            <a:off x="4886801" y="1666306"/>
            <a:ext cx="87244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036" name="Google Shape;3036;p50"/>
          <p:cNvSpPr txBox="1"/>
          <p:nvPr/>
        </p:nvSpPr>
        <p:spPr>
          <a:xfrm>
            <a:off x="4923016" y="173178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GR.W1</a:t>
            </a:r>
            <a:endParaRPr/>
          </a:p>
        </p:txBody>
      </p:sp>
      <p:cxnSp>
        <p:nvCxnSpPr>
          <p:cNvPr id="3037" name="Google Shape;3037;p50"/>
          <p:cNvCxnSpPr/>
          <p:nvPr/>
        </p:nvCxnSpPr>
        <p:spPr>
          <a:xfrm>
            <a:off x="5752274" y="1666306"/>
            <a:ext cx="694392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038" name="Google Shape;3038;p50"/>
          <p:cNvSpPr txBox="1"/>
          <p:nvPr/>
        </p:nvSpPr>
        <p:spPr>
          <a:xfrm>
            <a:off x="5782003" y="173178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GR.S1</a:t>
            </a:r>
            <a:endParaRPr/>
          </a:p>
        </p:txBody>
      </p:sp>
      <p:sp>
        <p:nvSpPr>
          <p:cNvPr id="3039" name="Google Shape;3039;p50"/>
          <p:cNvSpPr txBox="1"/>
          <p:nvPr/>
        </p:nvSpPr>
        <p:spPr>
          <a:xfrm>
            <a:off x="5898745" y="600250"/>
            <a:ext cx="66889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(RS)</a:t>
            </a:r>
            <a:endParaRPr/>
          </a:p>
        </p:txBody>
      </p:sp>
      <p:sp>
        <p:nvSpPr>
          <p:cNvPr id="3040" name="Google Shape;3040;p50"/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Cat-5: Resistors(AR/GR) and Capacitor(AC) related</a:t>
            </a:r>
            <a:endParaRPr/>
          </a:p>
        </p:txBody>
      </p:sp>
      <p:sp>
        <p:nvSpPr>
          <p:cNvPr id="3041" name="Google Shape;3041;p50"/>
          <p:cNvSpPr/>
          <p:nvPr/>
        </p:nvSpPr>
        <p:spPr>
          <a:xfrm>
            <a:off x="4783707" y="3767739"/>
            <a:ext cx="1440000" cy="2230407"/>
          </a:xfrm>
          <a:prstGeom prst="snip2SameRect">
            <a:avLst>
              <a:gd fmla="val 23682" name="adj1"/>
              <a:gd fmla="val 0" name="adj2"/>
            </a:avLst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2" name="Google Shape;3042;p50"/>
          <p:cNvSpPr/>
          <p:nvPr/>
        </p:nvSpPr>
        <p:spPr>
          <a:xfrm>
            <a:off x="5215707" y="4318569"/>
            <a:ext cx="576000" cy="36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43" name="Google Shape;3043;p50"/>
          <p:cNvCxnSpPr/>
          <p:nvPr/>
        </p:nvCxnSpPr>
        <p:spPr>
          <a:xfrm>
            <a:off x="5789283" y="4480773"/>
            <a:ext cx="432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044" name="Google Shape;3044;p50"/>
          <p:cNvCxnSpPr/>
          <p:nvPr/>
        </p:nvCxnSpPr>
        <p:spPr>
          <a:xfrm>
            <a:off x="5863707" y="3767740"/>
            <a:ext cx="36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045" name="Google Shape;3045;p50"/>
          <p:cNvCxnSpPr/>
          <p:nvPr/>
        </p:nvCxnSpPr>
        <p:spPr>
          <a:xfrm>
            <a:off x="6223707" y="3767740"/>
            <a:ext cx="0" cy="35894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046" name="Google Shape;3046;p50"/>
          <p:cNvCxnSpPr/>
          <p:nvPr/>
        </p:nvCxnSpPr>
        <p:spPr>
          <a:xfrm>
            <a:off x="5518413" y="3767740"/>
            <a:ext cx="0" cy="54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047" name="Google Shape;3047;p50"/>
          <p:cNvCxnSpPr/>
          <p:nvPr/>
        </p:nvCxnSpPr>
        <p:spPr>
          <a:xfrm>
            <a:off x="5213283" y="4391891"/>
            <a:ext cx="576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048" name="Google Shape;3048;p50"/>
          <p:cNvCxnSpPr/>
          <p:nvPr/>
        </p:nvCxnSpPr>
        <p:spPr>
          <a:xfrm>
            <a:off x="5119002" y="4319629"/>
            <a:ext cx="0" cy="35894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049" name="Google Shape;3049;p50"/>
          <p:cNvSpPr txBox="1"/>
          <p:nvPr/>
        </p:nvSpPr>
        <p:spPr>
          <a:xfrm>
            <a:off x="4804677" y="5499401"/>
            <a:ext cx="8707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endParaRPr/>
          </a:p>
        </p:txBody>
      </p:sp>
      <p:sp>
        <p:nvSpPr>
          <p:cNvPr id="3050" name="Google Shape;3050;p50"/>
          <p:cNvSpPr txBox="1"/>
          <p:nvPr/>
        </p:nvSpPr>
        <p:spPr>
          <a:xfrm>
            <a:off x="6242537" y="385896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AR.XY</a:t>
            </a:r>
            <a:endParaRPr/>
          </a:p>
        </p:txBody>
      </p:sp>
      <p:sp>
        <p:nvSpPr>
          <p:cNvPr id="3051" name="Google Shape;3051;p50"/>
          <p:cNvSpPr txBox="1"/>
          <p:nvPr/>
        </p:nvSpPr>
        <p:spPr>
          <a:xfrm>
            <a:off x="4922748" y="371256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CR.AT</a:t>
            </a:r>
            <a:endParaRPr/>
          </a:p>
        </p:txBody>
      </p:sp>
      <p:sp>
        <p:nvSpPr>
          <p:cNvPr id="3052" name="Google Shape;3052;p50"/>
          <p:cNvSpPr txBox="1"/>
          <p:nvPr/>
        </p:nvSpPr>
        <p:spPr>
          <a:xfrm>
            <a:off x="4380691" y="439813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CR.W1</a:t>
            </a:r>
            <a:endParaRPr/>
          </a:p>
        </p:txBody>
      </p:sp>
      <p:sp>
        <p:nvSpPr>
          <p:cNvPr id="3053" name="Google Shape;3053;p50"/>
          <p:cNvSpPr txBox="1"/>
          <p:nvPr/>
        </p:nvSpPr>
        <p:spPr>
          <a:xfrm>
            <a:off x="6209200" y="432237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CR.ASN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54" name="Google Shape;3054;p50"/>
          <p:cNvSpPr txBox="1"/>
          <p:nvPr/>
        </p:nvSpPr>
        <p:spPr>
          <a:xfrm>
            <a:off x="5910768" y="351481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AR.XY</a:t>
            </a:r>
            <a:endParaRPr/>
          </a:p>
        </p:txBody>
      </p:sp>
      <p:sp>
        <p:nvSpPr>
          <p:cNvPr id="3055" name="Google Shape;3055;p50"/>
          <p:cNvSpPr txBox="1"/>
          <p:nvPr/>
        </p:nvSpPr>
        <p:spPr>
          <a:xfrm>
            <a:off x="5196575" y="439189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CR.W2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56" name="Google Shape;3056;p50"/>
          <p:cNvSpPr/>
          <p:nvPr/>
        </p:nvSpPr>
        <p:spPr>
          <a:xfrm>
            <a:off x="5049627" y="751904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057" name="Google Shape;3057;p50"/>
          <p:cNvSpPr/>
          <p:nvPr/>
        </p:nvSpPr>
        <p:spPr>
          <a:xfrm>
            <a:off x="6672540" y="743823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058" name="Google Shape;3058;p50"/>
          <p:cNvSpPr/>
          <p:nvPr/>
        </p:nvSpPr>
        <p:spPr>
          <a:xfrm>
            <a:off x="5049627" y="2999233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059" name="Google Shape;3059;p50"/>
          <p:cNvSpPr/>
          <p:nvPr/>
        </p:nvSpPr>
        <p:spPr>
          <a:xfrm>
            <a:off x="6685308" y="2991152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060" name="Google Shape;3060;p50"/>
          <p:cNvSpPr txBox="1"/>
          <p:nvPr/>
        </p:nvSpPr>
        <p:spPr>
          <a:xfrm>
            <a:off x="5468166" y="216792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GR.L1</a:t>
            </a:r>
            <a:endParaRPr/>
          </a:p>
        </p:txBody>
      </p:sp>
      <p:sp>
        <p:nvSpPr>
          <p:cNvPr id="3061" name="Google Shape;3061;p50"/>
          <p:cNvSpPr/>
          <p:nvPr/>
        </p:nvSpPr>
        <p:spPr>
          <a:xfrm>
            <a:off x="1843088" y="1505895"/>
            <a:ext cx="378893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062" name="Google Shape;3062;p50"/>
          <p:cNvSpPr/>
          <p:nvPr/>
        </p:nvSpPr>
        <p:spPr>
          <a:xfrm>
            <a:off x="1843088" y="2268290"/>
            <a:ext cx="3785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id="3063" name="Google Shape;3063;p50"/>
          <p:cNvCxnSpPr>
            <a:stCxn id="3062" idx="0"/>
            <a:endCxn id="3061" idx="2"/>
          </p:cNvCxnSpPr>
          <p:nvPr/>
        </p:nvCxnSpPr>
        <p:spPr>
          <a:xfrm flipH="1" rot="10800000">
            <a:off x="2032338" y="1721690"/>
            <a:ext cx="300" cy="546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064" name="Google Shape;3064;p50"/>
          <p:cNvCxnSpPr>
            <a:stCxn id="3065" idx="1"/>
            <a:endCxn id="3065" idx="3"/>
          </p:cNvCxnSpPr>
          <p:nvPr/>
        </p:nvCxnSpPr>
        <p:spPr>
          <a:xfrm>
            <a:off x="4783707" y="5341668"/>
            <a:ext cx="14469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066" name="Google Shape;3066;p50"/>
          <p:cNvSpPr txBox="1"/>
          <p:nvPr/>
        </p:nvSpPr>
        <p:spPr>
          <a:xfrm>
            <a:off x="5215707" y="540951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AR.W1</a:t>
            </a:r>
            <a:endParaRPr/>
          </a:p>
        </p:txBody>
      </p:sp>
      <p:sp>
        <p:nvSpPr>
          <p:cNvPr id="3067" name="Google Shape;3067;p50"/>
          <p:cNvSpPr/>
          <p:nvPr/>
        </p:nvSpPr>
        <p:spPr>
          <a:xfrm>
            <a:off x="4886801" y="966361"/>
            <a:ext cx="872447" cy="202479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8" name="Google Shape;3068;p50"/>
          <p:cNvSpPr/>
          <p:nvPr/>
        </p:nvSpPr>
        <p:spPr>
          <a:xfrm>
            <a:off x="6429440" y="959723"/>
            <a:ext cx="679151" cy="202479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9" name="Google Shape;3069;p50"/>
          <p:cNvSpPr/>
          <p:nvPr/>
        </p:nvSpPr>
        <p:spPr>
          <a:xfrm>
            <a:off x="1490785" y="1723495"/>
            <a:ext cx="1056131" cy="51893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5" name="Google Shape;3065;p50"/>
          <p:cNvSpPr/>
          <p:nvPr/>
        </p:nvSpPr>
        <p:spPr>
          <a:xfrm>
            <a:off x="4783707" y="4685204"/>
            <a:ext cx="1446767" cy="131292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0" name="Google Shape;3070;p50"/>
          <p:cNvSpPr txBox="1"/>
          <p:nvPr/>
        </p:nvSpPr>
        <p:spPr>
          <a:xfrm>
            <a:off x="1458784" y="2502180"/>
            <a:ext cx="113454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CO(RR)</a:t>
            </a:r>
            <a:endParaRPr/>
          </a:p>
        </p:txBody>
      </p:sp>
      <p:sp>
        <p:nvSpPr>
          <p:cNvPr id="3071" name="Google Shape;3071;p50"/>
          <p:cNvSpPr txBox="1"/>
          <p:nvPr/>
        </p:nvSpPr>
        <p:spPr>
          <a:xfrm>
            <a:off x="4936434" y="4760251"/>
            <a:ext cx="113454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CO(RR)</a:t>
            </a:r>
            <a:endParaRPr/>
          </a:p>
        </p:txBody>
      </p:sp>
      <p:sp>
        <p:nvSpPr>
          <p:cNvPr id="3072" name="Google Shape;3072;p50"/>
          <p:cNvSpPr txBox="1"/>
          <p:nvPr/>
        </p:nvSpPr>
        <p:spPr>
          <a:xfrm>
            <a:off x="5847040" y="2588550"/>
            <a:ext cx="494607" cy="3608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72000" lIns="0" spcFirstLastPara="1" rIns="0" wrap="square" tIns="72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RS</a:t>
            </a:r>
            <a:endParaRPr/>
          </a:p>
        </p:txBody>
      </p:sp>
      <p:sp>
        <p:nvSpPr>
          <p:cNvPr id="3073" name="Google Shape;3073;p50"/>
          <p:cNvSpPr txBox="1"/>
          <p:nvPr/>
        </p:nvSpPr>
        <p:spPr>
          <a:xfrm>
            <a:off x="6320340" y="4694988"/>
            <a:ext cx="494607" cy="3608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72000" lIns="0" spcFirstLastPara="1" rIns="0" wrap="square" tIns="72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RR</a:t>
            </a:r>
            <a:endParaRPr/>
          </a:p>
        </p:txBody>
      </p:sp>
      <p:sp>
        <p:nvSpPr>
          <p:cNvPr id="3074" name="Google Shape;3074;p50"/>
          <p:cNvSpPr txBox="1"/>
          <p:nvPr/>
        </p:nvSpPr>
        <p:spPr>
          <a:xfrm>
            <a:off x="4651180" y="6137578"/>
            <a:ext cx="1728863" cy="3608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72000" lIns="0" spcFirstLastPara="1" rIns="0" wrap="square" tIns="72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R.Effective region</a:t>
            </a:r>
            <a:endParaRPr/>
          </a:p>
        </p:txBody>
      </p:sp>
      <p:sp>
        <p:nvSpPr>
          <p:cNvPr id="3075" name="Google Shape;3075;p50"/>
          <p:cNvSpPr txBox="1"/>
          <p:nvPr/>
        </p:nvSpPr>
        <p:spPr>
          <a:xfrm>
            <a:off x="7215177" y="5513851"/>
            <a:ext cx="2324229" cy="13388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RR(W) ：Width of AR effective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RR(L) ：Length of AR effective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RROK  ：Allowed W=2.8,4,6,12,20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GC(R) ：GC in WN(R)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RS(W) ：Width of GR effective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RS(L) ：Length of GR effective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RSOK  ：Allowed W=4,6,12,20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WC    ：WN interacting AC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AR(T) ：AR top fringe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076" name="Google Shape;3076;p50"/>
          <p:cNvCxnSpPr>
            <a:stCxn id="3057" idx="3"/>
          </p:cNvCxnSpPr>
          <p:nvPr/>
        </p:nvCxnSpPr>
        <p:spPr>
          <a:xfrm>
            <a:off x="6875740" y="851773"/>
            <a:ext cx="232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077" name="Google Shape;3077;p50"/>
          <p:cNvSpPr txBox="1"/>
          <p:nvPr/>
        </p:nvSpPr>
        <p:spPr>
          <a:xfrm>
            <a:off x="7058272" y="83853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CO.GS</a:t>
            </a:r>
            <a:endParaRPr/>
          </a:p>
        </p:txBody>
      </p:sp>
      <p:cxnSp>
        <p:nvCxnSpPr>
          <p:cNvPr id="3078" name="Google Shape;3078;p50"/>
          <p:cNvCxnSpPr>
            <a:stCxn id="3033" idx="3"/>
            <a:endCxn id="3057" idx="0"/>
          </p:cNvCxnSpPr>
          <p:nvPr/>
        </p:nvCxnSpPr>
        <p:spPr>
          <a:xfrm>
            <a:off x="6769016" y="536626"/>
            <a:ext cx="5100" cy="207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079" name="Google Shape;3079;p50"/>
          <p:cNvSpPr txBox="1"/>
          <p:nvPr/>
        </p:nvSpPr>
        <p:spPr>
          <a:xfrm>
            <a:off x="6858965" y="53678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CO.GR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80" name="Google Shape;3080;p50"/>
          <p:cNvSpPr txBox="1"/>
          <p:nvPr/>
        </p:nvSpPr>
        <p:spPr>
          <a:xfrm>
            <a:off x="5360576" y="52796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81" name="Google Shape;3081;p50"/>
          <p:cNvSpPr/>
          <p:nvPr/>
        </p:nvSpPr>
        <p:spPr>
          <a:xfrm>
            <a:off x="5414012" y="749707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082" name="Google Shape;3082;p50"/>
          <p:cNvSpPr/>
          <p:nvPr/>
        </p:nvSpPr>
        <p:spPr>
          <a:xfrm>
            <a:off x="5414012" y="2997036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id="3083" name="Google Shape;3083;p50"/>
          <p:cNvCxnSpPr>
            <a:stCxn id="3081" idx="2"/>
            <a:endCxn id="3082" idx="0"/>
          </p:cNvCxnSpPr>
          <p:nvPr/>
        </p:nvCxnSpPr>
        <p:spPr>
          <a:xfrm>
            <a:off x="5515612" y="965607"/>
            <a:ext cx="0" cy="2031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084" name="Google Shape;3084;p50"/>
          <p:cNvCxnSpPr>
            <a:stCxn id="3081" idx="1"/>
            <a:endCxn id="3081" idx="3"/>
          </p:cNvCxnSpPr>
          <p:nvPr/>
        </p:nvCxnSpPr>
        <p:spPr>
          <a:xfrm>
            <a:off x="5414012" y="857657"/>
            <a:ext cx="203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085" name="Google Shape;3085;p50"/>
          <p:cNvCxnSpPr>
            <a:stCxn id="3056" idx="3"/>
            <a:endCxn id="3081" idx="1"/>
          </p:cNvCxnSpPr>
          <p:nvPr/>
        </p:nvCxnSpPr>
        <p:spPr>
          <a:xfrm flipH="1" rot="10800000">
            <a:off x="5252827" y="857754"/>
            <a:ext cx="161100" cy="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086" name="Google Shape;3086;p50"/>
          <p:cNvSpPr txBox="1"/>
          <p:nvPr/>
        </p:nvSpPr>
        <p:spPr>
          <a:xfrm>
            <a:off x="4955745" y="95884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087" name="Google Shape;3087;p50"/>
          <p:cNvCxnSpPr/>
          <p:nvPr/>
        </p:nvCxnSpPr>
        <p:spPr>
          <a:xfrm>
            <a:off x="4908392" y="4005959"/>
            <a:ext cx="307315" cy="35426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088" name="Google Shape;3088;p50"/>
          <p:cNvSpPr txBox="1"/>
          <p:nvPr/>
        </p:nvSpPr>
        <p:spPr>
          <a:xfrm>
            <a:off x="4359135" y="38425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CR.AR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89" name="Google Shape;3089;p50"/>
          <p:cNvSpPr txBox="1"/>
          <p:nvPr/>
        </p:nvSpPr>
        <p:spPr>
          <a:xfrm>
            <a:off x="3726089" y="491790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 strike="sng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CC.S1</a:t>
            </a:r>
            <a:endParaRPr/>
          </a:p>
        </p:txBody>
      </p:sp>
      <p:cxnSp>
        <p:nvCxnSpPr>
          <p:cNvPr id="3090" name="Google Shape;3090;p50"/>
          <p:cNvCxnSpPr>
            <a:stCxn id="2998" idx="3"/>
            <a:endCxn id="2998" idx="1"/>
          </p:cNvCxnSpPr>
          <p:nvPr/>
        </p:nvCxnSpPr>
        <p:spPr>
          <a:xfrm rot="10800000">
            <a:off x="1481931" y="1989469"/>
            <a:ext cx="108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091" name="Google Shape;3091;p50"/>
          <p:cNvSpPr txBox="1"/>
          <p:nvPr/>
        </p:nvSpPr>
        <p:spPr>
          <a:xfrm>
            <a:off x="1489650" y="203829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AR.L1</a:t>
            </a:r>
            <a:endParaRPr/>
          </a:p>
        </p:txBody>
      </p:sp>
      <p:sp>
        <p:nvSpPr>
          <p:cNvPr id="3092" name="Google Shape;3092;p50"/>
          <p:cNvSpPr txBox="1"/>
          <p:nvPr/>
        </p:nvSpPr>
        <p:spPr>
          <a:xfrm>
            <a:off x="1474957" y="180895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AR.W1</a:t>
            </a:r>
            <a:endParaRPr/>
          </a:p>
        </p:txBody>
      </p:sp>
      <p:sp>
        <p:nvSpPr>
          <p:cNvPr id="3093" name="Google Shape;3093;p50"/>
          <p:cNvSpPr txBox="1"/>
          <p:nvPr/>
        </p:nvSpPr>
        <p:spPr>
          <a:xfrm>
            <a:off x="9539406" y="5519498"/>
            <a:ext cx="2652594" cy="13388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CO(RR) ：CO on AR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CO(RRW)：CO on AR(W&gt;=4.0)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CO(RRN)：CO on AR(W=2.8)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ARN(S) ：AR side fringe (W=2.8)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ARW(S) ：AR side fringe (W&gt;=4.0)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CO(C)  ：CO on WC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CO(RS) ：CO on GR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GR(S)  ：GR side fringe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CO(RSM)：CO(sized) &amp; GR(S)</a:t>
            </a:r>
            <a:endParaRPr/>
          </a:p>
        </p:txBody>
      </p:sp>
      <p:sp>
        <p:nvSpPr>
          <p:cNvPr id="3094" name="Google Shape;3094;p50"/>
          <p:cNvSpPr txBox="1"/>
          <p:nvPr/>
        </p:nvSpPr>
        <p:spPr>
          <a:xfrm>
            <a:off x="5205097" y="451795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CR.W3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95" name="Google Shape;3095;p50"/>
          <p:cNvSpPr txBox="1"/>
          <p:nvPr/>
        </p:nvSpPr>
        <p:spPr>
          <a:xfrm>
            <a:off x="6207551" y="447512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CR.ASW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96" name="Google Shape;3096;p50"/>
          <p:cNvSpPr txBox="1"/>
          <p:nvPr/>
        </p:nvSpPr>
        <p:spPr>
          <a:xfrm>
            <a:off x="3723435" y="507767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CO.SC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97" name="Google Shape;3097;p50"/>
          <p:cNvSpPr txBox="1"/>
          <p:nvPr/>
        </p:nvSpPr>
        <p:spPr>
          <a:xfrm>
            <a:off x="81547" y="6626168"/>
            <a:ext cx="472313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rgbClr val="FFC000"/>
                </a:solidFill>
                <a:latin typeface="Meiryo"/>
                <a:ea typeface="Meiryo"/>
                <a:cs typeface="Meiryo"/>
                <a:sym typeface="Meiryo"/>
              </a:rPr>
              <a:t>*Strike-through rules are not yet implemented</a:t>
            </a:r>
            <a:endParaRPr/>
          </a:p>
        </p:txBody>
      </p:sp>
      <p:pic>
        <p:nvPicPr>
          <p:cNvPr id="3098" name="Google Shape;309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6743" y="93506"/>
            <a:ext cx="3523236" cy="5465956"/>
          </a:xfrm>
          <a:prstGeom prst="rect">
            <a:avLst/>
          </a:prstGeom>
          <a:noFill/>
          <a:ln>
            <a:noFill/>
          </a:ln>
        </p:spPr>
      </p:pic>
      <p:sp>
        <p:nvSpPr>
          <p:cNvPr id="3099" name="Google Shape;3099;p50"/>
          <p:cNvSpPr txBox="1"/>
          <p:nvPr/>
        </p:nvSpPr>
        <p:spPr>
          <a:xfrm>
            <a:off x="623284" y="1716617"/>
            <a:ext cx="68710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GC_R1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(Donut)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00" name="Google Shape;3100;p50"/>
          <p:cNvSpPr/>
          <p:nvPr/>
        </p:nvSpPr>
        <p:spPr>
          <a:xfrm>
            <a:off x="1809662" y="2979469"/>
            <a:ext cx="349338" cy="3493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1" name="Google Shape;3101;p50"/>
          <p:cNvSpPr/>
          <p:nvPr/>
        </p:nvSpPr>
        <p:spPr>
          <a:xfrm>
            <a:off x="1914624" y="3073976"/>
            <a:ext cx="137681" cy="1462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102" name="Google Shape;3102;p50"/>
          <p:cNvSpPr txBox="1"/>
          <p:nvPr/>
        </p:nvSpPr>
        <p:spPr>
          <a:xfrm>
            <a:off x="2535994" y="3042179"/>
            <a:ext cx="8654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GC.R2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(TieDown)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03" name="Google Shape;3103;p50"/>
          <p:cNvSpPr/>
          <p:nvPr/>
        </p:nvSpPr>
        <p:spPr>
          <a:xfrm>
            <a:off x="2265920" y="3088836"/>
            <a:ext cx="274604" cy="2520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04" name="Google Shape;3104;p50"/>
          <p:cNvSpPr/>
          <p:nvPr/>
        </p:nvSpPr>
        <p:spPr>
          <a:xfrm>
            <a:off x="2333140" y="3139793"/>
            <a:ext cx="137681" cy="14628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105" name="Google Shape;3105;p50"/>
          <p:cNvSpPr/>
          <p:nvPr/>
        </p:nvSpPr>
        <p:spPr>
          <a:xfrm rot="-5400000">
            <a:off x="2022424" y="2825996"/>
            <a:ext cx="323476" cy="682146"/>
          </a:xfrm>
          <a:prstGeom prst="rect">
            <a:avLst/>
          </a:prstGeom>
          <a:solidFill>
            <a:srgbClr val="D1D1D1">
              <a:alpha val="38824"/>
            </a:srgbClr>
          </a:solidFill>
          <a:ln cap="flat" cmpd="sng" w="9525">
            <a:solidFill>
              <a:srgbClr val="7F7F7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06" name="Google Shape;3106;p50"/>
          <p:cNvSpPr txBox="1"/>
          <p:nvPr/>
        </p:nvSpPr>
        <p:spPr>
          <a:xfrm>
            <a:off x="2004715" y="3292167"/>
            <a:ext cx="349338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07" name="Google Shape;3107;p50"/>
          <p:cNvSpPr txBox="1"/>
          <p:nvPr/>
        </p:nvSpPr>
        <p:spPr>
          <a:xfrm>
            <a:off x="5004741" y="5819126"/>
            <a:ext cx="108851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RR.SZ/RR.RT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08" name="Google Shape;3108;p50"/>
          <p:cNvSpPr txBox="1"/>
          <p:nvPr/>
        </p:nvSpPr>
        <p:spPr>
          <a:xfrm>
            <a:off x="6786908" y="2216944"/>
            <a:ext cx="108851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RS.SZ/RS.RT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09" name="Google Shape;3109;p50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3" name="Shape 3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4" name="Google Shape;3114;p51"/>
          <p:cNvSpPr/>
          <p:nvPr/>
        </p:nvSpPr>
        <p:spPr>
          <a:xfrm rot="-5400000">
            <a:off x="5781209" y="4954897"/>
            <a:ext cx="1954443" cy="49765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15" name="Google Shape;3115;p51"/>
          <p:cNvSpPr/>
          <p:nvPr/>
        </p:nvSpPr>
        <p:spPr>
          <a:xfrm flipH="1" rot="-5400000">
            <a:off x="3016584" y="2719455"/>
            <a:ext cx="1327921" cy="77973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16" name="Google Shape;3116;p51"/>
          <p:cNvSpPr/>
          <p:nvPr/>
        </p:nvSpPr>
        <p:spPr>
          <a:xfrm rot="-5400000">
            <a:off x="2224319" y="2064162"/>
            <a:ext cx="2920585" cy="49765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17" name="Google Shape;3117;p51"/>
          <p:cNvSpPr/>
          <p:nvPr/>
        </p:nvSpPr>
        <p:spPr>
          <a:xfrm rot="-5400000">
            <a:off x="2554550" y="3134826"/>
            <a:ext cx="5343989" cy="779736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18" name="Google Shape;3118;p51"/>
          <p:cNvSpPr/>
          <p:nvPr/>
        </p:nvSpPr>
        <p:spPr>
          <a:xfrm>
            <a:off x="3594300" y="2754669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9" name="Google Shape;3119;p51"/>
          <p:cNvCxnSpPr/>
          <p:nvPr/>
        </p:nvCxnSpPr>
        <p:spPr>
          <a:xfrm rot="10800000">
            <a:off x="3597446" y="2858138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120" name="Google Shape;3120;p51"/>
          <p:cNvSpPr txBox="1"/>
          <p:nvPr/>
        </p:nvSpPr>
        <p:spPr>
          <a:xfrm>
            <a:off x="3540760" y="253569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V1.W1</a:t>
            </a:r>
            <a:endParaRPr/>
          </a:p>
        </p:txBody>
      </p:sp>
      <p:sp>
        <p:nvSpPr>
          <p:cNvPr id="3121" name="Google Shape;3121;p51"/>
          <p:cNvSpPr/>
          <p:nvPr/>
        </p:nvSpPr>
        <p:spPr>
          <a:xfrm>
            <a:off x="3594300" y="3311478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22" name="Google Shape;3122;p51"/>
          <p:cNvCxnSpPr/>
          <p:nvPr/>
        </p:nvCxnSpPr>
        <p:spPr>
          <a:xfrm rot="10800000">
            <a:off x="3678700" y="3501686"/>
            <a:ext cx="1" cy="271597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123" name="Google Shape;3123;p51"/>
          <p:cNvCxnSpPr/>
          <p:nvPr/>
        </p:nvCxnSpPr>
        <p:spPr>
          <a:xfrm>
            <a:off x="3684300" y="2963632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124" name="Google Shape;3124;p51"/>
          <p:cNvSpPr txBox="1"/>
          <p:nvPr/>
        </p:nvSpPr>
        <p:spPr>
          <a:xfrm>
            <a:off x="3643539" y="306215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V1.S1</a:t>
            </a:r>
            <a:endParaRPr/>
          </a:p>
        </p:txBody>
      </p:sp>
      <p:sp>
        <p:nvSpPr>
          <p:cNvPr id="3125" name="Google Shape;3125;p51"/>
          <p:cNvSpPr txBox="1"/>
          <p:nvPr/>
        </p:nvSpPr>
        <p:spPr>
          <a:xfrm>
            <a:off x="3693816" y="356634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V1.M1</a:t>
            </a:r>
            <a:endParaRPr/>
          </a:p>
        </p:txBody>
      </p:sp>
      <p:sp>
        <p:nvSpPr>
          <p:cNvPr id="3126" name="Google Shape;3126;p51"/>
          <p:cNvSpPr txBox="1"/>
          <p:nvPr/>
        </p:nvSpPr>
        <p:spPr>
          <a:xfrm>
            <a:off x="3429412" y="890796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3127" name="Google Shape;3127;p51"/>
          <p:cNvSpPr/>
          <p:nvPr/>
        </p:nvSpPr>
        <p:spPr>
          <a:xfrm rot="-5400000">
            <a:off x="982835" y="2064161"/>
            <a:ext cx="2920585" cy="49765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3128" name="Google Shape;3128;p51"/>
          <p:cNvCxnSpPr/>
          <p:nvPr/>
        </p:nvCxnSpPr>
        <p:spPr>
          <a:xfrm>
            <a:off x="2194299" y="3251524"/>
            <a:ext cx="47427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129" name="Google Shape;3129;p51"/>
          <p:cNvSpPr txBox="1"/>
          <p:nvPr/>
        </p:nvSpPr>
        <p:spPr>
          <a:xfrm>
            <a:off x="2143937" y="300140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M1.W1</a:t>
            </a:r>
            <a:endParaRPr/>
          </a:p>
        </p:txBody>
      </p:sp>
      <p:cxnSp>
        <p:nvCxnSpPr>
          <p:cNvPr id="3130" name="Google Shape;3130;p51"/>
          <p:cNvCxnSpPr/>
          <p:nvPr/>
        </p:nvCxnSpPr>
        <p:spPr>
          <a:xfrm>
            <a:off x="2683540" y="3251524"/>
            <a:ext cx="60713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131" name="Google Shape;3131;p51"/>
          <p:cNvSpPr txBox="1"/>
          <p:nvPr/>
        </p:nvSpPr>
        <p:spPr>
          <a:xfrm>
            <a:off x="2699652" y="300140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M1.S1</a:t>
            </a:r>
            <a:endParaRPr/>
          </a:p>
        </p:txBody>
      </p:sp>
      <p:sp>
        <p:nvSpPr>
          <p:cNvPr id="3132" name="Google Shape;3132;p51"/>
          <p:cNvSpPr/>
          <p:nvPr/>
        </p:nvSpPr>
        <p:spPr>
          <a:xfrm rot="-5400000">
            <a:off x="5286691" y="1923120"/>
            <a:ext cx="2920586" cy="779738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33" name="Google Shape;3133;p51"/>
          <p:cNvSpPr/>
          <p:nvPr/>
        </p:nvSpPr>
        <p:spPr>
          <a:xfrm>
            <a:off x="5144645" y="151606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4" name="Google Shape;3134;p51"/>
          <p:cNvSpPr/>
          <p:nvPr/>
        </p:nvSpPr>
        <p:spPr>
          <a:xfrm>
            <a:off x="5144645" y="2072870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5" name="Google Shape;3135;p51"/>
          <p:cNvSpPr txBox="1"/>
          <p:nvPr/>
        </p:nvSpPr>
        <p:spPr>
          <a:xfrm>
            <a:off x="2167059" y="890796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3136" name="Google Shape;3136;p51"/>
          <p:cNvSpPr txBox="1"/>
          <p:nvPr/>
        </p:nvSpPr>
        <p:spPr>
          <a:xfrm>
            <a:off x="6491784" y="918078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</a:t>
            </a:r>
            <a:endParaRPr/>
          </a:p>
        </p:txBody>
      </p:sp>
      <p:sp>
        <p:nvSpPr>
          <p:cNvPr id="3137" name="Google Shape;3137;p51"/>
          <p:cNvSpPr txBox="1"/>
          <p:nvPr/>
        </p:nvSpPr>
        <p:spPr>
          <a:xfrm>
            <a:off x="4971345" y="918078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</a:t>
            </a:r>
            <a:endParaRPr/>
          </a:p>
        </p:txBody>
      </p:sp>
      <p:cxnSp>
        <p:nvCxnSpPr>
          <p:cNvPr id="3138" name="Google Shape;3138;p51"/>
          <p:cNvCxnSpPr/>
          <p:nvPr/>
        </p:nvCxnSpPr>
        <p:spPr>
          <a:xfrm>
            <a:off x="4836677" y="3242680"/>
            <a:ext cx="77811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139" name="Google Shape;3139;p51"/>
          <p:cNvSpPr txBox="1"/>
          <p:nvPr/>
        </p:nvSpPr>
        <p:spPr>
          <a:xfrm>
            <a:off x="4921642" y="330815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M2.W1</a:t>
            </a:r>
            <a:endParaRPr/>
          </a:p>
        </p:txBody>
      </p:sp>
      <p:cxnSp>
        <p:nvCxnSpPr>
          <p:cNvPr id="3140" name="Google Shape;3140;p51"/>
          <p:cNvCxnSpPr/>
          <p:nvPr/>
        </p:nvCxnSpPr>
        <p:spPr>
          <a:xfrm>
            <a:off x="5623059" y="3242680"/>
            <a:ext cx="734056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141" name="Google Shape;3141;p51"/>
          <p:cNvSpPr txBox="1"/>
          <p:nvPr/>
        </p:nvSpPr>
        <p:spPr>
          <a:xfrm>
            <a:off x="5695073" y="330815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M2.S1</a:t>
            </a:r>
            <a:endParaRPr/>
          </a:p>
        </p:txBody>
      </p:sp>
      <p:cxnSp>
        <p:nvCxnSpPr>
          <p:cNvPr id="3142" name="Google Shape;3142;p51"/>
          <p:cNvCxnSpPr/>
          <p:nvPr/>
        </p:nvCxnSpPr>
        <p:spPr>
          <a:xfrm rot="10800000">
            <a:off x="5335507" y="1609823"/>
            <a:ext cx="287552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143" name="Google Shape;3143;p51"/>
          <p:cNvSpPr txBox="1"/>
          <p:nvPr/>
        </p:nvSpPr>
        <p:spPr>
          <a:xfrm>
            <a:off x="5171230" y="130607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M2.V1</a:t>
            </a:r>
            <a:endParaRPr/>
          </a:p>
        </p:txBody>
      </p:sp>
      <p:sp>
        <p:nvSpPr>
          <p:cNvPr id="3144" name="Google Shape;3144;p51"/>
          <p:cNvSpPr/>
          <p:nvPr/>
        </p:nvSpPr>
        <p:spPr>
          <a:xfrm rot="-5400000">
            <a:off x="2703815" y="4882055"/>
            <a:ext cx="1980000" cy="6688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45" name="Google Shape;3145;p51"/>
          <p:cNvSpPr txBox="1"/>
          <p:nvPr/>
        </p:nvSpPr>
        <p:spPr>
          <a:xfrm>
            <a:off x="3366341" y="5023175"/>
            <a:ext cx="6688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</p:txBody>
      </p:sp>
      <p:cxnSp>
        <p:nvCxnSpPr>
          <p:cNvPr id="3146" name="Google Shape;3146;p51"/>
          <p:cNvCxnSpPr>
            <a:stCxn id="3147" idx="3"/>
            <a:endCxn id="3148" idx="1"/>
          </p:cNvCxnSpPr>
          <p:nvPr/>
        </p:nvCxnSpPr>
        <p:spPr>
          <a:xfrm>
            <a:off x="5319668" y="4638371"/>
            <a:ext cx="1337400" cy="6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149" name="Google Shape;3149;p51"/>
          <p:cNvSpPr txBox="1"/>
          <p:nvPr/>
        </p:nvSpPr>
        <p:spPr>
          <a:xfrm>
            <a:off x="5630110" y="4361372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V1.CO</a:t>
            </a:r>
            <a:endParaRPr/>
          </a:p>
        </p:txBody>
      </p:sp>
      <p:sp>
        <p:nvSpPr>
          <p:cNvPr id="3147" name="Google Shape;3147;p51"/>
          <p:cNvSpPr/>
          <p:nvPr/>
        </p:nvSpPr>
        <p:spPr>
          <a:xfrm>
            <a:off x="5139668" y="4543267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0" name="Google Shape;3150;p51"/>
          <p:cNvSpPr/>
          <p:nvPr/>
        </p:nvSpPr>
        <p:spPr>
          <a:xfrm>
            <a:off x="5139668" y="5100076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1" name="Google Shape;3151;p51"/>
          <p:cNvSpPr/>
          <p:nvPr/>
        </p:nvSpPr>
        <p:spPr>
          <a:xfrm>
            <a:off x="5144645" y="5663137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2" name="Google Shape;3152;p51"/>
          <p:cNvCxnSpPr>
            <a:endCxn id="3150" idx="1"/>
          </p:cNvCxnSpPr>
          <p:nvPr/>
        </p:nvCxnSpPr>
        <p:spPr>
          <a:xfrm>
            <a:off x="4004468" y="5195180"/>
            <a:ext cx="1135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153" name="Google Shape;3153;p51"/>
          <p:cNvSpPr txBox="1"/>
          <p:nvPr/>
        </p:nvSpPr>
        <p:spPr>
          <a:xfrm>
            <a:off x="4059675" y="4939505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V1.GC</a:t>
            </a:r>
            <a:endParaRPr/>
          </a:p>
        </p:txBody>
      </p:sp>
      <p:sp>
        <p:nvSpPr>
          <p:cNvPr id="3154" name="Google Shape;3154;p51"/>
          <p:cNvSpPr txBox="1"/>
          <p:nvPr/>
        </p:nvSpPr>
        <p:spPr>
          <a:xfrm>
            <a:off x="6519649" y="4859145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3148" name="Google Shape;3148;p51"/>
          <p:cNvSpPr/>
          <p:nvPr/>
        </p:nvSpPr>
        <p:spPr>
          <a:xfrm>
            <a:off x="6656984" y="454945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55" name="Google Shape;3155;p51"/>
          <p:cNvCxnSpPr>
            <a:stCxn id="3151" idx="3"/>
            <a:endCxn id="3156" idx="1"/>
          </p:cNvCxnSpPr>
          <p:nvPr/>
        </p:nvCxnSpPr>
        <p:spPr>
          <a:xfrm flipH="1" rot="10800000">
            <a:off x="5324645" y="5756141"/>
            <a:ext cx="1332300" cy="2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157" name="Google Shape;3157;p51"/>
          <p:cNvSpPr txBox="1"/>
          <p:nvPr/>
        </p:nvSpPr>
        <p:spPr>
          <a:xfrm>
            <a:off x="5630110" y="5500159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V1.CL</a:t>
            </a:r>
            <a:endParaRPr/>
          </a:p>
        </p:txBody>
      </p:sp>
      <p:sp>
        <p:nvSpPr>
          <p:cNvPr id="3156" name="Google Shape;3156;p51"/>
          <p:cNvSpPr/>
          <p:nvPr/>
        </p:nvSpPr>
        <p:spPr>
          <a:xfrm>
            <a:off x="6656984" y="5523136"/>
            <a:ext cx="180000" cy="465843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8" name="Google Shape;3158;p51"/>
          <p:cNvSpPr/>
          <p:nvPr/>
        </p:nvSpPr>
        <p:spPr>
          <a:xfrm rot="-5400000">
            <a:off x="-634202" y="1724519"/>
            <a:ext cx="2920585" cy="1176939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3159" name="Google Shape;3159;p51"/>
          <p:cNvCxnSpPr/>
          <p:nvPr/>
        </p:nvCxnSpPr>
        <p:spPr>
          <a:xfrm rot="10800000">
            <a:off x="219768" y="3246874"/>
            <a:ext cx="1176939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160" name="Google Shape;3160;p51"/>
          <p:cNvSpPr txBox="1"/>
          <p:nvPr/>
        </p:nvSpPr>
        <p:spPr>
          <a:xfrm flipH="1">
            <a:off x="195141" y="3312370"/>
            <a:ext cx="1161975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M1.W2</a:t>
            </a:r>
            <a:endParaRPr/>
          </a:p>
        </p:txBody>
      </p:sp>
      <p:sp>
        <p:nvSpPr>
          <p:cNvPr id="3161" name="Google Shape;3161;p51"/>
          <p:cNvSpPr txBox="1"/>
          <p:nvPr/>
        </p:nvSpPr>
        <p:spPr>
          <a:xfrm>
            <a:off x="350831" y="922380"/>
            <a:ext cx="8505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M1(W)</a:t>
            </a:r>
            <a:endParaRPr/>
          </a:p>
        </p:txBody>
      </p:sp>
      <p:cxnSp>
        <p:nvCxnSpPr>
          <p:cNvPr id="3162" name="Google Shape;3162;p51"/>
          <p:cNvCxnSpPr/>
          <p:nvPr/>
        </p:nvCxnSpPr>
        <p:spPr>
          <a:xfrm>
            <a:off x="1396707" y="3251524"/>
            <a:ext cx="80941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163" name="Google Shape;3163;p51"/>
          <p:cNvSpPr txBox="1"/>
          <p:nvPr/>
        </p:nvSpPr>
        <p:spPr>
          <a:xfrm>
            <a:off x="1522907" y="333151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M1.SW</a:t>
            </a:r>
            <a:endParaRPr/>
          </a:p>
        </p:txBody>
      </p:sp>
      <p:sp>
        <p:nvSpPr>
          <p:cNvPr id="3164" name="Google Shape;3164;p51"/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Cat-6: M1/V1/M2 related</a:t>
            </a:r>
            <a:endParaRPr/>
          </a:p>
        </p:txBody>
      </p:sp>
      <p:sp>
        <p:nvSpPr>
          <p:cNvPr id="3165" name="Google Shape;3165;p51"/>
          <p:cNvSpPr/>
          <p:nvPr/>
        </p:nvSpPr>
        <p:spPr>
          <a:xfrm>
            <a:off x="3567176" y="1386813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66" name="Google Shape;3166;p51"/>
          <p:cNvCxnSpPr/>
          <p:nvPr/>
        </p:nvCxnSpPr>
        <p:spPr>
          <a:xfrm rot="10800000">
            <a:off x="3742654" y="1477132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167" name="Google Shape;3167;p51"/>
          <p:cNvSpPr txBox="1"/>
          <p:nvPr/>
        </p:nvSpPr>
        <p:spPr>
          <a:xfrm>
            <a:off x="3578377" y="117337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M1.CO</a:t>
            </a:r>
            <a:endParaRPr/>
          </a:p>
        </p:txBody>
      </p:sp>
      <p:sp>
        <p:nvSpPr>
          <p:cNvPr id="3168" name="Google Shape;3168;p51"/>
          <p:cNvSpPr/>
          <p:nvPr/>
        </p:nvSpPr>
        <p:spPr>
          <a:xfrm rot="-5400000">
            <a:off x="564680" y="4283475"/>
            <a:ext cx="1980000" cy="19800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69" name="Google Shape;3169;p51"/>
          <p:cNvSpPr/>
          <p:nvPr/>
        </p:nvSpPr>
        <p:spPr>
          <a:xfrm rot="-5400000">
            <a:off x="834680" y="4553475"/>
            <a:ext cx="1440000" cy="14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70" name="Google Shape;3170;p51"/>
          <p:cNvSpPr/>
          <p:nvPr/>
        </p:nvSpPr>
        <p:spPr>
          <a:xfrm>
            <a:off x="1014680" y="4733475"/>
            <a:ext cx="1080000" cy="108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71" name="Google Shape;3171;p51"/>
          <p:cNvSpPr/>
          <p:nvPr/>
        </p:nvSpPr>
        <p:spPr>
          <a:xfrm>
            <a:off x="459269" y="4867979"/>
            <a:ext cx="508113" cy="8446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2" name="Google Shape;3172;p51"/>
          <p:cNvSpPr/>
          <p:nvPr/>
        </p:nvSpPr>
        <p:spPr>
          <a:xfrm rot="-5400000">
            <a:off x="1164500" y="4883627"/>
            <a:ext cx="795158" cy="77969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73" name="Google Shape;3173;p51"/>
          <p:cNvSpPr txBox="1"/>
          <p:nvPr/>
        </p:nvSpPr>
        <p:spPr>
          <a:xfrm>
            <a:off x="866096" y="4588034"/>
            <a:ext cx="3621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3174" name="Google Shape;3174;p51"/>
          <p:cNvSpPr txBox="1"/>
          <p:nvPr/>
        </p:nvSpPr>
        <p:spPr>
          <a:xfrm>
            <a:off x="1631149" y="554879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M1.CC</a:t>
            </a:r>
            <a:endParaRPr/>
          </a:p>
        </p:txBody>
      </p:sp>
      <p:sp>
        <p:nvSpPr>
          <p:cNvPr id="3175" name="Google Shape;3175;p51"/>
          <p:cNvSpPr/>
          <p:nvPr/>
        </p:nvSpPr>
        <p:spPr>
          <a:xfrm>
            <a:off x="1629434" y="5333443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76" name="Google Shape;3176;p51"/>
          <p:cNvCxnSpPr/>
          <p:nvPr/>
        </p:nvCxnSpPr>
        <p:spPr>
          <a:xfrm rot="10800000">
            <a:off x="1803842" y="5431513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177" name="Google Shape;3177;p51"/>
          <p:cNvSpPr/>
          <p:nvPr/>
        </p:nvSpPr>
        <p:spPr>
          <a:xfrm rot="-5400000">
            <a:off x="663907" y="4883627"/>
            <a:ext cx="274662" cy="77969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3178" name="Google Shape;3178;p51"/>
          <p:cNvCxnSpPr>
            <a:stCxn id="3171" idx="2"/>
            <a:endCxn id="3171" idx="0"/>
          </p:cNvCxnSpPr>
          <p:nvPr/>
        </p:nvCxnSpPr>
        <p:spPr>
          <a:xfrm rot="10800000">
            <a:off x="713326" y="4868089"/>
            <a:ext cx="0" cy="844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179" name="Google Shape;3179;p51"/>
          <p:cNvSpPr txBox="1"/>
          <p:nvPr/>
        </p:nvSpPr>
        <p:spPr>
          <a:xfrm>
            <a:off x="155098" y="495771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M1.SC</a:t>
            </a:r>
            <a:endParaRPr/>
          </a:p>
        </p:txBody>
      </p:sp>
      <p:sp>
        <p:nvSpPr>
          <p:cNvPr id="3180" name="Google Shape;3180;p51"/>
          <p:cNvSpPr/>
          <p:nvPr/>
        </p:nvSpPr>
        <p:spPr>
          <a:xfrm>
            <a:off x="2353128" y="1390534"/>
            <a:ext cx="180000" cy="465843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1" name="Google Shape;3181;p51"/>
          <p:cNvCxnSpPr/>
          <p:nvPr/>
        </p:nvCxnSpPr>
        <p:spPr>
          <a:xfrm rot="10800000">
            <a:off x="2524819" y="1524312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182" name="Google Shape;3182;p51"/>
          <p:cNvSpPr txBox="1"/>
          <p:nvPr/>
        </p:nvSpPr>
        <p:spPr>
          <a:xfrm>
            <a:off x="2360542" y="122055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M1.CL</a:t>
            </a:r>
            <a:endParaRPr/>
          </a:p>
        </p:txBody>
      </p:sp>
      <p:sp>
        <p:nvSpPr>
          <p:cNvPr id="3183" name="Google Shape;3183;p51"/>
          <p:cNvSpPr txBox="1"/>
          <p:nvPr/>
        </p:nvSpPr>
        <p:spPr>
          <a:xfrm>
            <a:off x="1326681" y="4312840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M1(C)</a:t>
            </a:r>
            <a:endParaRPr sz="14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84" name="Google Shape;3184;p51"/>
          <p:cNvSpPr txBox="1"/>
          <p:nvPr/>
        </p:nvSpPr>
        <p:spPr>
          <a:xfrm>
            <a:off x="6304964" y="4304770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</a:t>
            </a:r>
            <a:endParaRPr/>
          </a:p>
        </p:txBody>
      </p:sp>
      <p:sp>
        <p:nvSpPr>
          <p:cNvPr id="3185" name="Google Shape;3185;p51"/>
          <p:cNvSpPr txBox="1"/>
          <p:nvPr/>
        </p:nvSpPr>
        <p:spPr>
          <a:xfrm>
            <a:off x="6295392" y="5307257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CO(L)</a:t>
            </a:r>
            <a:endParaRPr/>
          </a:p>
        </p:txBody>
      </p:sp>
      <p:sp>
        <p:nvSpPr>
          <p:cNvPr id="3186" name="Google Shape;3186;p51"/>
          <p:cNvSpPr txBox="1"/>
          <p:nvPr/>
        </p:nvSpPr>
        <p:spPr>
          <a:xfrm>
            <a:off x="1357842" y="5125685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CO(CC)</a:t>
            </a:r>
            <a:endParaRPr/>
          </a:p>
        </p:txBody>
      </p:sp>
      <p:sp>
        <p:nvSpPr>
          <p:cNvPr id="3187" name="Google Shape;3187;p51"/>
          <p:cNvSpPr txBox="1"/>
          <p:nvPr/>
        </p:nvSpPr>
        <p:spPr>
          <a:xfrm>
            <a:off x="7330220" y="5158784"/>
            <a:ext cx="4242876" cy="12003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M1(W) ：Wide M1 (W&gt;=10.0)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WN(C) ：WN covering AC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M1(C) ：M1 interacting (AN &amp; WN(C))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CO(C) ：CO on M1(C) (W=1.2um)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CO(CC)：CO on AC (W=1.2um)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CO(L) ：CO large contact (Area&gt;=1.5um</a:t>
            </a:r>
            <a:r>
              <a:rPr baseline="30000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88" name="Google Shape;3188;p51"/>
          <p:cNvSpPr/>
          <p:nvPr/>
        </p:nvSpPr>
        <p:spPr>
          <a:xfrm>
            <a:off x="2320123" y="502576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9" name="Google Shape;3189;p51"/>
          <p:cNvCxnSpPr/>
          <p:nvPr/>
        </p:nvCxnSpPr>
        <p:spPr>
          <a:xfrm>
            <a:off x="2340053" y="4929930"/>
            <a:ext cx="16007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190" name="Google Shape;3190;p51"/>
          <p:cNvCxnSpPr/>
          <p:nvPr/>
        </p:nvCxnSpPr>
        <p:spPr>
          <a:xfrm rot="10800000">
            <a:off x="2544680" y="4929930"/>
            <a:ext cx="167082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191" name="Google Shape;3191;p51"/>
          <p:cNvCxnSpPr>
            <a:endCxn id="3188" idx="3"/>
          </p:cNvCxnSpPr>
          <p:nvPr/>
        </p:nvCxnSpPr>
        <p:spPr>
          <a:xfrm>
            <a:off x="2500123" y="4914165"/>
            <a:ext cx="0" cy="20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3192" name="Google Shape;3192;p51"/>
          <p:cNvCxnSpPr/>
          <p:nvPr/>
        </p:nvCxnSpPr>
        <p:spPr>
          <a:xfrm>
            <a:off x="2546022" y="4816475"/>
            <a:ext cx="0" cy="20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3193" name="Google Shape;3193;p51"/>
          <p:cNvSpPr txBox="1"/>
          <p:nvPr/>
        </p:nvSpPr>
        <p:spPr>
          <a:xfrm>
            <a:off x="2387280" y="5040144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CO(C)</a:t>
            </a:r>
            <a:endParaRPr/>
          </a:p>
        </p:txBody>
      </p:sp>
      <p:cxnSp>
        <p:nvCxnSpPr>
          <p:cNvPr id="3194" name="Google Shape;3194;p51"/>
          <p:cNvCxnSpPr/>
          <p:nvPr/>
        </p:nvCxnSpPr>
        <p:spPr>
          <a:xfrm>
            <a:off x="6677064" y="6114182"/>
            <a:ext cx="16007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195" name="Google Shape;3195;p51"/>
          <p:cNvCxnSpPr/>
          <p:nvPr/>
        </p:nvCxnSpPr>
        <p:spPr>
          <a:xfrm rot="10800000">
            <a:off x="7007898" y="6114182"/>
            <a:ext cx="167082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196" name="Google Shape;3196;p51"/>
          <p:cNvCxnSpPr/>
          <p:nvPr/>
        </p:nvCxnSpPr>
        <p:spPr>
          <a:xfrm>
            <a:off x="6837134" y="6000727"/>
            <a:ext cx="0" cy="20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3197" name="Google Shape;3197;p51"/>
          <p:cNvCxnSpPr/>
          <p:nvPr/>
        </p:nvCxnSpPr>
        <p:spPr>
          <a:xfrm>
            <a:off x="7009240" y="6000727"/>
            <a:ext cx="0" cy="20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3198" name="Google Shape;3198;p51"/>
          <p:cNvSpPr txBox="1"/>
          <p:nvPr/>
        </p:nvSpPr>
        <p:spPr>
          <a:xfrm>
            <a:off x="6638939" y="624993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M1.CL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99" name="Google Shape;3199;p51"/>
          <p:cNvSpPr txBox="1"/>
          <p:nvPr/>
        </p:nvSpPr>
        <p:spPr>
          <a:xfrm>
            <a:off x="2376887" y="464731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M1.CO</a:t>
            </a:r>
            <a:endParaRPr/>
          </a:p>
        </p:txBody>
      </p:sp>
      <p:sp>
        <p:nvSpPr>
          <p:cNvPr id="3200" name="Google Shape;3200;p51"/>
          <p:cNvSpPr txBox="1"/>
          <p:nvPr/>
        </p:nvSpPr>
        <p:spPr>
          <a:xfrm>
            <a:off x="7259969" y="6512237"/>
            <a:ext cx="472313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rgbClr val="FFC000"/>
                </a:solidFill>
                <a:latin typeface="Meiryo"/>
                <a:ea typeface="Meiryo"/>
                <a:cs typeface="Meiryo"/>
                <a:sym typeface="Meiryo"/>
              </a:rPr>
              <a:t>*Strike-through rules are not yet implemented</a:t>
            </a:r>
            <a:endParaRPr/>
          </a:p>
        </p:txBody>
      </p:sp>
      <p:pic>
        <p:nvPicPr>
          <p:cNvPr id="3201" name="Google Shape;320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1970" y="855362"/>
            <a:ext cx="4801952" cy="4218538"/>
          </a:xfrm>
          <a:prstGeom prst="rect">
            <a:avLst/>
          </a:prstGeom>
          <a:noFill/>
          <a:ln>
            <a:noFill/>
          </a:ln>
        </p:spPr>
      </p:pic>
      <p:sp>
        <p:nvSpPr>
          <p:cNvPr id="3202" name="Google Shape;3202;p51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7" name="Shape 3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8" name="Google Shape;3208;p52"/>
          <p:cNvGrpSpPr/>
          <p:nvPr/>
        </p:nvGrpSpPr>
        <p:grpSpPr>
          <a:xfrm>
            <a:off x="2221098" y="4038819"/>
            <a:ext cx="3459093" cy="1688920"/>
            <a:chOff x="2716754" y="1145009"/>
            <a:chExt cx="3459093" cy="1688920"/>
          </a:xfrm>
        </p:grpSpPr>
        <p:sp>
          <p:nvSpPr>
            <p:cNvPr id="3209" name="Google Shape;3209;p52"/>
            <p:cNvSpPr/>
            <p:nvPr/>
          </p:nvSpPr>
          <p:spPr>
            <a:xfrm flipH="1" rot="5400000">
              <a:off x="4444604" y="1102686"/>
              <a:ext cx="1688920" cy="1773565"/>
            </a:xfrm>
            <a:prstGeom prst="snip2SameRect">
              <a:avLst>
                <a:gd fmla="val 11411" name="adj1"/>
                <a:gd fmla="val 0" name="adj2"/>
              </a:avLst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0" name="Google Shape;3210;p52"/>
            <p:cNvSpPr/>
            <p:nvPr/>
          </p:nvSpPr>
          <p:spPr>
            <a:xfrm rot="-5400000">
              <a:off x="2724145" y="1137618"/>
              <a:ext cx="1688920" cy="1703702"/>
            </a:xfrm>
            <a:prstGeom prst="snip2SameRect">
              <a:avLst>
                <a:gd fmla="val 11411" name="adj1"/>
                <a:gd fmla="val 0" name="adj2"/>
              </a:avLst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11" name="Google Shape;3211;p52"/>
          <p:cNvGrpSpPr/>
          <p:nvPr/>
        </p:nvGrpSpPr>
        <p:grpSpPr>
          <a:xfrm>
            <a:off x="2221097" y="1221923"/>
            <a:ext cx="3459093" cy="1688920"/>
            <a:chOff x="2716754" y="1145009"/>
            <a:chExt cx="3459093" cy="1688920"/>
          </a:xfrm>
        </p:grpSpPr>
        <p:sp>
          <p:nvSpPr>
            <p:cNvPr id="3212" name="Google Shape;3212;p52"/>
            <p:cNvSpPr/>
            <p:nvPr/>
          </p:nvSpPr>
          <p:spPr>
            <a:xfrm flipH="1" rot="5400000">
              <a:off x="4444604" y="1102686"/>
              <a:ext cx="1688920" cy="1773565"/>
            </a:xfrm>
            <a:prstGeom prst="snip2SameRect">
              <a:avLst>
                <a:gd fmla="val 11411" name="adj1"/>
                <a:gd fmla="val 0" name="adj2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3" name="Google Shape;3213;p52"/>
            <p:cNvSpPr/>
            <p:nvPr/>
          </p:nvSpPr>
          <p:spPr>
            <a:xfrm rot="-5400000">
              <a:off x="2724145" y="1137618"/>
              <a:ext cx="1688920" cy="1703702"/>
            </a:xfrm>
            <a:prstGeom prst="snip2SameRect">
              <a:avLst>
                <a:gd fmla="val 11411" name="adj1"/>
                <a:gd fmla="val 0" name="adj2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14" name="Google Shape;3214;p52"/>
          <p:cNvSpPr/>
          <p:nvPr/>
        </p:nvSpPr>
        <p:spPr>
          <a:xfrm>
            <a:off x="177006" y="616914"/>
            <a:ext cx="6558454" cy="2898938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5" name="Google Shape;3215;p52"/>
          <p:cNvSpPr/>
          <p:nvPr/>
        </p:nvSpPr>
        <p:spPr>
          <a:xfrm>
            <a:off x="727829" y="1214018"/>
            <a:ext cx="648000" cy="166201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216" name="Google Shape;3216;p52"/>
          <p:cNvSpPr/>
          <p:nvPr/>
        </p:nvSpPr>
        <p:spPr>
          <a:xfrm>
            <a:off x="3407763" y="983092"/>
            <a:ext cx="192282" cy="49786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217" name="Google Shape;3217;p52"/>
          <p:cNvSpPr/>
          <p:nvPr/>
        </p:nvSpPr>
        <p:spPr>
          <a:xfrm>
            <a:off x="734476" y="4106418"/>
            <a:ext cx="648000" cy="162946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218" name="Google Shape;3218;p52"/>
          <p:cNvSpPr txBox="1"/>
          <p:nvPr/>
        </p:nvSpPr>
        <p:spPr>
          <a:xfrm>
            <a:off x="177006" y="743601"/>
            <a:ext cx="5913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3219" name="Google Shape;3219;p52"/>
          <p:cNvSpPr txBox="1"/>
          <p:nvPr/>
        </p:nvSpPr>
        <p:spPr>
          <a:xfrm>
            <a:off x="4089580" y="994135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3220" name="Google Shape;3220;p52"/>
          <p:cNvSpPr txBox="1"/>
          <p:nvPr/>
        </p:nvSpPr>
        <p:spPr>
          <a:xfrm>
            <a:off x="736665" y="542815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3221" name="Google Shape;3221;p52"/>
          <p:cNvCxnSpPr/>
          <p:nvPr/>
        </p:nvCxnSpPr>
        <p:spPr>
          <a:xfrm>
            <a:off x="1371203" y="2546729"/>
            <a:ext cx="824396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222" name="Google Shape;3222;p52"/>
          <p:cNvCxnSpPr/>
          <p:nvPr/>
        </p:nvCxnSpPr>
        <p:spPr>
          <a:xfrm>
            <a:off x="1374076" y="4429194"/>
            <a:ext cx="85108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223" name="Google Shape;3223;p52"/>
          <p:cNvSpPr txBox="1"/>
          <p:nvPr/>
        </p:nvSpPr>
        <p:spPr>
          <a:xfrm>
            <a:off x="1474811" y="422183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ANE.AP</a:t>
            </a:r>
            <a:endParaRPr/>
          </a:p>
        </p:txBody>
      </p:sp>
      <p:sp>
        <p:nvSpPr>
          <p:cNvPr id="3224" name="Google Shape;3224;p52"/>
          <p:cNvSpPr/>
          <p:nvPr/>
        </p:nvSpPr>
        <p:spPr>
          <a:xfrm>
            <a:off x="3596813" y="3243270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225" name="Google Shape;3225;p52"/>
          <p:cNvSpPr txBox="1"/>
          <p:nvPr/>
        </p:nvSpPr>
        <p:spPr>
          <a:xfrm>
            <a:off x="3628971" y="3324591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</p:txBody>
      </p:sp>
      <p:sp>
        <p:nvSpPr>
          <p:cNvPr id="3226" name="Google Shape;3226;p52"/>
          <p:cNvSpPr txBox="1"/>
          <p:nvPr/>
        </p:nvSpPr>
        <p:spPr>
          <a:xfrm>
            <a:off x="720718" y="126199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3227" name="Google Shape;3227;p52"/>
          <p:cNvSpPr txBox="1"/>
          <p:nvPr/>
        </p:nvSpPr>
        <p:spPr>
          <a:xfrm>
            <a:off x="1498048" y="2324752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APE.AN</a:t>
            </a:r>
            <a:endParaRPr/>
          </a:p>
        </p:txBody>
      </p:sp>
      <p:sp>
        <p:nvSpPr>
          <p:cNvPr id="3228" name="Google Shape;3228;p52"/>
          <p:cNvSpPr txBox="1"/>
          <p:nvPr/>
        </p:nvSpPr>
        <p:spPr>
          <a:xfrm>
            <a:off x="-1" y="7376"/>
            <a:ext cx="81613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Cat-7: ESD MOS transistor related</a:t>
            </a:r>
            <a:endParaRPr/>
          </a:p>
        </p:txBody>
      </p:sp>
      <p:cxnSp>
        <p:nvCxnSpPr>
          <p:cNvPr id="3229" name="Google Shape;3229;p52"/>
          <p:cNvCxnSpPr/>
          <p:nvPr/>
        </p:nvCxnSpPr>
        <p:spPr>
          <a:xfrm rot="10800000">
            <a:off x="2623887" y="2511250"/>
            <a:ext cx="76497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230" name="Google Shape;3230;p52"/>
          <p:cNvSpPr txBox="1"/>
          <p:nvPr/>
        </p:nvSpPr>
        <p:spPr>
          <a:xfrm>
            <a:off x="3135706" y="1380243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APE.LM</a:t>
            </a:r>
            <a:endParaRPr/>
          </a:p>
        </p:txBody>
      </p:sp>
      <p:sp>
        <p:nvSpPr>
          <p:cNvPr id="3231" name="Google Shape;3231;p52"/>
          <p:cNvSpPr txBox="1"/>
          <p:nvPr/>
        </p:nvSpPr>
        <p:spPr>
          <a:xfrm>
            <a:off x="3743993" y="4300162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ANE.WM</a:t>
            </a:r>
            <a:endParaRPr/>
          </a:p>
        </p:txBody>
      </p:sp>
      <p:sp>
        <p:nvSpPr>
          <p:cNvPr id="3232" name="Google Shape;3232;p52"/>
          <p:cNvSpPr/>
          <p:nvPr/>
        </p:nvSpPr>
        <p:spPr>
          <a:xfrm>
            <a:off x="2449438" y="2402366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3" name="Google Shape;3233;p52"/>
          <p:cNvSpPr/>
          <p:nvPr/>
        </p:nvSpPr>
        <p:spPr>
          <a:xfrm>
            <a:off x="2449438" y="1848254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34" name="Google Shape;3234;p52"/>
          <p:cNvCxnSpPr/>
          <p:nvPr/>
        </p:nvCxnSpPr>
        <p:spPr>
          <a:xfrm rot="10800000">
            <a:off x="2200199" y="1930649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235" name="Google Shape;3235;p52"/>
          <p:cNvCxnSpPr/>
          <p:nvPr/>
        </p:nvCxnSpPr>
        <p:spPr>
          <a:xfrm rot="10800000">
            <a:off x="2450179" y="1933562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236" name="Google Shape;3236;p52"/>
          <p:cNvCxnSpPr/>
          <p:nvPr/>
        </p:nvCxnSpPr>
        <p:spPr>
          <a:xfrm>
            <a:off x="2537033" y="2047624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237" name="Google Shape;3237;p52"/>
          <p:cNvSpPr txBox="1"/>
          <p:nvPr/>
        </p:nvSpPr>
        <p:spPr>
          <a:xfrm>
            <a:off x="2557036" y="204283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COE.S1</a:t>
            </a:r>
            <a:endParaRPr/>
          </a:p>
        </p:txBody>
      </p:sp>
      <p:sp>
        <p:nvSpPr>
          <p:cNvPr id="3238" name="Google Shape;3238;p52"/>
          <p:cNvSpPr txBox="1"/>
          <p:nvPr/>
        </p:nvSpPr>
        <p:spPr>
          <a:xfrm>
            <a:off x="2514676" y="164639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COE.W1</a:t>
            </a:r>
            <a:endParaRPr/>
          </a:p>
        </p:txBody>
      </p:sp>
      <p:sp>
        <p:nvSpPr>
          <p:cNvPr id="3239" name="Google Shape;3239;p52"/>
          <p:cNvSpPr txBox="1"/>
          <p:nvPr/>
        </p:nvSpPr>
        <p:spPr>
          <a:xfrm>
            <a:off x="2673445" y="254092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CSE.GC</a:t>
            </a:r>
            <a:endParaRPr/>
          </a:p>
        </p:txBody>
      </p:sp>
      <p:cxnSp>
        <p:nvCxnSpPr>
          <p:cNvPr id="3240" name="Google Shape;3240;p52"/>
          <p:cNvCxnSpPr/>
          <p:nvPr/>
        </p:nvCxnSpPr>
        <p:spPr>
          <a:xfrm rot="10800000">
            <a:off x="3417880" y="1634898"/>
            <a:ext cx="18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241" name="Google Shape;3241;p52"/>
          <p:cNvCxnSpPr/>
          <p:nvPr/>
        </p:nvCxnSpPr>
        <p:spPr>
          <a:xfrm>
            <a:off x="3789182" y="1222610"/>
            <a:ext cx="0" cy="167426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242" name="Google Shape;3242;p52"/>
          <p:cNvSpPr txBox="1"/>
          <p:nvPr/>
        </p:nvSpPr>
        <p:spPr>
          <a:xfrm>
            <a:off x="3776792" y="1807289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APE.WM</a:t>
            </a:r>
            <a:endParaRPr/>
          </a:p>
        </p:txBody>
      </p:sp>
      <p:cxnSp>
        <p:nvCxnSpPr>
          <p:cNvPr id="3243" name="Google Shape;3243;p52"/>
          <p:cNvCxnSpPr/>
          <p:nvPr/>
        </p:nvCxnSpPr>
        <p:spPr>
          <a:xfrm>
            <a:off x="3743993" y="4019663"/>
            <a:ext cx="6680" cy="171622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244" name="Google Shape;3244;p52"/>
          <p:cNvCxnSpPr/>
          <p:nvPr/>
        </p:nvCxnSpPr>
        <p:spPr>
          <a:xfrm rot="10800000">
            <a:off x="2630891" y="5234914"/>
            <a:ext cx="75797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245" name="Google Shape;3245;p52"/>
          <p:cNvSpPr/>
          <p:nvPr/>
        </p:nvSpPr>
        <p:spPr>
          <a:xfrm>
            <a:off x="2456442" y="5126030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6" name="Google Shape;3246;p52"/>
          <p:cNvSpPr/>
          <p:nvPr/>
        </p:nvSpPr>
        <p:spPr>
          <a:xfrm>
            <a:off x="2456442" y="4571918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47" name="Google Shape;3247;p52"/>
          <p:cNvCxnSpPr/>
          <p:nvPr/>
        </p:nvCxnSpPr>
        <p:spPr>
          <a:xfrm rot="10800000">
            <a:off x="2457183" y="4657226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248" name="Google Shape;3248;p52"/>
          <p:cNvCxnSpPr/>
          <p:nvPr/>
        </p:nvCxnSpPr>
        <p:spPr>
          <a:xfrm>
            <a:off x="2544037" y="4771288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249" name="Google Shape;3249;p52"/>
          <p:cNvSpPr txBox="1"/>
          <p:nvPr/>
        </p:nvSpPr>
        <p:spPr>
          <a:xfrm>
            <a:off x="2583302" y="476677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COE.S1</a:t>
            </a:r>
            <a:endParaRPr/>
          </a:p>
        </p:txBody>
      </p:sp>
      <p:sp>
        <p:nvSpPr>
          <p:cNvPr id="3250" name="Google Shape;3250;p52"/>
          <p:cNvSpPr txBox="1"/>
          <p:nvPr/>
        </p:nvSpPr>
        <p:spPr>
          <a:xfrm>
            <a:off x="2630781" y="455001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COE.W1</a:t>
            </a:r>
            <a:endParaRPr/>
          </a:p>
        </p:txBody>
      </p:sp>
      <p:sp>
        <p:nvSpPr>
          <p:cNvPr id="3251" name="Google Shape;3251;p52"/>
          <p:cNvSpPr txBox="1"/>
          <p:nvPr/>
        </p:nvSpPr>
        <p:spPr>
          <a:xfrm>
            <a:off x="2668712" y="525959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CSE.GC</a:t>
            </a:r>
            <a:endParaRPr/>
          </a:p>
        </p:txBody>
      </p:sp>
      <p:sp>
        <p:nvSpPr>
          <p:cNvPr id="3252" name="Google Shape;3252;p52"/>
          <p:cNvSpPr txBox="1"/>
          <p:nvPr/>
        </p:nvSpPr>
        <p:spPr>
          <a:xfrm>
            <a:off x="1743528" y="1960234"/>
            <a:ext cx="689372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COE.APT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253" name="Google Shape;3253;p52"/>
          <p:cNvCxnSpPr/>
          <p:nvPr/>
        </p:nvCxnSpPr>
        <p:spPr>
          <a:xfrm rot="10800000">
            <a:off x="2221097" y="4664937"/>
            <a:ext cx="21999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254" name="Google Shape;3254;p52"/>
          <p:cNvSpPr txBox="1"/>
          <p:nvPr/>
        </p:nvSpPr>
        <p:spPr>
          <a:xfrm>
            <a:off x="1776330" y="4694522"/>
            <a:ext cx="673108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COE.ANT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55" name="Google Shape;3255;p52"/>
          <p:cNvSpPr/>
          <p:nvPr/>
        </p:nvSpPr>
        <p:spPr>
          <a:xfrm>
            <a:off x="5301653" y="5133577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6" name="Google Shape;3256;p52"/>
          <p:cNvSpPr/>
          <p:nvPr/>
        </p:nvSpPr>
        <p:spPr>
          <a:xfrm>
            <a:off x="5301653" y="4579465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57" name="Google Shape;3257;p52"/>
          <p:cNvCxnSpPr>
            <a:stCxn id="3255" idx="1"/>
          </p:cNvCxnSpPr>
          <p:nvPr/>
        </p:nvCxnSpPr>
        <p:spPr>
          <a:xfrm flipH="1">
            <a:off x="3610853" y="5223577"/>
            <a:ext cx="1690800" cy="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258" name="Google Shape;3258;p52"/>
          <p:cNvSpPr txBox="1"/>
          <p:nvPr/>
        </p:nvSpPr>
        <p:spPr>
          <a:xfrm>
            <a:off x="4026523" y="525959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CDE.GC</a:t>
            </a:r>
            <a:endParaRPr/>
          </a:p>
        </p:txBody>
      </p:sp>
      <p:sp>
        <p:nvSpPr>
          <p:cNvPr id="3259" name="Google Shape;3259;p52"/>
          <p:cNvSpPr txBox="1"/>
          <p:nvPr/>
        </p:nvSpPr>
        <p:spPr>
          <a:xfrm>
            <a:off x="3194521" y="5364498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ANE.LM</a:t>
            </a:r>
            <a:endParaRPr/>
          </a:p>
        </p:txBody>
      </p:sp>
      <p:cxnSp>
        <p:nvCxnSpPr>
          <p:cNvPr id="3260" name="Google Shape;3260;p52"/>
          <p:cNvCxnSpPr/>
          <p:nvPr/>
        </p:nvCxnSpPr>
        <p:spPr>
          <a:xfrm rot="10800000">
            <a:off x="3417880" y="5576942"/>
            <a:ext cx="18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261" name="Google Shape;3261;p52"/>
          <p:cNvSpPr/>
          <p:nvPr/>
        </p:nvSpPr>
        <p:spPr>
          <a:xfrm>
            <a:off x="5301512" y="2385173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2" name="Google Shape;3262;p52"/>
          <p:cNvSpPr/>
          <p:nvPr/>
        </p:nvSpPr>
        <p:spPr>
          <a:xfrm>
            <a:off x="5301512" y="1831061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63" name="Google Shape;3263;p52"/>
          <p:cNvCxnSpPr/>
          <p:nvPr/>
        </p:nvCxnSpPr>
        <p:spPr>
          <a:xfrm flipH="1">
            <a:off x="3609506" y="2494694"/>
            <a:ext cx="1682953" cy="1447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264" name="Google Shape;3264;p52"/>
          <p:cNvSpPr txBox="1"/>
          <p:nvPr/>
        </p:nvSpPr>
        <p:spPr>
          <a:xfrm>
            <a:off x="4034337" y="254875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CDE.GC</a:t>
            </a:r>
            <a:endParaRPr/>
          </a:p>
        </p:txBody>
      </p:sp>
      <p:sp>
        <p:nvSpPr>
          <p:cNvPr id="3265" name="Google Shape;3265;p52"/>
          <p:cNvSpPr/>
          <p:nvPr/>
        </p:nvSpPr>
        <p:spPr>
          <a:xfrm>
            <a:off x="95459" y="533616"/>
            <a:ext cx="6761154" cy="5622821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lg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6" name="Google Shape;3266;p52"/>
          <p:cNvSpPr txBox="1"/>
          <p:nvPr/>
        </p:nvSpPr>
        <p:spPr>
          <a:xfrm>
            <a:off x="151195" y="5856411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ESD</a:t>
            </a:r>
            <a:endParaRPr/>
          </a:p>
        </p:txBody>
      </p:sp>
      <p:cxnSp>
        <p:nvCxnSpPr>
          <p:cNvPr id="3267" name="Google Shape;3267;p52"/>
          <p:cNvCxnSpPr/>
          <p:nvPr/>
        </p:nvCxnSpPr>
        <p:spPr>
          <a:xfrm>
            <a:off x="5457312" y="4038275"/>
            <a:ext cx="22287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268" name="Google Shape;3268;p52"/>
          <p:cNvCxnSpPr/>
          <p:nvPr/>
        </p:nvCxnSpPr>
        <p:spPr>
          <a:xfrm>
            <a:off x="5680190" y="4038275"/>
            <a:ext cx="0" cy="18355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269" name="Google Shape;3269;p52"/>
          <p:cNvSpPr txBox="1"/>
          <p:nvPr/>
        </p:nvSpPr>
        <p:spPr>
          <a:xfrm>
            <a:off x="5676256" y="401966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ANE.XY</a:t>
            </a:r>
            <a:endParaRPr/>
          </a:p>
        </p:txBody>
      </p:sp>
      <p:sp>
        <p:nvSpPr>
          <p:cNvPr id="3270" name="Google Shape;3270;p52"/>
          <p:cNvSpPr txBox="1"/>
          <p:nvPr/>
        </p:nvSpPr>
        <p:spPr>
          <a:xfrm>
            <a:off x="5527376" y="382842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ANE.XY</a:t>
            </a:r>
            <a:endParaRPr/>
          </a:p>
        </p:txBody>
      </p:sp>
      <p:cxnSp>
        <p:nvCxnSpPr>
          <p:cNvPr id="3271" name="Google Shape;3271;p52"/>
          <p:cNvCxnSpPr/>
          <p:nvPr/>
        </p:nvCxnSpPr>
        <p:spPr>
          <a:xfrm>
            <a:off x="5478702" y="1229600"/>
            <a:ext cx="22287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272" name="Google Shape;3272;p52"/>
          <p:cNvCxnSpPr/>
          <p:nvPr/>
        </p:nvCxnSpPr>
        <p:spPr>
          <a:xfrm>
            <a:off x="5701580" y="1229600"/>
            <a:ext cx="0" cy="18355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273" name="Google Shape;3273;p52"/>
          <p:cNvSpPr txBox="1"/>
          <p:nvPr/>
        </p:nvSpPr>
        <p:spPr>
          <a:xfrm>
            <a:off x="5697646" y="121098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APE.XY</a:t>
            </a:r>
            <a:endParaRPr/>
          </a:p>
        </p:txBody>
      </p:sp>
      <p:sp>
        <p:nvSpPr>
          <p:cNvPr id="3274" name="Google Shape;3274;p52"/>
          <p:cNvSpPr txBox="1"/>
          <p:nvPr/>
        </p:nvSpPr>
        <p:spPr>
          <a:xfrm>
            <a:off x="5548766" y="101975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APE.XY</a:t>
            </a:r>
            <a:endParaRPr/>
          </a:p>
        </p:txBody>
      </p:sp>
      <p:sp>
        <p:nvSpPr>
          <p:cNvPr id="3275" name="Google Shape;3275;p52"/>
          <p:cNvSpPr/>
          <p:nvPr/>
        </p:nvSpPr>
        <p:spPr>
          <a:xfrm>
            <a:off x="4546667" y="339595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id="3276" name="Google Shape;3276;p52"/>
          <p:cNvCxnSpPr/>
          <p:nvPr/>
        </p:nvCxnSpPr>
        <p:spPr>
          <a:xfrm>
            <a:off x="4655367" y="2910843"/>
            <a:ext cx="0" cy="49146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277" name="Google Shape;3277;p52"/>
          <p:cNvCxnSpPr/>
          <p:nvPr/>
        </p:nvCxnSpPr>
        <p:spPr>
          <a:xfrm>
            <a:off x="4647553" y="3575145"/>
            <a:ext cx="0" cy="49146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278" name="Google Shape;3278;p52"/>
          <p:cNvSpPr txBox="1"/>
          <p:nvPr/>
        </p:nvSpPr>
        <p:spPr>
          <a:xfrm>
            <a:off x="4647553" y="301286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APE.CO</a:t>
            </a:r>
            <a:endParaRPr/>
          </a:p>
        </p:txBody>
      </p:sp>
      <p:sp>
        <p:nvSpPr>
          <p:cNvPr id="3279" name="Google Shape;3279;p52"/>
          <p:cNvSpPr txBox="1"/>
          <p:nvPr/>
        </p:nvSpPr>
        <p:spPr>
          <a:xfrm>
            <a:off x="4655367" y="381495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ANE.CO</a:t>
            </a:r>
            <a:endParaRPr/>
          </a:p>
        </p:txBody>
      </p:sp>
      <p:sp>
        <p:nvSpPr>
          <p:cNvPr id="3280" name="Google Shape;3280;p52"/>
          <p:cNvSpPr txBox="1"/>
          <p:nvPr/>
        </p:nvSpPr>
        <p:spPr>
          <a:xfrm>
            <a:off x="2361727" y="1353835"/>
            <a:ext cx="621030" cy="184666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SOURCE</a:t>
            </a:r>
            <a:endParaRPr/>
          </a:p>
        </p:txBody>
      </p:sp>
      <p:sp>
        <p:nvSpPr>
          <p:cNvPr id="3281" name="Google Shape;3281;p52"/>
          <p:cNvSpPr txBox="1"/>
          <p:nvPr/>
        </p:nvSpPr>
        <p:spPr>
          <a:xfrm>
            <a:off x="4913242" y="1353835"/>
            <a:ext cx="621030" cy="184666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DRAIN</a:t>
            </a:r>
            <a:endParaRPr/>
          </a:p>
        </p:txBody>
      </p:sp>
      <p:sp>
        <p:nvSpPr>
          <p:cNvPr id="3282" name="Google Shape;3282;p52"/>
          <p:cNvSpPr txBox="1"/>
          <p:nvPr/>
        </p:nvSpPr>
        <p:spPr>
          <a:xfrm>
            <a:off x="2361727" y="5486651"/>
            <a:ext cx="621030" cy="184666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SOURCE</a:t>
            </a:r>
            <a:endParaRPr/>
          </a:p>
        </p:txBody>
      </p:sp>
      <p:sp>
        <p:nvSpPr>
          <p:cNvPr id="3283" name="Google Shape;3283;p52"/>
          <p:cNvSpPr txBox="1"/>
          <p:nvPr/>
        </p:nvSpPr>
        <p:spPr>
          <a:xfrm>
            <a:off x="4913242" y="5486651"/>
            <a:ext cx="621030" cy="184666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DRAIN</a:t>
            </a:r>
            <a:endParaRPr/>
          </a:p>
        </p:txBody>
      </p:sp>
      <p:sp>
        <p:nvSpPr>
          <p:cNvPr id="3284" name="Google Shape;3284;p52"/>
          <p:cNvSpPr txBox="1"/>
          <p:nvPr/>
        </p:nvSpPr>
        <p:spPr>
          <a:xfrm>
            <a:off x="6997892" y="5126030"/>
            <a:ext cx="3675398" cy="15696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MPE    ：AP interacting(GC) &amp; WN &amp; ESD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MNE    ：AN interacting(GC) - WN &amp; ESD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PMOSE  ：MPE &amp; GC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NMOSE  ：MNE &amp; GC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    ：MPE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    ：MNE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AP(T)  ：AP Side Edges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AN(T)  ：AN Side Edges</a:t>
            </a:r>
            <a:endParaRPr/>
          </a:p>
        </p:txBody>
      </p:sp>
      <p:sp>
        <p:nvSpPr>
          <p:cNvPr id="3285" name="Google Shape;3285;p52"/>
          <p:cNvSpPr txBox="1"/>
          <p:nvPr/>
        </p:nvSpPr>
        <p:spPr>
          <a:xfrm>
            <a:off x="2555935" y="222211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COE.SE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86" name="Google Shape;3286;p52"/>
          <p:cNvSpPr txBox="1"/>
          <p:nvPr/>
        </p:nvSpPr>
        <p:spPr>
          <a:xfrm>
            <a:off x="2590388" y="492883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COE.SE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287" name="Google Shape;3287;p52"/>
          <p:cNvCxnSpPr>
            <a:endCxn id="3246" idx="0"/>
          </p:cNvCxnSpPr>
          <p:nvPr/>
        </p:nvCxnSpPr>
        <p:spPr>
          <a:xfrm flipH="1">
            <a:off x="2546442" y="4038218"/>
            <a:ext cx="1800" cy="533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288" name="Google Shape;3288;p52"/>
          <p:cNvSpPr txBox="1"/>
          <p:nvPr/>
        </p:nvSpPr>
        <p:spPr>
          <a:xfrm>
            <a:off x="2574230" y="4227849"/>
            <a:ext cx="653106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COE.AN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289" name="Google Shape;3289;p52"/>
          <p:cNvCxnSpPr/>
          <p:nvPr/>
        </p:nvCxnSpPr>
        <p:spPr>
          <a:xfrm>
            <a:off x="2543711" y="2584745"/>
            <a:ext cx="0" cy="330787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290" name="Google Shape;3290;p52"/>
          <p:cNvSpPr txBox="1"/>
          <p:nvPr/>
        </p:nvSpPr>
        <p:spPr>
          <a:xfrm>
            <a:off x="1932167" y="2670570"/>
            <a:ext cx="653106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COE.AP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91" name="Google Shape;3291;p52"/>
          <p:cNvSpPr txBox="1"/>
          <p:nvPr/>
        </p:nvSpPr>
        <p:spPr>
          <a:xfrm>
            <a:off x="9797216" y="6049359"/>
            <a:ext cx="2299219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CO(E)：CO on ESD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CD(E)：CO on ESD/Drain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CS(E)：CO on ESD/Source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292" name="Google Shape;329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0561" y="279795"/>
            <a:ext cx="5095875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3" name="Google Shape;3293;p52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7" name="Shape 3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8" name="Google Shape;329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00134" y="1024669"/>
            <a:ext cx="5153025" cy="35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9" name="Google Shape;3299;p53"/>
          <p:cNvSpPr/>
          <p:nvPr/>
        </p:nvSpPr>
        <p:spPr>
          <a:xfrm rot="-5400000">
            <a:off x="775004" y="1024670"/>
            <a:ext cx="3600000" cy="360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00" name="Google Shape;3300;p53"/>
          <p:cNvSpPr/>
          <p:nvPr/>
        </p:nvSpPr>
        <p:spPr>
          <a:xfrm rot="-5400000">
            <a:off x="955004" y="1204670"/>
            <a:ext cx="3240000" cy="3240000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3301" name="Google Shape;3301;p53"/>
          <p:cNvCxnSpPr/>
          <p:nvPr/>
        </p:nvCxnSpPr>
        <p:spPr>
          <a:xfrm rot="10800000">
            <a:off x="775003" y="2004938"/>
            <a:ext cx="54102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302" name="Google Shape;3302;p53"/>
          <p:cNvSpPr txBox="1"/>
          <p:nvPr/>
        </p:nvSpPr>
        <p:spPr>
          <a:xfrm flipH="1">
            <a:off x="483498" y="2070434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M1.PO</a:t>
            </a:r>
            <a:endParaRPr/>
          </a:p>
        </p:txBody>
      </p:sp>
      <p:sp>
        <p:nvSpPr>
          <p:cNvPr id="3303" name="Google Shape;3303;p53"/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Cat-8: PAD related</a:t>
            </a:r>
            <a:endParaRPr/>
          </a:p>
        </p:txBody>
      </p:sp>
      <p:sp>
        <p:nvSpPr>
          <p:cNvPr id="3304" name="Google Shape;3304;p53"/>
          <p:cNvSpPr/>
          <p:nvPr/>
        </p:nvSpPr>
        <p:spPr>
          <a:xfrm rot="-5400000">
            <a:off x="1315004" y="1564670"/>
            <a:ext cx="2520000" cy="252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05" name="Google Shape;3305;p53"/>
          <p:cNvSpPr txBox="1"/>
          <p:nvPr/>
        </p:nvSpPr>
        <p:spPr>
          <a:xfrm>
            <a:off x="920813" y="1274600"/>
            <a:ext cx="10352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M2(P)</a:t>
            </a:r>
            <a:endParaRPr/>
          </a:p>
        </p:txBody>
      </p:sp>
      <p:sp>
        <p:nvSpPr>
          <p:cNvPr id="3306" name="Google Shape;3306;p53"/>
          <p:cNvSpPr txBox="1"/>
          <p:nvPr/>
        </p:nvSpPr>
        <p:spPr>
          <a:xfrm>
            <a:off x="670689" y="802706"/>
            <a:ext cx="10352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M1(P)</a:t>
            </a:r>
            <a:endParaRPr/>
          </a:p>
        </p:txBody>
      </p:sp>
      <p:cxnSp>
        <p:nvCxnSpPr>
          <p:cNvPr id="3307" name="Google Shape;3307;p53"/>
          <p:cNvCxnSpPr/>
          <p:nvPr/>
        </p:nvCxnSpPr>
        <p:spPr>
          <a:xfrm rot="10800000">
            <a:off x="955003" y="2520946"/>
            <a:ext cx="36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308" name="Google Shape;3308;p53"/>
          <p:cNvSpPr txBox="1"/>
          <p:nvPr/>
        </p:nvSpPr>
        <p:spPr>
          <a:xfrm>
            <a:off x="1330493" y="1672021"/>
            <a:ext cx="6256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PO</a:t>
            </a:r>
            <a:endParaRPr/>
          </a:p>
        </p:txBody>
      </p:sp>
      <p:sp>
        <p:nvSpPr>
          <p:cNvPr id="3309" name="Google Shape;3309;p53"/>
          <p:cNvSpPr/>
          <p:nvPr/>
        </p:nvSpPr>
        <p:spPr>
          <a:xfrm rot="-5400000">
            <a:off x="4014158" y="2037023"/>
            <a:ext cx="3600000" cy="157529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10" name="Google Shape;3310;p53"/>
          <p:cNvSpPr/>
          <p:nvPr/>
        </p:nvSpPr>
        <p:spPr>
          <a:xfrm rot="-5400000">
            <a:off x="4284156" y="2127024"/>
            <a:ext cx="3240000" cy="1395292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11" name="Google Shape;3311;p53"/>
          <p:cNvSpPr/>
          <p:nvPr/>
        </p:nvSpPr>
        <p:spPr>
          <a:xfrm rot="-5400000">
            <a:off x="4824156" y="2307024"/>
            <a:ext cx="2520000" cy="1035291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12" name="Google Shape;3312;p53"/>
          <p:cNvSpPr txBox="1"/>
          <p:nvPr/>
        </p:nvSpPr>
        <p:spPr>
          <a:xfrm>
            <a:off x="5581999" y="1672021"/>
            <a:ext cx="6256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PO</a:t>
            </a:r>
            <a:endParaRPr/>
          </a:p>
        </p:txBody>
      </p:sp>
      <p:cxnSp>
        <p:nvCxnSpPr>
          <p:cNvPr id="3313" name="Google Shape;3313;p53"/>
          <p:cNvCxnSpPr/>
          <p:nvPr/>
        </p:nvCxnSpPr>
        <p:spPr>
          <a:xfrm flipH="1">
            <a:off x="3849518" y="3418116"/>
            <a:ext cx="1731505" cy="585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314" name="Google Shape;3314;p53"/>
          <p:cNvSpPr/>
          <p:nvPr/>
        </p:nvSpPr>
        <p:spPr>
          <a:xfrm>
            <a:off x="1656467" y="1924669"/>
            <a:ext cx="1800000" cy="180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sp>
        <p:nvSpPr>
          <p:cNvPr id="3315" name="Google Shape;3315;p53"/>
          <p:cNvSpPr/>
          <p:nvPr/>
        </p:nvSpPr>
        <p:spPr>
          <a:xfrm>
            <a:off x="5934254" y="1909476"/>
            <a:ext cx="667548" cy="180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cxnSp>
        <p:nvCxnSpPr>
          <p:cNvPr id="3316" name="Google Shape;3316;p53"/>
          <p:cNvCxnSpPr/>
          <p:nvPr/>
        </p:nvCxnSpPr>
        <p:spPr>
          <a:xfrm rot="10800000">
            <a:off x="1330493" y="3416715"/>
            <a:ext cx="250451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317" name="Google Shape;3317;p53"/>
          <p:cNvSpPr txBox="1"/>
          <p:nvPr/>
        </p:nvSpPr>
        <p:spPr>
          <a:xfrm>
            <a:off x="1640678" y="2056372"/>
            <a:ext cx="8739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V1(P)</a:t>
            </a:r>
            <a:endParaRPr/>
          </a:p>
        </p:txBody>
      </p:sp>
      <p:sp>
        <p:nvSpPr>
          <p:cNvPr id="3318" name="Google Shape;3318;p53"/>
          <p:cNvSpPr txBox="1"/>
          <p:nvPr/>
        </p:nvSpPr>
        <p:spPr>
          <a:xfrm flipH="1">
            <a:off x="483498" y="2637404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M2.PO</a:t>
            </a:r>
            <a:endParaRPr/>
          </a:p>
        </p:txBody>
      </p:sp>
      <p:sp>
        <p:nvSpPr>
          <p:cNvPr id="3319" name="Google Shape;3319;p53"/>
          <p:cNvSpPr txBox="1"/>
          <p:nvPr/>
        </p:nvSpPr>
        <p:spPr>
          <a:xfrm flipH="1">
            <a:off x="2078518" y="3454013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PO.W1</a:t>
            </a:r>
            <a:endParaRPr/>
          </a:p>
        </p:txBody>
      </p:sp>
      <p:sp>
        <p:nvSpPr>
          <p:cNvPr id="3320" name="Google Shape;3320;p53"/>
          <p:cNvSpPr txBox="1"/>
          <p:nvPr/>
        </p:nvSpPr>
        <p:spPr>
          <a:xfrm flipH="1">
            <a:off x="4219983" y="3508008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PO.S1</a:t>
            </a:r>
            <a:endParaRPr/>
          </a:p>
        </p:txBody>
      </p:sp>
      <p:cxnSp>
        <p:nvCxnSpPr>
          <p:cNvPr id="3321" name="Google Shape;3321;p53"/>
          <p:cNvCxnSpPr/>
          <p:nvPr/>
        </p:nvCxnSpPr>
        <p:spPr>
          <a:xfrm rot="10800000">
            <a:off x="3456467" y="2255100"/>
            <a:ext cx="35322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322" name="Google Shape;3322;p53"/>
          <p:cNvSpPr txBox="1"/>
          <p:nvPr/>
        </p:nvSpPr>
        <p:spPr>
          <a:xfrm flipH="1">
            <a:off x="3601692" y="2168336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PO.V1</a:t>
            </a:r>
            <a:endParaRPr/>
          </a:p>
        </p:txBody>
      </p:sp>
      <p:sp>
        <p:nvSpPr>
          <p:cNvPr id="3323" name="Google Shape;3323;p53"/>
          <p:cNvSpPr/>
          <p:nvPr/>
        </p:nvSpPr>
        <p:spPr>
          <a:xfrm rot="-5400000">
            <a:off x="1082143" y="4317529"/>
            <a:ext cx="1083346" cy="1337627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24" name="Google Shape;3324;p53"/>
          <p:cNvSpPr/>
          <p:nvPr/>
        </p:nvSpPr>
        <p:spPr>
          <a:xfrm rot="-5400000">
            <a:off x="756169" y="5592204"/>
            <a:ext cx="1083346" cy="685678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25" name="Google Shape;3325;p53"/>
          <p:cNvSpPr/>
          <p:nvPr/>
        </p:nvSpPr>
        <p:spPr>
          <a:xfrm rot="-5400000">
            <a:off x="3026583" y="4353734"/>
            <a:ext cx="999218" cy="133762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26" name="Google Shape;3326;p53"/>
          <p:cNvSpPr/>
          <p:nvPr/>
        </p:nvSpPr>
        <p:spPr>
          <a:xfrm rot="-5400000">
            <a:off x="3307845" y="5592204"/>
            <a:ext cx="1083346" cy="68567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3327" name="Google Shape;3327;p53"/>
          <p:cNvCxnSpPr/>
          <p:nvPr/>
        </p:nvCxnSpPr>
        <p:spPr>
          <a:xfrm rot="10800000">
            <a:off x="935440" y="4874033"/>
            <a:ext cx="135719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328" name="Google Shape;3328;p53"/>
          <p:cNvCxnSpPr/>
          <p:nvPr/>
        </p:nvCxnSpPr>
        <p:spPr>
          <a:xfrm rot="10800000">
            <a:off x="2077639" y="4084670"/>
            <a:ext cx="0" cy="146769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329" name="Google Shape;3329;p53"/>
          <p:cNvCxnSpPr/>
          <p:nvPr/>
        </p:nvCxnSpPr>
        <p:spPr>
          <a:xfrm rot="10800000">
            <a:off x="2862793" y="4874033"/>
            <a:ext cx="135719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330" name="Google Shape;3330;p53"/>
          <p:cNvCxnSpPr/>
          <p:nvPr/>
        </p:nvCxnSpPr>
        <p:spPr>
          <a:xfrm rot="10800000">
            <a:off x="3071488" y="4084669"/>
            <a:ext cx="0" cy="146769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331" name="Google Shape;3331;p53"/>
          <p:cNvSpPr/>
          <p:nvPr/>
        </p:nvSpPr>
        <p:spPr>
          <a:xfrm>
            <a:off x="4597379" y="5562923"/>
            <a:ext cx="2239251" cy="908512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3332" name="Google Shape;3332;p53"/>
          <p:cNvCxnSpPr/>
          <p:nvPr/>
        </p:nvCxnSpPr>
        <p:spPr>
          <a:xfrm rot="10800000">
            <a:off x="5712445" y="4084669"/>
            <a:ext cx="0" cy="146769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333" name="Google Shape;3333;p53"/>
          <p:cNvSpPr txBox="1"/>
          <p:nvPr/>
        </p:nvSpPr>
        <p:spPr>
          <a:xfrm>
            <a:off x="4700958" y="5894688"/>
            <a:ext cx="20300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AP/AN/GC/M1/M2</a:t>
            </a:r>
            <a:endParaRPr/>
          </a:p>
        </p:txBody>
      </p:sp>
      <p:sp>
        <p:nvSpPr>
          <p:cNvPr id="3334" name="Google Shape;3334;p53"/>
          <p:cNvSpPr txBox="1"/>
          <p:nvPr/>
        </p:nvSpPr>
        <p:spPr>
          <a:xfrm flipH="1">
            <a:off x="5539086" y="4741127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PO.XX</a:t>
            </a:r>
            <a:endParaRPr/>
          </a:p>
        </p:txBody>
      </p:sp>
      <p:sp>
        <p:nvSpPr>
          <p:cNvPr id="3335" name="Google Shape;3335;p53"/>
          <p:cNvSpPr txBox="1"/>
          <p:nvPr/>
        </p:nvSpPr>
        <p:spPr>
          <a:xfrm flipH="1">
            <a:off x="2898039" y="4280297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M1.PE</a:t>
            </a:r>
            <a:endParaRPr/>
          </a:p>
        </p:txBody>
      </p:sp>
      <p:sp>
        <p:nvSpPr>
          <p:cNvPr id="3336" name="Google Shape;3336;p53"/>
          <p:cNvSpPr txBox="1"/>
          <p:nvPr/>
        </p:nvSpPr>
        <p:spPr>
          <a:xfrm flipH="1">
            <a:off x="1237376" y="4337366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M2.PE</a:t>
            </a:r>
            <a:endParaRPr/>
          </a:p>
        </p:txBody>
      </p:sp>
      <p:sp>
        <p:nvSpPr>
          <p:cNvPr id="3337" name="Google Shape;3337;p53"/>
          <p:cNvSpPr txBox="1"/>
          <p:nvPr/>
        </p:nvSpPr>
        <p:spPr>
          <a:xfrm flipH="1">
            <a:off x="1104364" y="4908762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M2.PW</a:t>
            </a:r>
            <a:endParaRPr/>
          </a:p>
        </p:txBody>
      </p:sp>
      <p:sp>
        <p:nvSpPr>
          <p:cNvPr id="3338" name="Google Shape;3338;p53"/>
          <p:cNvSpPr txBox="1"/>
          <p:nvPr/>
        </p:nvSpPr>
        <p:spPr>
          <a:xfrm flipH="1">
            <a:off x="3115311" y="4917283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M1.PW</a:t>
            </a:r>
            <a:endParaRPr/>
          </a:p>
        </p:txBody>
      </p:sp>
      <p:sp>
        <p:nvSpPr>
          <p:cNvPr id="3339" name="Google Shape;3339;p53"/>
          <p:cNvSpPr/>
          <p:nvPr/>
        </p:nvSpPr>
        <p:spPr>
          <a:xfrm>
            <a:off x="6892056" y="3638679"/>
            <a:ext cx="5153025" cy="976915"/>
          </a:xfrm>
          <a:prstGeom prst="rect">
            <a:avLst/>
          </a:prstGeom>
          <a:noFill/>
          <a:ln cap="flat" cmpd="sng" w="19050">
            <a:solidFill>
              <a:srgbClr val="FFC000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40" name="Google Shape;3340;p53"/>
          <p:cNvSpPr txBox="1"/>
          <p:nvPr/>
        </p:nvSpPr>
        <p:spPr>
          <a:xfrm>
            <a:off x="7673437" y="4709693"/>
            <a:ext cx="377649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rgbClr val="FFC000"/>
                </a:solidFill>
                <a:latin typeface="Meiryo"/>
                <a:ea typeface="Meiryo"/>
                <a:cs typeface="Meiryo"/>
                <a:sym typeface="Meiryo"/>
              </a:rPr>
              <a:t>** Not yet implemented</a:t>
            </a:r>
            <a:endParaRPr/>
          </a:p>
        </p:txBody>
      </p:sp>
      <p:sp>
        <p:nvSpPr>
          <p:cNvPr id="3341" name="Google Shape;3341;p53"/>
          <p:cNvSpPr txBox="1"/>
          <p:nvPr/>
        </p:nvSpPr>
        <p:spPr>
          <a:xfrm>
            <a:off x="6852465" y="5080791"/>
            <a:ext cx="4116711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M1(P)：M1 covering PO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M2(P)：M2 covering PO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V1(P)：V1 through M1(P)-M2(P)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42" name="Google Shape;3342;p53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6" name="Shape 3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7" name="Google Shape;3347;p5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JP"/>
              <a:t>Obsolete slides</a:t>
            </a:r>
            <a:endParaRPr/>
          </a:p>
        </p:txBody>
      </p:sp>
      <p:sp>
        <p:nvSpPr>
          <p:cNvPr id="3348" name="Google Shape;3348;p54"/>
          <p:cNvSpPr txBox="1"/>
          <p:nvPr>
            <p:ph idx="1" type="subTitle"/>
          </p:nvPr>
        </p:nvSpPr>
        <p:spPr>
          <a:xfrm>
            <a:off x="1524000" y="3602037"/>
            <a:ext cx="9144000" cy="2133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JP">
                <a:latin typeface="Arial"/>
                <a:ea typeface="Arial"/>
                <a:cs typeface="Arial"/>
                <a:sym typeface="Arial"/>
              </a:rPr>
              <a:t>2026/06/30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JP">
                <a:latin typeface="Arial"/>
                <a:ea typeface="Arial"/>
                <a:cs typeface="Arial"/>
                <a:sym typeface="Arial"/>
              </a:rPr>
              <a:t>Reflected GitHub issues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JP"/>
              <a:t>https://github.com/OpenSUSI/TR-1um/issues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3" name="Shape 3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4" name="Google Shape;3354;p55"/>
          <p:cNvSpPr/>
          <p:nvPr/>
        </p:nvSpPr>
        <p:spPr>
          <a:xfrm>
            <a:off x="1205872" y="2242345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55" name="Google Shape;3355;p55"/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Cat-1: Prohibited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6" name="Google Shape;3356;p55"/>
          <p:cNvSpPr/>
          <p:nvPr/>
        </p:nvSpPr>
        <p:spPr>
          <a:xfrm>
            <a:off x="725272" y="780030"/>
            <a:ext cx="1501200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7" name="Google Shape;3357;p55"/>
          <p:cNvSpPr txBox="1"/>
          <p:nvPr/>
        </p:nvSpPr>
        <p:spPr>
          <a:xfrm>
            <a:off x="1145729" y="2327679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3358" name="Google Shape;3358;p55"/>
          <p:cNvSpPr/>
          <p:nvPr/>
        </p:nvSpPr>
        <p:spPr>
          <a:xfrm>
            <a:off x="1205872" y="1294040"/>
            <a:ext cx="54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59" name="Google Shape;3359;p55"/>
          <p:cNvSpPr txBox="1"/>
          <p:nvPr/>
        </p:nvSpPr>
        <p:spPr>
          <a:xfrm>
            <a:off x="725272" y="837262"/>
            <a:ext cx="5913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3360" name="Google Shape;3360;p55"/>
          <p:cNvSpPr/>
          <p:nvPr/>
        </p:nvSpPr>
        <p:spPr>
          <a:xfrm>
            <a:off x="2420371" y="765375"/>
            <a:ext cx="1501200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1" name="Google Shape;3361;p55"/>
          <p:cNvSpPr txBox="1"/>
          <p:nvPr/>
        </p:nvSpPr>
        <p:spPr>
          <a:xfrm>
            <a:off x="2420371" y="822607"/>
            <a:ext cx="5913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3362" name="Google Shape;3362;p55"/>
          <p:cNvSpPr txBox="1"/>
          <p:nvPr/>
        </p:nvSpPr>
        <p:spPr>
          <a:xfrm>
            <a:off x="1145729" y="1430233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sp>
        <p:nvSpPr>
          <p:cNvPr id="3363" name="Google Shape;3363;p55"/>
          <p:cNvSpPr/>
          <p:nvPr/>
        </p:nvSpPr>
        <p:spPr>
          <a:xfrm>
            <a:off x="2900971" y="2227690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64" name="Google Shape;3364;p55"/>
          <p:cNvSpPr txBox="1"/>
          <p:nvPr/>
        </p:nvSpPr>
        <p:spPr>
          <a:xfrm>
            <a:off x="2840828" y="2313024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3365" name="Google Shape;3365;p55"/>
          <p:cNvSpPr/>
          <p:nvPr/>
        </p:nvSpPr>
        <p:spPr>
          <a:xfrm>
            <a:off x="2900971" y="1279385"/>
            <a:ext cx="540000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66" name="Google Shape;3366;p55"/>
          <p:cNvSpPr txBox="1"/>
          <p:nvPr/>
        </p:nvSpPr>
        <p:spPr>
          <a:xfrm>
            <a:off x="2840828" y="141557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3367" name="Google Shape;3367;p55"/>
          <p:cNvSpPr/>
          <p:nvPr/>
        </p:nvSpPr>
        <p:spPr>
          <a:xfrm>
            <a:off x="888218" y="3969495"/>
            <a:ext cx="22049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368" name="Google Shape;3368;p55"/>
          <p:cNvSpPr/>
          <p:nvPr/>
        </p:nvSpPr>
        <p:spPr>
          <a:xfrm rot="-5400000">
            <a:off x="590049" y="3807445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69" name="Google Shape;3369;p55"/>
          <p:cNvSpPr txBox="1"/>
          <p:nvPr/>
        </p:nvSpPr>
        <p:spPr>
          <a:xfrm>
            <a:off x="1258890" y="3669030"/>
            <a:ext cx="12966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AP+AN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+AC+AR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+GC+GR</a:t>
            </a:r>
            <a:endParaRPr/>
          </a:p>
        </p:txBody>
      </p:sp>
      <p:sp>
        <p:nvSpPr>
          <p:cNvPr id="3370" name="Google Shape;3370;p55"/>
          <p:cNvSpPr/>
          <p:nvPr/>
        </p:nvSpPr>
        <p:spPr>
          <a:xfrm>
            <a:off x="888531" y="5058904"/>
            <a:ext cx="22049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371" name="Google Shape;3371;p55"/>
          <p:cNvSpPr/>
          <p:nvPr/>
        </p:nvSpPr>
        <p:spPr>
          <a:xfrm rot="-5400000">
            <a:off x="590362" y="4896854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72" name="Google Shape;3372;p55"/>
          <p:cNvSpPr txBox="1"/>
          <p:nvPr/>
        </p:nvSpPr>
        <p:spPr>
          <a:xfrm>
            <a:off x="1316633" y="4758440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3373" name="Google Shape;3373;p55"/>
          <p:cNvSpPr/>
          <p:nvPr/>
        </p:nvSpPr>
        <p:spPr>
          <a:xfrm rot="-5400000">
            <a:off x="2452205" y="3807445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74" name="Google Shape;3374;p55"/>
          <p:cNvSpPr txBox="1"/>
          <p:nvPr/>
        </p:nvSpPr>
        <p:spPr>
          <a:xfrm>
            <a:off x="3215960" y="3669030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3375" name="Google Shape;3375;p55"/>
          <p:cNvSpPr/>
          <p:nvPr/>
        </p:nvSpPr>
        <p:spPr>
          <a:xfrm rot="-5400000">
            <a:off x="2452205" y="4896855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76" name="Google Shape;3376;p55"/>
          <p:cNvSpPr txBox="1"/>
          <p:nvPr/>
        </p:nvSpPr>
        <p:spPr>
          <a:xfrm>
            <a:off x="3215960" y="4758440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</a:t>
            </a:r>
            <a:endParaRPr/>
          </a:p>
        </p:txBody>
      </p:sp>
      <p:sp>
        <p:nvSpPr>
          <p:cNvPr id="3377" name="Google Shape;3377;p55"/>
          <p:cNvSpPr txBox="1"/>
          <p:nvPr/>
        </p:nvSpPr>
        <p:spPr>
          <a:xfrm>
            <a:off x="728463" y="3299697"/>
            <a:ext cx="6425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</a:t>
            </a:r>
            <a:endParaRPr/>
          </a:p>
        </p:txBody>
      </p:sp>
      <p:sp>
        <p:nvSpPr>
          <p:cNvPr id="3378" name="Google Shape;3378;p55"/>
          <p:cNvSpPr txBox="1"/>
          <p:nvPr/>
        </p:nvSpPr>
        <p:spPr>
          <a:xfrm>
            <a:off x="2590618" y="3299697"/>
            <a:ext cx="6425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V1</a:t>
            </a:r>
            <a:endParaRPr/>
          </a:p>
        </p:txBody>
      </p:sp>
      <p:sp>
        <p:nvSpPr>
          <p:cNvPr id="3379" name="Google Shape;3379;p55"/>
          <p:cNvSpPr/>
          <p:nvPr/>
        </p:nvSpPr>
        <p:spPr>
          <a:xfrm>
            <a:off x="2770618" y="398234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0" name="Google Shape;3380;p55"/>
          <p:cNvSpPr/>
          <p:nvPr/>
        </p:nvSpPr>
        <p:spPr>
          <a:xfrm>
            <a:off x="2765833" y="5071750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1" name="Google Shape;3381;p55"/>
          <p:cNvSpPr/>
          <p:nvPr/>
        </p:nvSpPr>
        <p:spPr>
          <a:xfrm rot="-5400000">
            <a:off x="3964164" y="3807444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82" name="Google Shape;3382;p55"/>
          <p:cNvSpPr txBox="1"/>
          <p:nvPr/>
        </p:nvSpPr>
        <p:spPr>
          <a:xfrm>
            <a:off x="4727919" y="3669029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3383" name="Google Shape;3383;p55"/>
          <p:cNvSpPr/>
          <p:nvPr/>
        </p:nvSpPr>
        <p:spPr>
          <a:xfrm rot="-5400000">
            <a:off x="3964164" y="4896854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84" name="Google Shape;3384;p55"/>
          <p:cNvSpPr txBox="1"/>
          <p:nvPr/>
        </p:nvSpPr>
        <p:spPr>
          <a:xfrm>
            <a:off x="4727919" y="4758439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</a:t>
            </a:r>
            <a:endParaRPr/>
          </a:p>
        </p:txBody>
      </p:sp>
      <p:sp>
        <p:nvSpPr>
          <p:cNvPr id="3385" name="Google Shape;3385;p55"/>
          <p:cNvSpPr txBox="1"/>
          <p:nvPr/>
        </p:nvSpPr>
        <p:spPr>
          <a:xfrm>
            <a:off x="4102577" y="3299696"/>
            <a:ext cx="6425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PO</a:t>
            </a:r>
            <a:endParaRPr/>
          </a:p>
        </p:txBody>
      </p:sp>
      <p:sp>
        <p:nvSpPr>
          <p:cNvPr id="3386" name="Google Shape;3386;p55"/>
          <p:cNvSpPr/>
          <p:nvPr/>
        </p:nvSpPr>
        <p:spPr>
          <a:xfrm>
            <a:off x="4282577" y="3982340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7" name="Google Shape;3387;p55"/>
          <p:cNvSpPr/>
          <p:nvPr/>
        </p:nvSpPr>
        <p:spPr>
          <a:xfrm>
            <a:off x="4277792" y="5071749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8" name="Google Shape;3388;p55"/>
          <p:cNvSpPr/>
          <p:nvPr/>
        </p:nvSpPr>
        <p:spPr>
          <a:xfrm rot="-5400000">
            <a:off x="5772992" y="765375"/>
            <a:ext cx="1080000" cy="1080000"/>
          </a:xfrm>
          <a:prstGeom prst="rect">
            <a:avLst/>
          </a:prstGeom>
          <a:noFill/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89" name="Google Shape;3389;p55"/>
          <p:cNvSpPr txBox="1"/>
          <p:nvPr/>
        </p:nvSpPr>
        <p:spPr>
          <a:xfrm>
            <a:off x="5698919" y="754427"/>
            <a:ext cx="6425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PO</a:t>
            </a:r>
            <a:endParaRPr/>
          </a:p>
        </p:txBody>
      </p:sp>
      <p:sp>
        <p:nvSpPr>
          <p:cNvPr id="3390" name="Google Shape;3390;p55"/>
          <p:cNvSpPr/>
          <p:nvPr/>
        </p:nvSpPr>
        <p:spPr>
          <a:xfrm>
            <a:off x="6042992" y="1035375"/>
            <a:ext cx="540000" cy="540000"/>
          </a:xfrm>
          <a:prstGeom prst="rect">
            <a:avLst/>
          </a:prstGeom>
          <a:noFill/>
          <a:ln cap="flat" cmpd="sng" w="19050">
            <a:solidFill>
              <a:srgbClr val="7030A0"/>
            </a:solidFill>
            <a:prstDash val="lg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1" name="Google Shape;3391;p55"/>
          <p:cNvSpPr txBox="1"/>
          <p:nvPr/>
        </p:nvSpPr>
        <p:spPr>
          <a:xfrm>
            <a:off x="6287150" y="1134707"/>
            <a:ext cx="871400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V1(P)</a:t>
            </a:r>
            <a:endParaRPr/>
          </a:p>
        </p:txBody>
      </p:sp>
      <p:sp>
        <p:nvSpPr>
          <p:cNvPr id="3392" name="Google Shape;3392;p55"/>
          <p:cNvSpPr txBox="1"/>
          <p:nvPr/>
        </p:nvSpPr>
        <p:spPr>
          <a:xfrm>
            <a:off x="7158550" y="6102193"/>
            <a:ext cx="4116711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WN(R)：WN covering 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WN(C)：WN covering AC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V1(P)：V1 interacting PO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93" name="Google Shape;3393;p55"/>
          <p:cNvSpPr/>
          <p:nvPr/>
        </p:nvSpPr>
        <p:spPr>
          <a:xfrm>
            <a:off x="4108620" y="765375"/>
            <a:ext cx="1501200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4" name="Google Shape;3394;p55"/>
          <p:cNvSpPr txBox="1"/>
          <p:nvPr/>
        </p:nvSpPr>
        <p:spPr>
          <a:xfrm>
            <a:off x="4108620" y="822607"/>
            <a:ext cx="5913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3395" name="Google Shape;3395;p55"/>
          <p:cNvSpPr/>
          <p:nvPr/>
        </p:nvSpPr>
        <p:spPr>
          <a:xfrm>
            <a:off x="4589220" y="1279385"/>
            <a:ext cx="540000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96" name="Google Shape;3396;p55"/>
          <p:cNvSpPr txBox="1"/>
          <p:nvPr/>
        </p:nvSpPr>
        <p:spPr>
          <a:xfrm>
            <a:off x="4529077" y="141557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3397" name="Google Shape;3397;p55"/>
          <p:cNvSpPr/>
          <p:nvPr/>
        </p:nvSpPr>
        <p:spPr>
          <a:xfrm>
            <a:off x="4589220" y="2222461"/>
            <a:ext cx="54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398" name="Google Shape;3398;p55"/>
          <p:cNvSpPr txBox="1"/>
          <p:nvPr/>
        </p:nvSpPr>
        <p:spPr>
          <a:xfrm>
            <a:off x="4529077" y="2358654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pic>
        <p:nvPicPr>
          <p:cNvPr id="3399" name="Google Shape;33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1101" y="3414684"/>
            <a:ext cx="3455369" cy="2687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0" name="Google Shape;3400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1101" y="741162"/>
            <a:ext cx="4806135" cy="2558534"/>
          </a:xfrm>
          <a:prstGeom prst="rect">
            <a:avLst/>
          </a:prstGeom>
          <a:noFill/>
          <a:ln>
            <a:noFill/>
          </a:ln>
        </p:spPr>
      </p:pic>
      <p:sp>
        <p:nvSpPr>
          <p:cNvPr id="3401" name="Google Shape;3401;p55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6" name="Shape 3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7" name="Google Shape;34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0887" y="596302"/>
            <a:ext cx="4347852" cy="4404109"/>
          </a:xfrm>
          <a:prstGeom prst="rect">
            <a:avLst/>
          </a:prstGeom>
          <a:noFill/>
          <a:ln>
            <a:noFill/>
          </a:ln>
        </p:spPr>
      </p:pic>
      <p:sp>
        <p:nvSpPr>
          <p:cNvPr id="3408" name="Google Shape;3408;p56"/>
          <p:cNvSpPr/>
          <p:nvPr/>
        </p:nvSpPr>
        <p:spPr>
          <a:xfrm>
            <a:off x="2539707" y="3627645"/>
            <a:ext cx="2364182" cy="109377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409" name="Google Shape;3409;p56"/>
          <p:cNvSpPr/>
          <p:nvPr/>
        </p:nvSpPr>
        <p:spPr>
          <a:xfrm rot="-5400000">
            <a:off x="3264832" y="3370611"/>
            <a:ext cx="826049" cy="145488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3410" name="Google Shape;3410;p56"/>
          <p:cNvGrpSpPr/>
          <p:nvPr/>
        </p:nvGrpSpPr>
        <p:grpSpPr>
          <a:xfrm>
            <a:off x="2539708" y="4542049"/>
            <a:ext cx="2364182" cy="1093773"/>
            <a:chOff x="1473910" y="3899640"/>
            <a:chExt cx="2340000" cy="2340000"/>
          </a:xfrm>
        </p:grpSpPr>
        <p:sp>
          <p:nvSpPr>
            <p:cNvPr id="3411" name="Google Shape;3411;p56"/>
            <p:cNvSpPr/>
            <p:nvPr/>
          </p:nvSpPr>
          <p:spPr>
            <a:xfrm>
              <a:off x="1473910" y="3899640"/>
              <a:ext cx="2340000" cy="2340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412" name="Google Shape;3412;p56"/>
            <p:cNvSpPr/>
            <p:nvPr/>
          </p:nvSpPr>
          <p:spPr>
            <a:xfrm rot="-5400000">
              <a:off x="1880418" y="4349640"/>
              <a:ext cx="1440000" cy="144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3413" name="Google Shape;3413;p56"/>
          <p:cNvSpPr/>
          <p:nvPr/>
        </p:nvSpPr>
        <p:spPr>
          <a:xfrm>
            <a:off x="2932237" y="1048610"/>
            <a:ext cx="1009574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414" name="Google Shape;3414;p56"/>
          <p:cNvSpPr/>
          <p:nvPr/>
        </p:nvSpPr>
        <p:spPr>
          <a:xfrm>
            <a:off x="5996847" y="596304"/>
            <a:ext cx="1501200" cy="234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5" name="Google Shape;3415;p56"/>
          <p:cNvSpPr/>
          <p:nvPr/>
        </p:nvSpPr>
        <p:spPr>
          <a:xfrm>
            <a:off x="5996847" y="3457702"/>
            <a:ext cx="1501200" cy="1542709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6" name="Google Shape;3416;p56"/>
          <p:cNvSpPr/>
          <p:nvPr/>
        </p:nvSpPr>
        <p:spPr>
          <a:xfrm>
            <a:off x="4469043" y="1058018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417" name="Google Shape;3417;p56"/>
          <p:cNvSpPr/>
          <p:nvPr/>
        </p:nvSpPr>
        <p:spPr>
          <a:xfrm>
            <a:off x="2201296" y="596304"/>
            <a:ext cx="3246910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8" name="Google Shape;3418;p56"/>
          <p:cNvSpPr/>
          <p:nvPr/>
        </p:nvSpPr>
        <p:spPr>
          <a:xfrm>
            <a:off x="2914109" y="1985355"/>
            <a:ext cx="1021704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419" name="Google Shape;3419;p56"/>
          <p:cNvSpPr/>
          <p:nvPr/>
        </p:nvSpPr>
        <p:spPr>
          <a:xfrm>
            <a:off x="4469043" y="1990898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420" name="Google Shape;3420;p56"/>
          <p:cNvSpPr txBox="1"/>
          <p:nvPr/>
        </p:nvSpPr>
        <p:spPr>
          <a:xfrm>
            <a:off x="2934149" y="105801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sp>
        <p:nvSpPr>
          <p:cNvPr id="3421" name="Google Shape;3421;p56"/>
          <p:cNvSpPr txBox="1"/>
          <p:nvPr/>
        </p:nvSpPr>
        <p:spPr>
          <a:xfrm>
            <a:off x="4371107" y="1121743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3422" name="Google Shape;3422;p56"/>
          <p:cNvCxnSpPr/>
          <p:nvPr/>
        </p:nvCxnSpPr>
        <p:spPr>
          <a:xfrm>
            <a:off x="5448943" y="813220"/>
            <a:ext cx="53087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423" name="Google Shape;3423;p56"/>
          <p:cNvCxnSpPr/>
          <p:nvPr/>
        </p:nvCxnSpPr>
        <p:spPr>
          <a:xfrm>
            <a:off x="3935813" y="2244845"/>
            <a:ext cx="53104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424" name="Google Shape;3424;p56"/>
          <p:cNvSpPr txBox="1"/>
          <p:nvPr/>
        </p:nvSpPr>
        <p:spPr>
          <a:xfrm>
            <a:off x="5424573" y="83752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WN.S2</a:t>
            </a:r>
            <a:endParaRPr/>
          </a:p>
        </p:txBody>
      </p:sp>
      <p:cxnSp>
        <p:nvCxnSpPr>
          <p:cNvPr id="3425" name="Google Shape;3425;p56"/>
          <p:cNvCxnSpPr/>
          <p:nvPr/>
        </p:nvCxnSpPr>
        <p:spPr>
          <a:xfrm>
            <a:off x="4897953" y="2244508"/>
            <a:ext cx="539114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426" name="Google Shape;3426;p56"/>
          <p:cNvSpPr/>
          <p:nvPr/>
        </p:nvSpPr>
        <p:spPr>
          <a:xfrm>
            <a:off x="169599" y="596302"/>
            <a:ext cx="1500657" cy="1544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7" name="Google Shape;3427;p56"/>
          <p:cNvSpPr txBox="1"/>
          <p:nvPr/>
        </p:nvSpPr>
        <p:spPr>
          <a:xfrm>
            <a:off x="4875037" y="231093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AN.WR</a:t>
            </a:r>
            <a:endParaRPr/>
          </a:p>
        </p:txBody>
      </p:sp>
      <p:sp>
        <p:nvSpPr>
          <p:cNvPr id="3428" name="Google Shape;3428;p56"/>
          <p:cNvSpPr txBox="1"/>
          <p:nvPr/>
        </p:nvSpPr>
        <p:spPr>
          <a:xfrm>
            <a:off x="3901301" y="231093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AR.AN</a:t>
            </a:r>
            <a:endParaRPr/>
          </a:p>
        </p:txBody>
      </p:sp>
      <p:cxnSp>
        <p:nvCxnSpPr>
          <p:cNvPr id="3429" name="Google Shape;3429;p56"/>
          <p:cNvCxnSpPr/>
          <p:nvPr/>
        </p:nvCxnSpPr>
        <p:spPr>
          <a:xfrm>
            <a:off x="3669006" y="1588610"/>
            <a:ext cx="0" cy="392998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430" name="Google Shape;3430;p56"/>
          <p:cNvSpPr txBox="1"/>
          <p:nvPr/>
        </p:nvSpPr>
        <p:spPr>
          <a:xfrm>
            <a:off x="3624043" y="168143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AR.S1</a:t>
            </a:r>
            <a:endParaRPr/>
          </a:p>
        </p:txBody>
      </p:sp>
      <p:sp>
        <p:nvSpPr>
          <p:cNvPr id="3431" name="Google Shape;3431;p56"/>
          <p:cNvSpPr/>
          <p:nvPr/>
        </p:nvSpPr>
        <p:spPr>
          <a:xfrm>
            <a:off x="2220650" y="3457703"/>
            <a:ext cx="3231142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2" name="Google Shape;3432;p56"/>
          <p:cNvSpPr/>
          <p:nvPr/>
        </p:nvSpPr>
        <p:spPr>
          <a:xfrm>
            <a:off x="3156173" y="4809727"/>
            <a:ext cx="1009573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433" name="Google Shape;3433;p56"/>
          <p:cNvSpPr txBox="1"/>
          <p:nvPr/>
        </p:nvSpPr>
        <p:spPr>
          <a:xfrm>
            <a:off x="2233739" y="3483122"/>
            <a:ext cx="525666" cy="4924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(C)</a:t>
            </a:r>
            <a:endParaRPr/>
          </a:p>
        </p:txBody>
      </p:sp>
      <p:cxnSp>
        <p:nvCxnSpPr>
          <p:cNvPr id="3434" name="Google Shape;3434;p56"/>
          <p:cNvCxnSpPr>
            <a:endCxn id="3412" idx="2"/>
          </p:cNvCxnSpPr>
          <p:nvPr/>
        </p:nvCxnSpPr>
        <p:spPr>
          <a:xfrm flipH="1" rot="10800000">
            <a:off x="4165598" y="5088936"/>
            <a:ext cx="239700" cy="4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435" name="Google Shape;3435;p56"/>
          <p:cNvCxnSpPr/>
          <p:nvPr/>
        </p:nvCxnSpPr>
        <p:spPr>
          <a:xfrm>
            <a:off x="4903891" y="5093522"/>
            <a:ext cx="5479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436" name="Google Shape;3436;p56"/>
          <p:cNvSpPr txBox="1"/>
          <p:nvPr/>
        </p:nvSpPr>
        <p:spPr>
          <a:xfrm>
            <a:off x="4883823" y="51284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AN.WC</a:t>
            </a:r>
            <a:endParaRPr/>
          </a:p>
        </p:txBody>
      </p:sp>
      <p:sp>
        <p:nvSpPr>
          <p:cNvPr id="3437" name="Google Shape;3437;p56"/>
          <p:cNvSpPr txBox="1"/>
          <p:nvPr/>
        </p:nvSpPr>
        <p:spPr>
          <a:xfrm>
            <a:off x="4186432" y="485699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AC.AN</a:t>
            </a:r>
            <a:endParaRPr/>
          </a:p>
        </p:txBody>
      </p:sp>
      <p:sp>
        <p:nvSpPr>
          <p:cNvPr id="3438" name="Google Shape;3438;p56"/>
          <p:cNvSpPr/>
          <p:nvPr/>
        </p:nvSpPr>
        <p:spPr>
          <a:xfrm>
            <a:off x="6477447" y="2058619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439" name="Google Shape;3439;p56"/>
          <p:cNvSpPr txBox="1"/>
          <p:nvPr/>
        </p:nvSpPr>
        <p:spPr>
          <a:xfrm>
            <a:off x="6417304" y="2143953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3440" name="Google Shape;3440;p56"/>
          <p:cNvCxnSpPr/>
          <p:nvPr/>
        </p:nvCxnSpPr>
        <p:spPr>
          <a:xfrm rot="10800000">
            <a:off x="3685646" y="2933024"/>
            <a:ext cx="0" cy="52467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441" name="Google Shape;3441;p56"/>
          <p:cNvSpPr txBox="1"/>
          <p:nvPr/>
        </p:nvSpPr>
        <p:spPr>
          <a:xfrm>
            <a:off x="3652237" y="311461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WN.S4</a:t>
            </a:r>
            <a:endParaRPr/>
          </a:p>
        </p:txBody>
      </p:sp>
      <p:sp>
        <p:nvSpPr>
          <p:cNvPr id="3442" name="Google Shape;3442;p56"/>
          <p:cNvSpPr/>
          <p:nvPr/>
        </p:nvSpPr>
        <p:spPr>
          <a:xfrm>
            <a:off x="168560" y="3457701"/>
            <a:ext cx="1507146" cy="1487735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3" name="Google Shape;3443;p56"/>
          <p:cNvSpPr/>
          <p:nvPr/>
        </p:nvSpPr>
        <p:spPr>
          <a:xfrm>
            <a:off x="649927" y="1098502"/>
            <a:ext cx="54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444" name="Google Shape;3444;p56"/>
          <p:cNvSpPr/>
          <p:nvPr/>
        </p:nvSpPr>
        <p:spPr>
          <a:xfrm>
            <a:off x="649927" y="3931568"/>
            <a:ext cx="540000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445" name="Google Shape;3445;p56"/>
          <p:cNvSpPr txBox="1"/>
          <p:nvPr/>
        </p:nvSpPr>
        <p:spPr>
          <a:xfrm>
            <a:off x="589784" y="4016902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3446" name="Google Shape;3446;p56"/>
          <p:cNvSpPr txBox="1"/>
          <p:nvPr/>
        </p:nvSpPr>
        <p:spPr>
          <a:xfrm>
            <a:off x="589784" y="1183836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cxnSp>
        <p:nvCxnSpPr>
          <p:cNvPr id="3447" name="Google Shape;3447;p56"/>
          <p:cNvCxnSpPr/>
          <p:nvPr/>
        </p:nvCxnSpPr>
        <p:spPr>
          <a:xfrm>
            <a:off x="1670256" y="949589"/>
            <a:ext cx="53104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448" name="Google Shape;3448;p56"/>
          <p:cNvSpPr txBox="1"/>
          <p:nvPr/>
        </p:nvSpPr>
        <p:spPr>
          <a:xfrm>
            <a:off x="1614646" y="97981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WN.S5</a:t>
            </a:r>
            <a:endParaRPr/>
          </a:p>
        </p:txBody>
      </p:sp>
      <p:cxnSp>
        <p:nvCxnSpPr>
          <p:cNvPr id="3449" name="Google Shape;3449;p56"/>
          <p:cNvCxnSpPr/>
          <p:nvPr/>
        </p:nvCxnSpPr>
        <p:spPr>
          <a:xfrm>
            <a:off x="1670256" y="3884941"/>
            <a:ext cx="55108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450" name="Google Shape;3450;p56"/>
          <p:cNvSpPr txBox="1"/>
          <p:nvPr/>
        </p:nvSpPr>
        <p:spPr>
          <a:xfrm>
            <a:off x="1623432" y="365813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WN.S6</a:t>
            </a:r>
            <a:endParaRPr/>
          </a:p>
        </p:txBody>
      </p:sp>
      <p:cxnSp>
        <p:nvCxnSpPr>
          <p:cNvPr id="3451" name="Google Shape;3451;p56"/>
          <p:cNvCxnSpPr/>
          <p:nvPr/>
        </p:nvCxnSpPr>
        <p:spPr>
          <a:xfrm>
            <a:off x="5458787" y="3884941"/>
            <a:ext cx="5605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452" name="Google Shape;3452;p56"/>
          <p:cNvSpPr txBox="1"/>
          <p:nvPr/>
        </p:nvSpPr>
        <p:spPr>
          <a:xfrm>
            <a:off x="5445593" y="368502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WN.S3</a:t>
            </a:r>
            <a:endParaRPr/>
          </a:p>
        </p:txBody>
      </p:sp>
      <p:cxnSp>
        <p:nvCxnSpPr>
          <p:cNvPr id="3453" name="Google Shape;3453;p56"/>
          <p:cNvCxnSpPr/>
          <p:nvPr/>
        </p:nvCxnSpPr>
        <p:spPr>
          <a:xfrm>
            <a:off x="3913962" y="4818852"/>
            <a:ext cx="0" cy="528306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454" name="Google Shape;3454;p56"/>
          <p:cNvSpPr txBox="1"/>
          <p:nvPr/>
        </p:nvSpPr>
        <p:spPr>
          <a:xfrm>
            <a:off x="3320330" y="500041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AC.W1</a:t>
            </a:r>
            <a:endParaRPr/>
          </a:p>
        </p:txBody>
      </p:sp>
      <p:cxnSp>
        <p:nvCxnSpPr>
          <p:cNvPr id="3455" name="Google Shape;3455;p56"/>
          <p:cNvCxnSpPr/>
          <p:nvPr/>
        </p:nvCxnSpPr>
        <p:spPr>
          <a:xfrm>
            <a:off x="2201296" y="2262080"/>
            <a:ext cx="72215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456" name="Google Shape;3456;p56"/>
          <p:cNvSpPr txBox="1"/>
          <p:nvPr/>
        </p:nvSpPr>
        <p:spPr>
          <a:xfrm>
            <a:off x="2225983" y="231093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AR.WR</a:t>
            </a:r>
            <a:endParaRPr/>
          </a:p>
        </p:txBody>
      </p:sp>
      <p:cxnSp>
        <p:nvCxnSpPr>
          <p:cNvPr id="3457" name="Google Shape;3457;p56"/>
          <p:cNvCxnSpPr/>
          <p:nvPr/>
        </p:nvCxnSpPr>
        <p:spPr>
          <a:xfrm>
            <a:off x="2220751" y="5064622"/>
            <a:ext cx="92663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458" name="Google Shape;3458;p56"/>
          <p:cNvSpPr txBox="1"/>
          <p:nvPr/>
        </p:nvSpPr>
        <p:spPr>
          <a:xfrm>
            <a:off x="2245438" y="51284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AC.WC</a:t>
            </a:r>
            <a:endParaRPr/>
          </a:p>
        </p:txBody>
      </p:sp>
      <p:sp>
        <p:nvSpPr>
          <p:cNvPr id="3459" name="Google Shape;3459;p56"/>
          <p:cNvSpPr txBox="1"/>
          <p:nvPr/>
        </p:nvSpPr>
        <p:spPr>
          <a:xfrm>
            <a:off x="3856495" y="451709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AC.S1</a:t>
            </a:r>
            <a:endParaRPr/>
          </a:p>
        </p:txBody>
      </p:sp>
      <p:cxnSp>
        <p:nvCxnSpPr>
          <p:cNvPr id="3460" name="Google Shape;3460;p56"/>
          <p:cNvCxnSpPr/>
          <p:nvPr/>
        </p:nvCxnSpPr>
        <p:spPr>
          <a:xfrm>
            <a:off x="6001493" y="3884941"/>
            <a:ext cx="15188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461" name="Google Shape;3461;p56"/>
          <p:cNvCxnSpPr/>
          <p:nvPr/>
        </p:nvCxnSpPr>
        <p:spPr>
          <a:xfrm rot="10800000">
            <a:off x="6747447" y="2936304"/>
            <a:ext cx="1" cy="52139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462" name="Google Shape;3462;p56"/>
          <p:cNvSpPr txBox="1"/>
          <p:nvPr/>
        </p:nvSpPr>
        <p:spPr>
          <a:xfrm>
            <a:off x="6419473" y="3685752"/>
            <a:ext cx="655948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WN.W1</a:t>
            </a:r>
            <a:endParaRPr/>
          </a:p>
        </p:txBody>
      </p:sp>
      <p:sp>
        <p:nvSpPr>
          <p:cNvPr id="3463" name="Google Shape;3463;p56"/>
          <p:cNvSpPr txBox="1"/>
          <p:nvPr/>
        </p:nvSpPr>
        <p:spPr>
          <a:xfrm>
            <a:off x="6391712" y="3126871"/>
            <a:ext cx="711471" cy="1846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WN.S1</a:t>
            </a:r>
            <a:endParaRPr/>
          </a:p>
        </p:txBody>
      </p:sp>
      <p:sp>
        <p:nvSpPr>
          <p:cNvPr id="3464" name="Google Shape;3464;p56"/>
          <p:cNvSpPr/>
          <p:nvPr/>
        </p:nvSpPr>
        <p:spPr>
          <a:xfrm>
            <a:off x="6477447" y="3959056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465" name="Google Shape;3465;p56"/>
          <p:cNvSpPr txBox="1"/>
          <p:nvPr/>
        </p:nvSpPr>
        <p:spPr>
          <a:xfrm>
            <a:off x="6417304" y="4044390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3466" name="Google Shape;3466;p56"/>
          <p:cNvSpPr/>
          <p:nvPr/>
        </p:nvSpPr>
        <p:spPr>
          <a:xfrm>
            <a:off x="6477447" y="1110314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467" name="Google Shape;3467;p56"/>
          <p:cNvSpPr txBox="1"/>
          <p:nvPr/>
        </p:nvSpPr>
        <p:spPr>
          <a:xfrm>
            <a:off x="6417304" y="119564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3468" name="Google Shape;3468;p56"/>
          <p:cNvSpPr/>
          <p:nvPr/>
        </p:nvSpPr>
        <p:spPr>
          <a:xfrm>
            <a:off x="247602" y="5365703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469" name="Google Shape;3469;p56"/>
          <p:cNvSpPr txBox="1"/>
          <p:nvPr/>
        </p:nvSpPr>
        <p:spPr>
          <a:xfrm>
            <a:off x="133459" y="5428371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3470" name="Google Shape;3470;p56"/>
          <p:cNvCxnSpPr>
            <a:endCxn id="3468" idx="0"/>
          </p:cNvCxnSpPr>
          <p:nvPr/>
        </p:nvCxnSpPr>
        <p:spPr>
          <a:xfrm>
            <a:off x="463602" y="4955303"/>
            <a:ext cx="0" cy="410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471" name="Google Shape;3471;p56"/>
          <p:cNvSpPr/>
          <p:nvPr/>
        </p:nvSpPr>
        <p:spPr>
          <a:xfrm>
            <a:off x="1118919" y="5365703"/>
            <a:ext cx="4320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472" name="Google Shape;3472;p56"/>
          <p:cNvSpPr txBox="1"/>
          <p:nvPr/>
        </p:nvSpPr>
        <p:spPr>
          <a:xfrm>
            <a:off x="1004776" y="5428371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3473" name="Google Shape;3473;p56"/>
          <p:cNvCxnSpPr>
            <a:endCxn id="3471" idx="0"/>
          </p:cNvCxnSpPr>
          <p:nvPr/>
        </p:nvCxnSpPr>
        <p:spPr>
          <a:xfrm>
            <a:off x="1334919" y="4945403"/>
            <a:ext cx="0" cy="420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474" name="Google Shape;3474;p56"/>
          <p:cNvSpPr txBox="1"/>
          <p:nvPr/>
        </p:nvSpPr>
        <p:spPr>
          <a:xfrm>
            <a:off x="137958" y="3502633"/>
            <a:ext cx="64226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(C)</a:t>
            </a:r>
            <a:endParaRPr/>
          </a:p>
        </p:txBody>
      </p:sp>
      <p:sp>
        <p:nvSpPr>
          <p:cNvPr id="3475" name="Google Shape;3475;p56"/>
          <p:cNvSpPr txBox="1"/>
          <p:nvPr/>
        </p:nvSpPr>
        <p:spPr>
          <a:xfrm>
            <a:off x="2222941" y="630145"/>
            <a:ext cx="53545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(R)</a:t>
            </a:r>
            <a:endParaRPr/>
          </a:p>
        </p:txBody>
      </p:sp>
      <p:sp>
        <p:nvSpPr>
          <p:cNvPr id="3476" name="Google Shape;3476;p56"/>
          <p:cNvSpPr txBox="1"/>
          <p:nvPr/>
        </p:nvSpPr>
        <p:spPr>
          <a:xfrm>
            <a:off x="175012" y="626114"/>
            <a:ext cx="64226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(R)</a:t>
            </a:r>
            <a:endParaRPr/>
          </a:p>
        </p:txBody>
      </p:sp>
      <p:sp>
        <p:nvSpPr>
          <p:cNvPr id="3477" name="Google Shape;3477;p56"/>
          <p:cNvSpPr/>
          <p:nvPr/>
        </p:nvSpPr>
        <p:spPr>
          <a:xfrm>
            <a:off x="205492" y="2504304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478" name="Google Shape;3478;p56"/>
          <p:cNvSpPr txBox="1"/>
          <p:nvPr/>
        </p:nvSpPr>
        <p:spPr>
          <a:xfrm>
            <a:off x="91349" y="2566972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3479" name="Google Shape;3479;p56"/>
          <p:cNvCxnSpPr>
            <a:endCxn id="3477" idx="0"/>
          </p:cNvCxnSpPr>
          <p:nvPr/>
        </p:nvCxnSpPr>
        <p:spPr>
          <a:xfrm>
            <a:off x="421492" y="2151804"/>
            <a:ext cx="0" cy="352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480" name="Google Shape;3480;p56"/>
          <p:cNvSpPr/>
          <p:nvPr/>
        </p:nvSpPr>
        <p:spPr>
          <a:xfrm>
            <a:off x="1074468" y="2504304"/>
            <a:ext cx="4320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481" name="Google Shape;3481;p56"/>
          <p:cNvSpPr txBox="1"/>
          <p:nvPr/>
        </p:nvSpPr>
        <p:spPr>
          <a:xfrm>
            <a:off x="954359" y="2566972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3482" name="Google Shape;3482;p56"/>
          <p:cNvCxnSpPr>
            <a:endCxn id="3480" idx="0"/>
          </p:cNvCxnSpPr>
          <p:nvPr/>
        </p:nvCxnSpPr>
        <p:spPr>
          <a:xfrm>
            <a:off x="1290468" y="2173404"/>
            <a:ext cx="0" cy="330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483" name="Google Shape;3483;p56"/>
          <p:cNvSpPr/>
          <p:nvPr/>
        </p:nvSpPr>
        <p:spPr>
          <a:xfrm>
            <a:off x="6106383" y="5355493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484" name="Google Shape;3484;p56"/>
          <p:cNvSpPr txBox="1"/>
          <p:nvPr/>
        </p:nvSpPr>
        <p:spPr>
          <a:xfrm>
            <a:off x="5992240" y="541921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3485" name="Google Shape;3485;p56"/>
          <p:cNvCxnSpPr>
            <a:endCxn id="3483" idx="0"/>
          </p:cNvCxnSpPr>
          <p:nvPr/>
        </p:nvCxnSpPr>
        <p:spPr>
          <a:xfrm>
            <a:off x="6322383" y="5016493"/>
            <a:ext cx="0" cy="339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486" name="Google Shape;3486;p56"/>
          <p:cNvSpPr txBox="1"/>
          <p:nvPr/>
        </p:nvSpPr>
        <p:spPr>
          <a:xfrm>
            <a:off x="5639840" y="5053679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WN.AN</a:t>
            </a:r>
            <a:endParaRPr/>
          </a:p>
        </p:txBody>
      </p:sp>
      <p:sp>
        <p:nvSpPr>
          <p:cNvPr id="3487" name="Google Shape;3487;p56"/>
          <p:cNvSpPr/>
          <p:nvPr/>
        </p:nvSpPr>
        <p:spPr>
          <a:xfrm>
            <a:off x="6977700" y="5345648"/>
            <a:ext cx="4320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488" name="Google Shape;3488;p56"/>
          <p:cNvSpPr txBox="1"/>
          <p:nvPr/>
        </p:nvSpPr>
        <p:spPr>
          <a:xfrm>
            <a:off x="6863557" y="5409373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3489" name="Google Shape;3489;p56"/>
          <p:cNvCxnSpPr>
            <a:endCxn id="3487" idx="0"/>
          </p:cNvCxnSpPr>
          <p:nvPr/>
        </p:nvCxnSpPr>
        <p:spPr>
          <a:xfrm>
            <a:off x="7193700" y="5006648"/>
            <a:ext cx="0" cy="339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490" name="Google Shape;3490;p56"/>
          <p:cNvSpPr txBox="1"/>
          <p:nvPr/>
        </p:nvSpPr>
        <p:spPr>
          <a:xfrm>
            <a:off x="6488301" y="5053679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WN.AP</a:t>
            </a:r>
            <a:endParaRPr/>
          </a:p>
        </p:txBody>
      </p:sp>
      <p:sp>
        <p:nvSpPr>
          <p:cNvPr id="3491" name="Google Shape;3491;p56"/>
          <p:cNvSpPr txBox="1"/>
          <p:nvPr/>
        </p:nvSpPr>
        <p:spPr>
          <a:xfrm>
            <a:off x="6866658" y="664949"/>
            <a:ext cx="5913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3492" name="Google Shape;3492;p56"/>
          <p:cNvSpPr txBox="1"/>
          <p:nvPr/>
        </p:nvSpPr>
        <p:spPr>
          <a:xfrm>
            <a:off x="5996736" y="3481046"/>
            <a:ext cx="5913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3493" name="Google Shape;3493;p56"/>
          <p:cNvSpPr txBox="1"/>
          <p:nvPr/>
        </p:nvSpPr>
        <p:spPr>
          <a:xfrm>
            <a:off x="388730" y="2204628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WN.AN</a:t>
            </a:r>
            <a:endParaRPr/>
          </a:p>
        </p:txBody>
      </p:sp>
      <p:sp>
        <p:nvSpPr>
          <p:cNvPr id="3494" name="Google Shape;3494;p56"/>
          <p:cNvSpPr txBox="1"/>
          <p:nvPr/>
        </p:nvSpPr>
        <p:spPr>
          <a:xfrm>
            <a:off x="1237191" y="2204628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WN.AP</a:t>
            </a:r>
            <a:endParaRPr/>
          </a:p>
        </p:txBody>
      </p:sp>
      <p:sp>
        <p:nvSpPr>
          <p:cNvPr id="3495" name="Google Shape;3495;p56"/>
          <p:cNvSpPr txBox="1"/>
          <p:nvPr/>
        </p:nvSpPr>
        <p:spPr>
          <a:xfrm>
            <a:off x="417698" y="5017070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WN.AN</a:t>
            </a:r>
            <a:endParaRPr/>
          </a:p>
        </p:txBody>
      </p:sp>
      <p:sp>
        <p:nvSpPr>
          <p:cNvPr id="3496" name="Google Shape;3496;p56"/>
          <p:cNvSpPr txBox="1"/>
          <p:nvPr/>
        </p:nvSpPr>
        <p:spPr>
          <a:xfrm>
            <a:off x="1266159" y="5017070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WN.AP</a:t>
            </a:r>
            <a:endParaRPr/>
          </a:p>
        </p:txBody>
      </p:sp>
      <p:sp>
        <p:nvSpPr>
          <p:cNvPr id="3497" name="Google Shape;3497;p56"/>
          <p:cNvSpPr txBox="1"/>
          <p:nvPr/>
        </p:nvSpPr>
        <p:spPr>
          <a:xfrm>
            <a:off x="-1" y="7376"/>
            <a:ext cx="795664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Cat-2: WN to AP/AN/AR/AC related</a:t>
            </a:r>
            <a:endParaRPr/>
          </a:p>
        </p:txBody>
      </p:sp>
      <p:sp>
        <p:nvSpPr>
          <p:cNvPr id="3498" name="Google Shape;3498;p56"/>
          <p:cNvSpPr txBox="1"/>
          <p:nvPr/>
        </p:nvSpPr>
        <p:spPr>
          <a:xfrm>
            <a:off x="4314535" y="3884247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3499" name="Google Shape;3499;p56"/>
          <p:cNvCxnSpPr/>
          <p:nvPr/>
        </p:nvCxnSpPr>
        <p:spPr>
          <a:xfrm>
            <a:off x="3147386" y="5185079"/>
            <a:ext cx="101836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500" name="Google Shape;3500;p56"/>
          <p:cNvSpPr/>
          <p:nvPr/>
        </p:nvSpPr>
        <p:spPr>
          <a:xfrm rot="-5400000">
            <a:off x="3292780" y="3477508"/>
            <a:ext cx="742654" cy="12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501" name="Google Shape;3501;p56"/>
          <p:cNvSpPr txBox="1"/>
          <p:nvPr/>
        </p:nvSpPr>
        <p:spPr>
          <a:xfrm>
            <a:off x="2579756" y="426597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AC.GC</a:t>
            </a:r>
            <a:endParaRPr/>
          </a:p>
        </p:txBody>
      </p:sp>
      <p:sp>
        <p:nvSpPr>
          <p:cNvPr id="3502" name="Google Shape;3502;p56"/>
          <p:cNvSpPr/>
          <p:nvPr/>
        </p:nvSpPr>
        <p:spPr>
          <a:xfrm>
            <a:off x="3156912" y="3836445"/>
            <a:ext cx="1010424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503" name="Google Shape;3503;p56"/>
          <p:cNvSpPr txBox="1"/>
          <p:nvPr/>
        </p:nvSpPr>
        <p:spPr>
          <a:xfrm>
            <a:off x="3156911" y="3858605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cxnSp>
        <p:nvCxnSpPr>
          <p:cNvPr id="3504" name="Google Shape;3504;p56"/>
          <p:cNvCxnSpPr/>
          <p:nvPr/>
        </p:nvCxnSpPr>
        <p:spPr>
          <a:xfrm>
            <a:off x="3913962" y="4386234"/>
            <a:ext cx="0" cy="437363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505" name="Google Shape;3505;p56"/>
          <p:cNvCxnSpPr/>
          <p:nvPr/>
        </p:nvCxnSpPr>
        <p:spPr>
          <a:xfrm rot="10800000">
            <a:off x="2857115" y="4222808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sm" w="sm" type="none"/>
          </a:ln>
        </p:spPr>
      </p:cxnSp>
      <p:cxnSp>
        <p:nvCxnSpPr>
          <p:cNvPr id="3506" name="Google Shape;3506;p56"/>
          <p:cNvCxnSpPr/>
          <p:nvPr/>
        </p:nvCxnSpPr>
        <p:spPr>
          <a:xfrm>
            <a:off x="3147386" y="4220870"/>
            <a:ext cx="16912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sm" w="sm" type="none"/>
          </a:ln>
        </p:spPr>
      </p:cxnSp>
      <p:sp>
        <p:nvSpPr>
          <p:cNvPr id="3507" name="Google Shape;3507;p56"/>
          <p:cNvSpPr txBox="1"/>
          <p:nvPr/>
        </p:nvSpPr>
        <p:spPr>
          <a:xfrm>
            <a:off x="7680887" y="5248327"/>
            <a:ext cx="4116711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WN(R)：WN covering 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WN(C)：WN covering AC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AN(C)：AN in WN(C)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08" name="Google Shape;3508;p56"/>
          <p:cNvSpPr txBox="1"/>
          <p:nvPr/>
        </p:nvSpPr>
        <p:spPr>
          <a:xfrm>
            <a:off x="4339650" y="419012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AC.R1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09" name="Google Shape;3509;p56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3" name="Shape 3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4" name="Google Shape;3514;p57"/>
          <p:cNvSpPr/>
          <p:nvPr/>
        </p:nvSpPr>
        <p:spPr>
          <a:xfrm>
            <a:off x="6083248" y="5006894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515" name="Google Shape;3515;p57"/>
          <p:cNvSpPr/>
          <p:nvPr/>
        </p:nvSpPr>
        <p:spPr>
          <a:xfrm>
            <a:off x="672663" y="540000"/>
            <a:ext cx="6558454" cy="2898938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6" name="Google Shape;3516;p57"/>
          <p:cNvSpPr/>
          <p:nvPr/>
        </p:nvSpPr>
        <p:spPr>
          <a:xfrm>
            <a:off x="3303701" y="3996620"/>
            <a:ext cx="1943845" cy="8121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517" name="Google Shape;3517;p57"/>
          <p:cNvSpPr/>
          <p:nvPr/>
        </p:nvSpPr>
        <p:spPr>
          <a:xfrm>
            <a:off x="3303701" y="1171930"/>
            <a:ext cx="1943845" cy="4843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518" name="Google Shape;3518;p57"/>
          <p:cNvSpPr/>
          <p:nvPr/>
        </p:nvSpPr>
        <p:spPr>
          <a:xfrm>
            <a:off x="3284065" y="5167765"/>
            <a:ext cx="1943845" cy="48439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519" name="Google Shape;3519;p57"/>
          <p:cNvSpPr/>
          <p:nvPr/>
        </p:nvSpPr>
        <p:spPr>
          <a:xfrm>
            <a:off x="3303701" y="2059372"/>
            <a:ext cx="1943845" cy="76665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520" name="Google Shape;3520;p57"/>
          <p:cNvSpPr/>
          <p:nvPr/>
        </p:nvSpPr>
        <p:spPr>
          <a:xfrm>
            <a:off x="6071942" y="2182695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521" name="Google Shape;3521;p57"/>
          <p:cNvSpPr/>
          <p:nvPr/>
        </p:nvSpPr>
        <p:spPr>
          <a:xfrm>
            <a:off x="3915702" y="906179"/>
            <a:ext cx="180000" cy="4917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522" name="Google Shape;3522;p57"/>
          <p:cNvSpPr/>
          <p:nvPr/>
        </p:nvSpPr>
        <p:spPr>
          <a:xfrm>
            <a:off x="6078589" y="4013944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523" name="Google Shape;3523;p57"/>
          <p:cNvSpPr txBox="1"/>
          <p:nvPr/>
        </p:nvSpPr>
        <p:spPr>
          <a:xfrm>
            <a:off x="672663" y="666687"/>
            <a:ext cx="5913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3524" name="Google Shape;3524;p57"/>
          <p:cNvSpPr txBox="1"/>
          <p:nvPr/>
        </p:nvSpPr>
        <p:spPr>
          <a:xfrm>
            <a:off x="3290688" y="2170808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(M)</a:t>
            </a:r>
            <a:endParaRPr/>
          </a:p>
        </p:txBody>
      </p:sp>
      <p:sp>
        <p:nvSpPr>
          <p:cNvPr id="3525" name="Google Shape;3525;p57"/>
          <p:cNvSpPr txBox="1"/>
          <p:nvPr/>
        </p:nvSpPr>
        <p:spPr>
          <a:xfrm>
            <a:off x="3316574" y="4162280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(M)</a:t>
            </a:r>
            <a:endParaRPr/>
          </a:p>
        </p:txBody>
      </p:sp>
      <p:sp>
        <p:nvSpPr>
          <p:cNvPr id="3526" name="Google Shape;3526;p57"/>
          <p:cNvSpPr txBox="1"/>
          <p:nvPr/>
        </p:nvSpPr>
        <p:spPr>
          <a:xfrm>
            <a:off x="6080778" y="5335683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3527" name="Google Shape;3527;p57"/>
          <p:cNvCxnSpPr/>
          <p:nvPr/>
        </p:nvCxnSpPr>
        <p:spPr>
          <a:xfrm>
            <a:off x="2801355" y="2559635"/>
            <a:ext cx="50234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528" name="Google Shape;3528;p57"/>
          <p:cNvCxnSpPr>
            <a:endCxn id="3520" idx="1"/>
          </p:cNvCxnSpPr>
          <p:nvPr/>
        </p:nvCxnSpPr>
        <p:spPr>
          <a:xfrm>
            <a:off x="5247542" y="2506695"/>
            <a:ext cx="8244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529" name="Google Shape;3529;p57"/>
          <p:cNvCxnSpPr/>
          <p:nvPr/>
        </p:nvCxnSpPr>
        <p:spPr>
          <a:xfrm>
            <a:off x="4906987" y="2059372"/>
            <a:ext cx="8394" cy="78141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530" name="Google Shape;3530;p57"/>
          <p:cNvCxnSpPr>
            <a:stCxn id="3520" idx="1"/>
            <a:endCxn id="3520" idx="3"/>
          </p:cNvCxnSpPr>
          <p:nvPr/>
        </p:nvCxnSpPr>
        <p:spPr>
          <a:xfrm>
            <a:off x="6071942" y="2506695"/>
            <a:ext cx="648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531" name="Google Shape;3531;p57"/>
          <p:cNvSpPr/>
          <p:nvPr/>
        </p:nvSpPr>
        <p:spPr>
          <a:xfrm>
            <a:off x="6066478" y="1166315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3532" name="Google Shape;3532;p57"/>
          <p:cNvCxnSpPr>
            <a:stCxn id="3531" idx="2"/>
            <a:endCxn id="3520" idx="0"/>
          </p:cNvCxnSpPr>
          <p:nvPr/>
        </p:nvCxnSpPr>
        <p:spPr>
          <a:xfrm>
            <a:off x="6390478" y="1814315"/>
            <a:ext cx="5400" cy="368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533" name="Google Shape;3533;p57"/>
          <p:cNvCxnSpPr/>
          <p:nvPr/>
        </p:nvCxnSpPr>
        <p:spPr>
          <a:xfrm>
            <a:off x="2805858" y="4325419"/>
            <a:ext cx="50360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534" name="Google Shape;3534;p57"/>
          <p:cNvCxnSpPr/>
          <p:nvPr/>
        </p:nvCxnSpPr>
        <p:spPr>
          <a:xfrm>
            <a:off x="5231984" y="4337944"/>
            <a:ext cx="85108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535" name="Google Shape;3535;p57"/>
          <p:cNvCxnSpPr>
            <a:stCxn id="3522" idx="1"/>
            <a:endCxn id="3522" idx="3"/>
          </p:cNvCxnSpPr>
          <p:nvPr/>
        </p:nvCxnSpPr>
        <p:spPr>
          <a:xfrm>
            <a:off x="6078589" y="4337944"/>
            <a:ext cx="648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536" name="Google Shape;3536;p57"/>
          <p:cNvCxnSpPr/>
          <p:nvPr/>
        </p:nvCxnSpPr>
        <p:spPr>
          <a:xfrm>
            <a:off x="4906987" y="4025151"/>
            <a:ext cx="0" cy="78362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537" name="Google Shape;3537;p57"/>
          <p:cNvCxnSpPr>
            <a:stCxn id="3522" idx="2"/>
            <a:endCxn id="3514" idx="0"/>
          </p:cNvCxnSpPr>
          <p:nvPr/>
        </p:nvCxnSpPr>
        <p:spPr>
          <a:xfrm>
            <a:off x="6402589" y="4661944"/>
            <a:ext cx="4800" cy="345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538" name="Google Shape;3538;p57"/>
          <p:cNvSpPr txBox="1"/>
          <p:nvPr/>
        </p:nvSpPr>
        <p:spPr>
          <a:xfrm>
            <a:off x="6356204" y="1934732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AN.S1</a:t>
            </a:r>
            <a:endParaRPr/>
          </a:p>
        </p:txBody>
      </p:sp>
      <p:sp>
        <p:nvSpPr>
          <p:cNvPr id="3539" name="Google Shape;3539;p57"/>
          <p:cNvSpPr txBox="1"/>
          <p:nvPr/>
        </p:nvSpPr>
        <p:spPr>
          <a:xfrm>
            <a:off x="6128741" y="413058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AP.W1</a:t>
            </a:r>
            <a:endParaRPr/>
          </a:p>
        </p:txBody>
      </p:sp>
      <p:sp>
        <p:nvSpPr>
          <p:cNvPr id="3540" name="Google Shape;3540;p57"/>
          <p:cNvSpPr txBox="1"/>
          <p:nvPr/>
        </p:nvSpPr>
        <p:spPr>
          <a:xfrm>
            <a:off x="5332719" y="413058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AN.AP</a:t>
            </a:r>
            <a:endParaRPr/>
          </a:p>
        </p:txBody>
      </p:sp>
      <p:sp>
        <p:nvSpPr>
          <p:cNvPr id="3541" name="Google Shape;3541;p57"/>
          <p:cNvSpPr txBox="1"/>
          <p:nvPr/>
        </p:nvSpPr>
        <p:spPr>
          <a:xfrm>
            <a:off x="6467224" y="4742142"/>
            <a:ext cx="52053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AP.S1</a:t>
            </a:r>
            <a:endParaRPr/>
          </a:p>
        </p:txBody>
      </p:sp>
      <p:sp>
        <p:nvSpPr>
          <p:cNvPr id="3542" name="Google Shape;3542;p57"/>
          <p:cNvSpPr txBox="1"/>
          <p:nvPr/>
        </p:nvSpPr>
        <p:spPr>
          <a:xfrm>
            <a:off x="2756337" y="409109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DN.AN</a:t>
            </a:r>
            <a:endParaRPr/>
          </a:p>
        </p:txBody>
      </p:sp>
      <p:sp>
        <p:nvSpPr>
          <p:cNvPr id="3543" name="Google Shape;3543;p57"/>
          <p:cNvSpPr txBox="1"/>
          <p:nvPr/>
        </p:nvSpPr>
        <p:spPr>
          <a:xfrm>
            <a:off x="4876843" y="449481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AN.WM</a:t>
            </a:r>
            <a:endParaRPr/>
          </a:p>
        </p:txBody>
      </p:sp>
      <p:cxnSp>
        <p:nvCxnSpPr>
          <p:cNvPr id="3544" name="Google Shape;3544;p57"/>
          <p:cNvCxnSpPr/>
          <p:nvPr/>
        </p:nvCxnSpPr>
        <p:spPr>
          <a:xfrm>
            <a:off x="4906987" y="1650660"/>
            <a:ext cx="0" cy="40871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545" name="Google Shape;3545;p57"/>
          <p:cNvSpPr txBox="1"/>
          <p:nvPr/>
        </p:nvSpPr>
        <p:spPr>
          <a:xfrm>
            <a:off x="4899534" y="490842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AN.S1</a:t>
            </a:r>
            <a:endParaRPr/>
          </a:p>
        </p:txBody>
      </p:sp>
      <p:cxnSp>
        <p:nvCxnSpPr>
          <p:cNvPr id="3546" name="Google Shape;3546;p57"/>
          <p:cNvCxnSpPr/>
          <p:nvPr/>
        </p:nvCxnSpPr>
        <p:spPr>
          <a:xfrm>
            <a:off x="4906987" y="4808780"/>
            <a:ext cx="0" cy="3589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547" name="Google Shape;3547;p57"/>
          <p:cNvSpPr/>
          <p:nvPr/>
        </p:nvSpPr>
        <p:spPr>
          <a:xfrm>
            <a:off x="4576790" y="3143829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548" name="Google Shape;3548;p57"/>
          <p:cNvSpPr txBox="1"/>
          <p:nvPr/>
        </p:nvSpPr>
        <p:spPr>
          <a:xfrm>
            <a:off x="4461569" y="3249099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</p:txBody>
      </p:sp>
      <p:sp>
        <p:nvSpPr>
          <p:cNvPr id="3549" name="Google Shape;3549;p57"/>
          <p:cNvSpPr/>
          <p:nvPr/>
        </p:nvSpPr>
        <p:spPr>
          <a:xfrm>
            <a:off x="4398611" y="915358"/>
            <a:ext cx="180000" cy="49079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550" name="Google Shape;3550;p57"/>
          <p:cNvSpPr txBox="1"/>
          <p:nvPr/>
        </p:nvSpPr>
        <p:spPr>
          <a:xfrm>
            <a:off x="6064831" y="121665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3551" name="Google Shape;3551;p57"/>
          <p:cNvSpPr txBox="1"/>
          <p:nvPr/>
        </p:nvSpPr>
        <p:spPr>
          <a:xfrm>
            <a:off x="6078589" y="2551198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AN.W1</a:t>
            </a:r>
            <a:endParaRPr/>
          </a:p>
        </p:txBody>
      </p:sp>
      <p:sp>
        <p:nvSpPr>
          <p:cNvPr id="3552" name="Google Shape;3552;p57"/>
          <p:cNvSpPr txBox="1"/>
          <p:nvPr/>
        </p:nvSpPr>
        <p:spPr>
          <a:xfrm>
            <a:off x="4877195" y="2221567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AP.WM</a:t>
            </a:r>
            <a:endParaRPr/>
          </a:p>
        </p:txBody>
      </p:sp>
      <p:sp>
        <p:nvSpPr>
          <p:cNvPr id="3553" name="Google Shape;3553;p57"/>
          <p:cNvSpPr txBox="1"/>
          <p:nvPr/>
        </p:nvSpPr>
        <p:spPr>
          <a:xfrm>
            <a:off x="2758637" y="2611005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DP.AP</a:t>
            </a:r>
            <a:endParaRPr/>
          </a:p>
        </p:txBody>
      </p:sp>
      <p:sp>
        <p:nvSpPr>
          <p:cNvPr id="3554" name="Google Shape;3554;p57"/>
          <p:cNvSpPr txBox="1"/>
          <p:nvPr/>
        </p:nvSpPr>
        <p:spPr>
          <a:xfrm>
            <a:off x="5359410" y="2573110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AP.AN</a:t>
            </a:r>
            <a:endParaRPr/>
          </a:p>
        </p:txBody>
      </p:sp>
      <p:sp>
        <p:nvSpPr>
          <p:cNvPr id="3555" name="Google Shape;3555;p57"/>
          <p:cNvSpPr txBox="1"/>
          <p:nvPr/>
        </p:nvSpPr>
        <p:spPr>
          <a:xfrm>
            <a:off x="4910381" y="1770330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AP.S1</a:t>
            </a:r>
            <a:endParaRPr/>
          </a:p>
        </p:txBody>
      </p:sp>
      <p:sp>
        <p:nvSpPr>
          <p:cNvPr id="3556" name="Google Shape;3556;p57"/>
          <p:cNvSpPr txBox="1"/>
          <p:nvPr/>
        </p:nvSpPr>
        <p:spPr>
          <a:xfrm>
            <a:off x="2435383" y="4715531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DN.S1</a:t>
            </a:r>
            <a:endParaRPr/>
          </a:p>
        </p:txBody>
      </p:sp>
      <p:sp>
        <p:nvSpPr>
          <p:cNvPr id="3557" name="Google Shape;3557;p57"/>
          <p:cNvSpPr/>
          <p:nvPr/>
        </p:nvSpPr>
        <p:spPr>
          <a:xfrm>
            <a:off x="2162160" y="215565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558" name="Google Shape;3558;p57"/>
          <p:cNvSpPr/>
          <p:nvPr/>
        </p:nvSpPr>
        <p:spPr>
          <a:xfrm>
            <a:off x="2162160" y="116270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559" name="Google Shape;3559;p57"/>
          <p:cNvSpPr txBox="1"/>
          <p:nvPr/>
        </p:nvSpPr>
        <p:spPr>
          <a:xfrm>
            <a:off x="2156017" y="2200667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(D)</a:t>
            </a:r>
            <a:endParaRPr/>
          </a:p>
        </p:txBody>
      </p:sp>
      <p:cxnSp>
        <p:nvCxnSpPr>
          <p:cNvPr id="3560" name="Google Shape;3560;p57"/>
          <p:cNvCxnSpPr/>
          <p:nvPr/>
        </p:nvCxnSpPr>
        <p:spPr>
          <a:xfrm>
            <a:off x="2162160" y="1486706"/>
            <a:ext cx="648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561" name="Google Shape;3561;p57"/>
          <p:cNvCxnSpPr/>
          <p:nvPr/>
        </p:nvCxnSpPr>
        <p:spPr>
          <a:xfrm>
            <a:off x="2483831" y="1810706"/>
            <a:ext cx="0" cy="34495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562" name="Google Shape;3562;p57"/>
          <p:cNvSpPr txBox="1"/>
          <p:nvPr/>
        </p:nvSpPr>
        <p:spPr>
          <a:xfrm>
            <a:off x="2175645" y="127934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DP.W1</a:t>
            </a:r>
            <a:endParaRPr/>
          </a:p>
        </p:txBody>
      </p:sp>
      <p:sp>
        <p:nvSpPr>
          <p:cNvPr id="3563" name="Google Shape;3563;p57"/>
          <p:cNvSpPr txBox="1"/>
          <p:nvPr/>
        </p:nvSpPr>
        <p:spPr>
          <a:xfrm>
            <a:off x="2539479" y="1890904"/>
            <a:ext cx="52053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DP.S1</a:t>
            </a:r>
            <a:endParaRPr/>
          </a:p>
        </p:txBody>
      </p:sp>
      <p:sp>
        <p:nvSpPr>
          <p:cNvPr id="3564" name="Google Shape;3564;p57"/>
          <p:cNvSpPr/>
          <p:nvPr/>
        </p:nvSpPr>
        <p:spPr>
          <a:xfrm>
            <a:off x="2162160" y="4991791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565" name="Google Shape;3565;p57"/>
          <p:cNvSpPr/>
          <p:nvPr/>
        </p:nvSpPr>
        <p:spPr>
          <a:xfrm>
            <a:off x="2162160" y="3998841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3566" name="Google Shape;3566;p57"/>
          <p:cNvCxnSpPr/>
          <p:nvPr/>
        </p:nvCxnSpPr>
        <p:spPr>
          <a:xfrm>
            <a:off x="2162160" y="5326018"/>
            <a:ext cx="648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567" name="Google Shape;3567;p57"/>
          <p:cNvCxnSpPr/>
          <p:nvPr/>
        </p:nvCxnSpPr>
        <p:spPr>
          <a:xfrm>
            <a:off x="2483831" y="4646841"/>
            <a:ext cx="0" cy="34495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568" name="Google Shape;3568;p57"/>
          <p:cNvSpPr txBox="1"/>
          <p:nvPr/>
        </p:nvSpPr>
        <p:spPr>
          <a:xfrm>
            <a:off x="2175645" y="511865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DN.W1</a:t>
            </a:r>
            <a:endParaRPr/>
          </a:p>
        </p:txBody>
      </p:sp>
      <p:sp>
        <p:nvSpPr>
          <p:cNvPr id="3569" name="Google Shape;3569;p57"/>
          <p:cNvSpPr txBox="1"/>
          <p:nvPr/>
        </p:nvSpPr>
        <p:spPr>
          <a:xfrm>
            <a:off x="2155501" y="4043336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(D)</a:t>
            </a:r>
            <a:endParaRPr/>
          </a:p>
        </p:txBody>
      </p:sp>
      <p:sp>
        <p:nvSpPr>
          <p:cNvPr id="3570" name="Google Shape;3570;p57"/>
          <p:cNvSpPr txBox="1"/>
          <p:nvPr/>
        </p:nvSpPr>
        <p:spPr>
          <a:xfrm>
            <a:off x="-1" y="7376"/>
            <a:ext cx="56397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Cat-3: MOS transistor related</a:t>
            </a:r>
            <a:endParaRPr/>
          </a:p>
        </p:txBody>
      </p:sp>
      <p:sp>
        <p:nvSpPr>
          <p:cNvPr id="3571" name="Google Shape;3571;p57"/>
          <p:cNvSpPr/>
          <p:nvPr/>
        </p:nvSpPr>
        <p:spPr>
          <a:xfrm>
            <a:off x="1014109" y="2171960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572" name="Google Shape;3572;p57"/>
          <p:cNvSpPr txBox="1"/>
          <p:nvPr/>
        </p:nvSpPr>
        <p:spPr>
          <a:xfrm>
            <a:off x="1012462" y="2222303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3573" name="Google Shape;3573;p57"/>
          <p:cNvCxnSpPr/>
          <p:nvPr/>
        </p:nvCxnSpPr>
        <p:spPr>
          <a:xfrm>
            <a:off x="1667673" y="2507766"/>
            <a:ext cx="50234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574" name="Google Shape;3574;p57"/>
          <p:cNvSpPr txBox="1"/>
          <p:nvPr/>
        </p:nvSpPr>
        <p:spPr>
          <a:xfrm>
            <a:off x="1624955" y="2559136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DP.AN</a:t>
            </a:r>
            <a:endParaRPr/>
          </a:p>
        </p:txBody>
      </p:sp>
      <p:sp>
        <p:nvSpPr>
          <p:cNvPr id="3575" name="Google Shape;3575;p57"/>
          <p:cNvSpPr/>
          <p:nvPr/>
        </p:nvSpPr>
        <p:spPr>
          <a:xfrm>
            <a:off x="1027787" y="3991249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576" name="Google Shape;3576;p57"/>
          <p:cNvSpPr txBox="1"/>
          <p:nvPr/>
        </p:nvSpPr>
        <p:spPr>
          <a:xfrm>
            <a:off x="1025317" y="432003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3577" name="Google Shape;3577;p57"/>
          <p:cNvCxnSpPr/>
          <p:nvPr/>
        </p:nvCxnSpPr>
        <p:spPr>
          <a:xfrm>
            <a:off x="1671106" y="4313767"/>
            <a:ext cx="50360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578" name="Google Shape;3578;p57"/>
          <p:cNvSpPr txBox="1"/>
          <p:nvPr/>
        </p:nvSpPr>
        <p:spPr>
          <a:xfrm>
            <a:off x="1621585" y="407944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DN.AP</a:t>
            </a:r>
            <a:endParaRPr/>
          </a:p>
        </p:txBody>
      </p:sp>
      <p:cxnSp>
        <p:nvCxnSpPr>
          <p:cNvPr id="3579" name="Google Shape;3579;p57"/>
          <p:cNvCxnSpPr/>
          <p:nvPr/>
        </p:nvCxnSpPr>
        <p:spPr>
          <a:xfrm>
            <a:off x="4398611" y="2551198"/>
            <a:ext cx="174399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580" name="Google Shape;3580;p57"/>
          <p:cNvSpPr txBox="1"/>
          <p:nvPr/>
        </p:nvSpPr>
        <p:spPr>
          <a:xfrm>
            <a:off x="4112926" y="2283317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AP.LM</a:t>
            </a:r>
            <a:endParaRPr/>
          </a:p>
        </p:txBody>
      </p:sp>
      <p:cxnSp>
        <p:nvCxnSpPr>
          <p:cNvPr id="3581" name="Google Shape;3581;p57"/>
          <p:cNvCxnSpPr/>
          <p:nvPr/>
        </p:nvCxnSpPr>
        <p:spPr>
          <a:xfrm>
            <a:off x="4400671" y="4597914"/>
            <a:ext cx="174399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582" name="Google Shape;3582;p57"/>
          <p:cNvSpPr txBox="1"/>
          <p:nvPr/>
        </p:nvSpPr>
        <p:spPr>
          <a:xfrm>
            <a:off x="4114986" y="4330033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AN.LM</a:t>
            </a:r>
            <a:endParaRPr/>
          </a:p>
        </p:txBody>
      </p:sp>
      <p:sp>
        <p:nvSpPr>
          <p:cNvPr id="3583" name="Google Shape;3583;p57"/>
          <p:cNvSpPr txBox="1"/>
          <p:nvPr/>
        </p:nvSpPr>
        <p:spPr>
          <a:xfrm>
            <a:off x="2984297" y="3012906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AP.WN</a:t>
            </a:r>
            <a:endParaRPr/>
          </a:p>
        </p:txBody>
      </p:sp>
      <p:cxnSp>
        <p:nvCxnSpPr>
          <p:cNvPr id="3584" name="Google Shape;3584;p57"/>
          <p:cNvCxnSpPr/>
          <p:nvPr/>
        </p:nvCxnSpPr>
        <p:spPr>
          <a:xfrm>
            <a:off x="3632007" y="2819960"/>
            <a:ext cx="0" cy="62726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585" name="Google Shape;3585;p57"/>
          <p:cNvSpPr txBox="1"/>
          <p:nvPr/>
        </p:nvSpPr>
        <p:spPr>
          <a:xfrm>
            <a:off x="1824815" y="3013645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AP.WN</a:t>
            </a:r>
            <a:endParaRPr/>
          </a:p>
        </p:txBody>
      </p:sp>
      <p:cxnSp>
        <p:nvCxnSpPr>
          <p:cNvPr id="3586" name="Google Shape;3586;p57"/>
          <p:cNvCxnSpPr/>
          <p:nvPr/>
        </p:nvCxnSpPr>
        <p:spPr>
          <a:xfrm>
            <a:off x="2472525" y="2820699"/>
            <a:ext cx="0" cy="62726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587" name="Google Shape;3587;p57"/>
          <p:cNvCxnSpPr/>
          <p:nvPr/>
        </p:nvCxnSpPr>
        <p:spPr>
          <a:xfrm>
            <a:off x="6402589" y="2830975"/>
            <a:ext cx="0" cy="59615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588" name="Google Shape;3588;p57"/>
          <p:cNvSpPr txBox="1"/>
          <p:nvPr/>
        </p:nvSpPr>
        <p:spPr>
          <a:xfrm>
            <a:off x="6285456" y="3027857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AN.WN</a:t>
            </a:r>
            <a:endParaRPr/>
          </a:p>
        </p:txBody>
      </p:sp>
      <p:sp>
        <p:nvSpPr>
          <p:cNvPr id="3589" name="Google Shape;3589;p57"/>
          <p:cNvSpPr txBox="1"/>
          <p:nvPr/>
        </p:nvSpPr>
        <p:spPr>
          <a:xfrm>
            <a:off x="7453327" y="5315791"/>
            <a:ext cx="4396715" cy="138499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PMOS    ：AP&amp;GC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NMOS    ：AN&amp;GC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DP/AP(D)：AP not interacting GC inside WN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DN/AN(D)：AN not interacting GC outside WN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AN(M)   ：AN-AN(D)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AP(M)   ：AP-AP(D)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WN(M)   ：WN–(WN covering AC)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590" name="Google Shape;359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3327" y="533979"/>
            <a:ext cx="4574591" cy="4633782"/>
          </a:xfrm>
          <a:prstGeom prst="rect">
            <a:avLst/>
          </a:prstGeom>
          <a:noFill/>
          <a:ln>
            <a:noFill/>
          </a:ln>
        </p:spPr>
      </p:pic>
      <p:sp>
        <p:nvSpPr>
          <p:cNvPr id="3591" name="Google Shape;3591;p57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5" name="Shape 3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6" name="Google Shape;3596;p58"/>
          <p:cNvSpPr/>
          <p:nvPr/>
        </p:nvSpPr>
        <p:spPr>
          <a:xfrm>
            <a:off x="672663" y="540000"/>
            <a:ext cx="5916143" cy="2898938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7" name="Google Shape;3597;p58"/>
          <p:cNvSpPr/>
          <p:nvPr/>
        </p:nvSpPr>
        <p:spPr>
          <a:xfrm>
            <a:off x="2620949" y="3996620"/>
            <a:ext cx="1943845" cy="16160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598" name="Google Shape;3598;p58"/>
          <p:cNvSpPr/>
          <p:nvPr/>
        </p:nvSpPr>
        <p:spPr>
          <a:xfrm>
            <a:off x="2620949" y="1178924"/>
            <a:ext cx="1943845" cy="16471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599" name="Google Shape;3599;p58"/>
          <p:cNvSpPr/>
          <p:nvPr/>
        </p:nvSpPr>
        <p:spPr>
          <a:xfrm>
            <a:off x="5389190" y="1174701"/>
            <a:ext cx="648000" cy="16471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600" name="Google Shape;3600;p58"/>
          <p:cNvSpPr/>
          <p:nvPr/>
        </p:nvSpPr>
        <p:spPr>
          <a:xfrm>
            <a:off x="3232950" y="906179"/>
            <a:ext cx="180000" cy="49788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601" name="Google Shape;3601;p58"/>
          <p:cNvSpPr/>
          <p:nvPr/>
        </p:nvSpPr>
        <p:spPr>
          <a:xfrm>
            <a:off x="5395837" y="4013943"/>
            <a:ext cx="648000" cy="159873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602" name="Google Shape;3602;p58"/>
          <p:cNvSpPr txBox="1"/>
          <p:nvPr/>
        </p:nvSpPr>
        <p:spPr>
          <a:xfrm>
            <a:off x="3890258" y="121665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3603" name="Google Shape;3603;p58"/>
          <p:cNvSpPr txBox="1"/>
          <p:nvPr/>
        </p:nvSpPr>
        <p:spPr>
          <a:xfrm>
            <a:off x="3915265" y="5335683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3604" name="Google Shape;3604;p58"/>
          <p:cNvSpPr txBox="1"/>
          <p:nvPr/>
        </p:nvSpPr>
        <p:spPr>
          <a:xfrm>
            <a:off x="5398026" y="5335683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3605" name="Google Shape;3605;p58"/>
          <p:cNvCxnSpPr>
            <a:stCxn id="3600" idx="0"/>
          </p:cNvCxnSpPr>
          <p:nvPr/>
        </p:nvCxnSpPr>
        <p:spPr>
          <a:xfrm>
            <a:off x="3322950" y="906179"/>
            <a:ext cx="5700" cy="273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606" name="Google Shape;3606;p58"/>
          <p:cNvSpPr/>
          <p:nvPr/>
        </p:nvSpPr>
        <p:spPr>
          <a:xfrm>
            <a:off x="3894038" y="3143829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607" name="Google Shape;3607;p58"/>
          <p:cNvSpPr txBox="1"/>
          <p:nvPr/>
        </p:nvSpPr>
        <p:spPr>
          <a:xfrm>
            <a:off x="3778817" y="3249099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</p:txBody>
      </p:sp>
      <p:sp>
        <p:nvSpPr>
          <p:cNvPr id="3608" name="Google Shape;3608;p58"/>
          <p:cNvSpPr/>
          <p:nvPr/>
        </p:nvSpPr>
        <p:spPr>
          <a:xfrm>
            <a:off x="3715859" y="915358"/>
            <a:ext cx="180000" cy="49695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609" name="Google Shape;3609;p58"/>
          <p:cNvSpPr txBox="1"/>
          <p:nvPr/>
        </p:nvSpPr>
        <p:spPr>
          <a:xfrm>
            <a:off x="5382079" y="121665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3610" name="Google Shape;3610;p58"/>
          <p:cNvSpPr txBox="1"/>
          <p:nvPr/>
        </p:nvSpPr>
        <p:spPr>
          <a:xfrm flipH="1">
            <a:off x="2587039" y="936695"/>
            <a:ext cx="611277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GC.EP</a:t>
            </a:r>
            <a:endParaRPr/>
          </a:p>
        </p:txBody>
      </p:sp>
      <p:sp>
        <p:nvSpPr>
          <p:cNvPr id="3611" name="Google Shape;3611;p58"/>
          <p:cNvSpPr/>
          <p:nvPr/>
        </p:nvSpPr>
        <p:spPr>
          <a:xfrm>
            <a:off x="4871369" y="3334855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2" name="Google Shape;3612;p58"/>
          <p:cNvSpPr/>
          <p:nvPr/>
        </p:nvSpPr>
        <p:spPr>
          <a:xfrm>
            <a:off x="4153792" y="2325452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3" name="Google Shape;3613;p58"/>
          <p:cNvSpPr/>
          <p:nvPr/>
        </p:nvSpPr>
        <p:spPr>
          <a:xfrm>
            <a:off x="4153792" y="1771340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4" name="Google Shape;3614;p58"/>
          <p:cNvSpPr/>
          <p:nvPr/>
        </p:nvSpPr>
        <p:spPr>
          <a:xfrm>
            <a:off x="5622813" y="2325452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5" name="Google Shape;3615;p58"/>
          <p:cNvSpPr/>
          <p:nvPr/>
        </p:nvSpPr>
        <p:spPr>
          <a:xfrm>
            <a:off x="5622093" y="1771340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16" name="Google Shape;3616;p58"/>
          <p:cNvCxnSpPr/>
          <p:nvPr/>
        </p:nvCxnSpPr>
        <p:spPr>
          <a:xfrm rot="10800000">
            <a:off x="5389190" y="2415452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617" name="Google Shape;3617;p58"/>
          <p:cNvCxnSpPr/>
          <p:nvPr/>
        </p:nvCxnSpPr>
        <p:spPr>
          <a:xfrm rot="10800000">
            <a:off x="5622093" y="2415452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618" name="Google Shape;3618;p58"/>
          <p:cNvSpPr txBox="1"/>
          <p:nvPr/>
        </p:nvSpPr>
        <p:spPr>
          <a:xfrm>
            <a:off x="5681967" y="2490571"/>
            <a:ext cx="6210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CO.WB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619" name="Google Shape;3619;p58"/>
          <p:cNvCxnSpPr/>
          <p:nvPr/>
        </p:nvCxnSpPr>
        <p:spPr>
          <a:xfrm>
            <a:off x="5712093" y="1979967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620" name="Google Shape;3620;p58"/>
          <p:cNvSpPr txBox="1"/>
          <p:nvPr/>
        </p:nvSpPr>
        <p:spPr>
          <a:xfrm>
            <a:off x="5724127" y="208932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CO.S1</a:t>
            </a:r>
            <a:endParaRPr/>
          </a:p>
        </p:txBody>
      </p:sp>
      <p:sp>
        <p:nvSpPr>
          <p:cNvPr id="3621" name="Google Shape;3621;p58"/>
          <p:cNvSpPr txBox="1"/>
          <p:nvPr/>
        </p:nvSpPr>
        <p:spPr>
          <a:xfrm>
            <a:off x="4835560" y="232599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CO.AN</a:t>
            </a:r>
            <a:endParaRPr/>
          </a:p>
        </p:txBody>
      </p:sp>
      <p:cxnSp>
        <p:nvCxnSpPr>
          <p:cNvPr id="3622" name="Google Shape;3622;p58"/>
          <p:cNvCxnSpPr/>
          <p:nvPr/>
        </p:nvCxnSpPr>
        <p:spPr>
          <a:xfrm rot="10800000">
            <a:off x="3905060" y="2415048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623" name="Google Shape;3623;p58"/>
          <p:cNvCxnSpPr/>
          <p:nvPr/>
        </p:nvCxnSpPr>
        <p:spPr>
          <a:xfrm rot="10800000">
            <a:off x="4154533" y="1856648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624" name="Google Shape;3624;p58"/>
          <p:cNvCxnSpPr/>
          <p:nvPr/>
        </p:nvCxnSpPr>
        <p:spPr>
          <a:xfrm rot="10800000">
            <a:off x="4326089" y="1866895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625" name="Google Shape;3625;p58"/>
          <p:cNvCxnSpPr/>
          <p:nvPr/>
        </p:nvCxnSpPr>
        <p:spPr>
          <a:xfrm>
            <a:off x="4241387" y="1970710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626" name="Google Shape;3626;p58"/>
          <p:cNvSpPr txBox="1"/>
          <p:nvPr/>
        </p:nvSpPr>
        <p:spPr>
          <a:xfrm>
            <a:off x="4261390" y="206550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CO.S1</a:t>
            </a:r>
            <a:endParaRPr/>
          </a:p>
        </p:txBody>
      </p:sp>
      <p:sp>
        <p:nvSpPr>
          <p:cNvPr id="3627" name="Google Shape;3627;p58"/>
          <p:cNvSpPr txBox="1"/>
          <p:nvPr/>
        </p:nvSpPr>
        <p:spPr>
          <a:xfrm>
            <a:off x="4530495" y="177801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CO.AP</a:t>
            </a:r>
            <a:endParaRPr/>
          </a:p>
        </p:txBody>
      </p:sp>
      <p:sp>
        <p:nvSpPr>
          <p:cNvPr id="3628" name="Google Shape;3628;p58"/>
          <p:cNvSpPr txBox="1"/>
          <p:nvPr/>
        </p:nvSpPr>
        <p:spPr>
          <a:xfrm>
            <a:off x="4243827" y="1440251"/>
            <a:ext cx="6210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CO.WM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29" name="Google Shape;3629;p58"/>
          <p:cNvSpPr txBox="1"/>
          <p:nvPr/>
        </p:nvSpPr>
        <p:spPr>
          <a:xfrm>
            <a:off x="3597056" y="222575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CO.GG</a:t>
            </a:r>
            <a:endParaRPr/>
          </a:p>
        </p:txBody>
      </p:sp>
      <p:sp>
        <p:nvSpPr>
          <p:cNvPr id="3630" name="Google Shape;3630;p58"/>
          <p:cNvSpPr/>
          <p:nvPr/>
        </p:nvSpPr>
        <p:spPr>
          <a:xfrm>
            <a:off x="4153792" y="4832111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1" name="Google Shape;3631;p58"/>
          <p:cNvSpPr/>
          <p:nvPr/>
        </p:nvSpPr>
        <p:spPr>
          <a:xfrm>
            <a:off x="4153792" y="4277999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2" name="Google Shape;3632;p58"/>
          <p:cNvSpPr/>
          <p:nvPr/>
        </p:nvSpPr>
        <p:spPr>
          <a:xfrm>
            <a:off x="5622813" y="483211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3" name="Google Shape;3633;p58"/>
          <p:cNvSpPr/>
          <p:nvPr/>
        </p:nvSpPr>
        <p:spPr>
          <a:xfrm>
            <a:off x="5622093" y="4277999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34" name="Google Shape;3634;p58"/>
          <p:cNvCxnSpPr/>
          <p:nvPr/>
        </p:nvCxnSpPr>
        <p:spPr>
          <a:xfrm rot="10800000">
            <a:off x="5389190" y="4922111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635" name="Google Shape;3635;p58"/>
          <p:cNvCxnSpPr/>
          <p:nvPr/>
        </p:nvCxnSpPr>
        <p:spPr>
          <a:xfrm rot="10800000">
            <a:off x="5622093" y="4922111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636" name="Google Shape;3636;p58"/>
          <p:cNvSpPr txBox="1"/>
          <p:nvPr/>
        </p:nvSpPr>
        <p:spPr>
          <a:xfrm>
            <a:off x="5533782" y="505255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CO.W1</a:t>
            </a:r>
            <a:endParaRPr/>
          </a:p>
        </p:txBody>
      </p:sp>
      <p:cxnSp>
        <p:nvCxnSpPr>
          <p:cNvPr id="3637" name="Google Shape;3637;p58"/>
          <p:cNvCxnSpPr/>
          <p:nvPr/>
        </p:nvCxnSpPr>
        <p:spPr>
          <a:xfrm>
            <a:off x="5712093" y="4486626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638" name="Google Shape;3638;p58"/>
          <p:cNvSpPr txBox="1"/>
          <p:nvPr/>
        </p:nvSpPr>
        <p:spPr>
          <a:xfrm>
            <a:off x="5724127" y="459598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CO.S1</a:t>
            </a:r>
            <a:endParaRPr/>
          </a:p>
        </p:txBody>
      </p:sp>
      <p:sp>
        <p:nvSpPr>
          <p:cNvPr id="3639" name="Google Shape;3639;p58"/>
          <p:cNvSpPr txBox="1"/>
          <p:nvPr/>
        </p:nvSpPr>
        <p:spPr>
          <a:xfrm>
            <a:off x="4835560" y="479255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CO.AP</a:t>
            </a:r>
            <a:endParaRPr/>
          </a:p>
        </p:txBody>
      </p:sp>
      <p:cxnSp>
        <p:nvCxnSpPr>
          <p:cNvPr id="3640" name="Google Shape;3640;p58"/>
          <p:cNvCxnSpPr/>
          <p:nvPr/>
        </p:nvCxnSpPr>
        <p:spPr>
          <a:xfrm rot="10800000">
            <a:off x="3905060" y="4921707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641" name="Google Shape;3641;p58"/>
          <p:cNvCxnSpPr/>
          <p:nvPr/>
        </p:nvCxnSpPr>
        <p:spPr>
          <a:xfrm rot="10800000">
            <a:off x="4154533" y="4363307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642" name="Google Shape;3642;p58"/>
          <p:cNvCxnSpPr/>
          <p:nvPr/>
        </p:nvCxnSpPr>
        <p:spPr>
          <a:xfrm rot="10800000">
            <a:off x="4326643" y="4931406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643" name="Google Shape;3643;p58"/>
          <p:cNvCxnSpPr/>
          <p:nvPr/>
        </p:nvCxnSpPr>
        <p:spPr>
          <a:xfrm>
            <a:off x="4241387" y="4477369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644" name="Google Shape;3644;p58"/>
          <p:cNvSpPr txBox="1"/>
          <p:nvPr/>
        </p:nvSpPr>
        <p:spPr>
          <a:xfrm>
            <a:off x="4261390" y="457216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CO.S1</a:t>
            </a:r>
            <a:endParaRPr/>
          </a:p>
        </p:txBody>
      </p:sp>
      <p:sp>
        <p:nvSpPr>
          <p:cNvPr id="3645" name="Google Shape;3645;p58"/>
          <p:cNvSpPr txBox="1"/>
          <p:nvPr/>
        </p:nvSpPr>
        <p:spPr>
          <a:xfrm>
            <a:off x="4504548" y="493484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CO.AN</a:t>
            </a:r>
            <a:endParaRPr/>
          </a:p>
        </p:txBody>
      </p:sp>
      <p:sp>
        <p:nvSpPr>
          <p:cNvPr id="3646" name="Google Shape;3646;p58"/>
          <p:cNvSpPr txBox="1"/>
          <p:nvPr/>
        </p:nvSpPr>
        <p:spPr>
          <a:xfrm>
            <a:off x="4340517" y="4216246"/>
            <a:ext cx="62103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CO.WM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47" name="Google Shape;3647;p58"/>
          <p:cNvSpPr txBox="1"/>
          <p:nvPr/>
        </p:nvSpPr>
        <p:spPr>
          <a:xfrm>
            <a:off x="3870364" y="508763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CO.GG</a:t>
            </a:r>
            <a:endParaRPr/>
          </a:p>
        </p:txBody>
      </p:sp>
      <p:cxnSp>
        <p:nvCxnSpPr>
          <p:cNvPr id="3648" name="Google Shape;3648;p58"/>
          <p:cNvCxnSpPr/>
          <p:nvPr/>
        </p:nvCxnSpPr>
        <p:spPr>
          <a:xfrm>
            <a:off x="3305999" y="5611837"/>
            <a:ext cx="5765" cy="273036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649" name="Google Shape;3649;p58"/>
          <p:cNvSpPr txBox="1"/>
          <p:nvPr/>
        </p:nvSpPr>
        <p:spPr>
          <a:xfrm flipH="1">
            <a:off x="2570088" y="5642353"/>
            <a:ext cx="611277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GC.EN</a:t>
            </a:r>
            <a:endParaRPr/>
          </a:p>
        </p:txBody>
      </p:sp>
      <p:cxnSp>
        <p:nvCxnSpPr>
          <p:cNvPr id="3650" name="Google Shape;3650;p58"/>
          <p:cNvCxnSpPr/>
          <p:nvPr/>
        </p:nvCxnSpPr>
        <p:spPr>
          <a:xfrm flipH="1">
            <a:off x="4858875" y="3424807"/>
            <a:ext cx="176064" cy="1030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651" name="Google Shape;3651;p58"/>
          <p:cNvCxnSpPr>
            <a:endCxn id="3611" idx="0"/>
          </p:cNvCxnSpPr>
          <p:nvPr/>
        </p:nvCxnSpPr>
        <p:spPr>
          <a:xfrm>
            <a:off x="4961369" y="3143755"/>
            <a:ext cx="0" cy="191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652" name="Google Shape;3652;p58"/>
          <p:cNvSpPr txBox="1"/>
          <p:nvPr/>
        </p:nvSpPr>
        <p:spPr>
          <a:xfrm>
            <a:off x="4705241" y="354892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CO.W1</a:t>
            </a:r>
            <a:endParaRPr/>
          </a:p>
        </p:txBody>
      </p:sp>
      <p:sp>
        <p:nvSpPr>
          <p:cNvPr id="3653" name="Google Shape;3653;p58"/>
          <p:cNvSpPr txBox="1"/>
          <p:nvPr/>
        </p:nvSpPr>
        <p:spPr>
          <a:xfrm>
            <a:off x="4783778" y="296537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CO.GC</a:t>
            </a:r>
            <a:endParaRPr/>
          </a:p>
        </p:txBody>
      </p:sp>
      <p:sp>
        <p:nvSpPr>
          <p:cNvPr id="3654" name="Google Shape;3654;p58"/>
          <p:cNvSpPr/>
          <p:nvPr/>
        </p:nvSpPr>
        <p:spPr>
          <a:xfrm>
            <a:off x="4433709" y="3334855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5" name="Google Shape;3655;p58"/>
          <p:cNvCxnSpPr/>
          <p:nvPr/>
        </p:nvCxnSpPr>
        <p:spPr>
          <a:xfrm rot="10800000">
            <a:off x="4624324" y="3429959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656" name="Google Shape;3656;p58"/>
          <p:cNvSpPr txBox="1"/>
          <p:nvPr/>
        </p:nvSpPr>
        <p:spPr>
          <a:xfrm>
            <a:off x="4240030" y="313133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CO.S1</a:t>
            </a:r>
            <a:endParaRPr/>
          </a:p>
        </p:txBody>
      </p:sp>
      <p:sp>
        <p:nvSpPr>
          <p:cNvPr id="3657" name="Google Shape;3657;p58"/>
          <p:cNvSpPr/>
          <p:nvPr/>
        </p:nvSpPr>
        <p:spPr>
          <a:xfrm>
            <a:off x="1905161" y="3171020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3658" name="Google Shape;3658;p58"/>
          <p:cNvCxnSpPr/>
          <p:nvPr/>
        </p:nvCxnSpPr>
        <p:spPr>
          <a:xfrm>
            <a:off x="3045101" y="2817762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659" name="Google Shape;3659;p58"/>
          <p:cNvSpPr txBox="1"/>
          <p:nvPr/>
        </p:nvSpPr>
        <p:spPr>
          <a:xfrm>
            <a:off x="2402231" y="291292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GC.AP</a:t>
            </a:r>
            <a:endParaRPr/>
          </a:p>
        </p:txBody>
      </p:sp>
      <p:cxnSp>
        <p:nvCxnSpPr>
          <p:cNvPr id="3660" name="Google Shape;3660;p58"/>
          <p:cNvCxnSpPr/>
          <p:nvPr/>
        </p:nvCxnSpPr>
        <p:spPr>
          <a:xfrm>
            <a:off x="3027192" y="3665849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661" name="Google Shape;3661;p58"/>
          <p:cNvSpPr txBox="1"/>
          <p:nvPr/>
        </p:nvSpPr>
        <p:spPr>
          <a:xfrm>
            <a:off x="2402231" y="375096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GC.AN</a:t>
            </a:r>
            <a:endParaRPr/>
          </a:p>
        </p:txBody>
      </p:sp>
      <p:cxnSp>
        <p:nvCxnSpPr>
          <p:cNvPr id="3662" name="Google Shape;3662;p58"/>
          <p:cNvCxnSpPr/>
          <p:nvPr/>
        </p:nvCxnSpPr>
        <p:spPr>
          <a:xfrm rot="10800000">
            <a:off x="3232950" y="1982526"/>
            <a:ext cx="18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663" name="Google Shape;3663;p58"/>
          <p:cNvCxnSpPr/>
          <p:nvPr/>
        </p:nvCxnSpPr>
        <p:spPr>
          <a:xfrm rot="10800000">
            <a:off x="3412950" y="1982526"/>
            <a:ext cx="302909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664" name="Google Shape;3664;p58"/>
          <p:cNvSpPr txBox="1"/>
          <p:nvPr/>
        </p:nvSpPr>
        <p:spPr>
          <a:xfrm>
            <a:off x="3265202" y="206550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GC.S1</a:t>
            </a:r>
            <a:endParaRPr/>
          </a:p>
        </p:txBody>
      </p:sp>
      <p:sp>
        <p:nvSpPr>
          <p:cNvPr id="3665" name="Google Shape;3665;p58"/>
          <p:cNvSpPr txBox="1"/>
          <p:nvPr/>
        </p:nvSpPr>
        <p:spPr>
          <a:xfrm>
            <a:off x="3006936" y="173535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GC.W1</a:t>
            </a:r>
            <a:endParaRPr/>
          </a:p>
        </p:txBody>
      </p:sp>
      <p:sp>
        <p:nvSpPr>
          <p:cNvPr id="3666" name="Google Shape;3666;p58"/>
          <p:cNvSpPr/>
          <p:nvPr/>
        </p:nvSpPr>
        <p:spPr>
          <a:xfrm>
            <a:off x="1479408" y="215565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667" name="Google Shape;3667;p58"/>
          <p:cNvSpPr/>
          <p:nvPr/>
        </p:nvSpPr>
        <p:spPr>
          <a:xfrm>
            <a:off x="1479408" y="116270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668" name="Google Shape;3668;p58"/>
          <p:cNvSpPr txBox="1"/>
          <p:nvPr/>
        </p:nvSpPr>
        <p:spPr>
          <a:xfrm>
            <a:off x="1473265" y="2200667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(D)</a:t>
            </a:r>
            <a:endParaRPr/>
          </a:p>
        </p:txBody>
      </p:sp>
      <p:sp>
        <p:nvSpPr>
          <p:cNvPr id="3669" name="Google Shape;3669;p58"/>
          <p:cNvSpPr/>
          <p:nvPr/>
        </p:nvSpPr>
        <p:spPr>
          <a:xfrm>
            <a:off x="1479408" y="4988804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670" name="Google Shape;3670;p58"/>
          <p:cNvSpPr/>
          <p:nvPr/>
        </p:nvSpPr>
        <p:spPr>
          <a:xfrm>
            <a:off x="1479408" y="3998841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671" name="Google Shape;3671;p58"/>
          <p:cNvSpPr txBox="1"/>
          <p:nvPr/>
        </p:nvSpPr>
        <p:spPr>
          <a:xfrm>
            <a:off x="1473265" y="5048653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(D)</a:t>
            </a:r>
            <a:endParaRPr/>
          </a:p>
        </p:txBody>
      </p:sp>
      <p:sp>
        <p:nvSpPr>
          <p:cNvPr id="3672" name="Google Shape;3672;p58"/>
          <p:cNvSpPr/>
          <p:nvPr/>
        </p:nvSpPr>
        <p:spPr>
          <a:xfrm>
            <a:off x="1713408" y="4227737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73" name="Google Shape;3673;p58"/>
          <p:cNvCxnSpPr/>
          <p:nvPr/>
        </p:nvCxnSpPr>
        <p:spPr>
          <a:xfrm rot="10800000">
            <a:off x="1479234" y="4322841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674" name="Google Shape;3674;p58"/>
          <p:cNvCxnSpPr/>
          <p:nvPr/>
        </p:nvCxnSpPr>
        <p:spPr>
          <a:xfrm rot="10800000">
            <a:off x="1716554" y="4322841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675" name="Google Shape;3675;p58"/>
          <p:cNvSpPr txBox="1"/>
          <p:nvPr/>
        </p:nvSpPr>
        <p:spPr>
          <a:xfrm>
            <a:off x="1623826" y="444078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CO.WD</a:t>
            </a:r>
            <a:endParaRPr/>
          </a:p>
        </p:txBody>
      </p:sp>
      <p:sp>
        <p:nvSpPr>
          <p:cNvPr id="3676" name="Google Shape;3676;p58"/>
          <p:cNvSpPr txBox="1"/>
          <p:nvPr/>
        </p:nvSpPr>
        <p:spPr>
          <a:xfrm>
            <a:off x="925604" y="423050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CO.AD</a:t>
            </a:r>
            <a:endParaRPr/>
          </a:p>
        </p:txBody>
      </p:sp>
      <p:sp>
        <p:nvSpPr>
          <p:cNvPr id="3677" name="Google Shape;3677;p58"/>
          <p:cNvSpPr/>
          <p:nvPr/>
        </p:nvSpPr>
        <p:spPr>
          <a:xfrm>
            <a:off x="1713408" y="1391602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78" name="Google Shape;3678;p58"/>
          <p:cNvCxnSpPr/>
          <p:nvPr/>
        </p:nvCxnSpPr>
        <p:spPr>
          <a:xfrm rot="10800000">
            <a:off x="1478810" y="1486706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679" name="Google Shape;3679;p58"/>
          <p:cNvCxnSpPr/>
          <p:nvPr/>
        </p:nvCxnSpPr>
        <p:spPr>
          <a:xfrm rot="10800000">
            <a:off x="1716554" y="1486706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680" name="Google Shape;3680;p58"/>
          <p:cNvSpPr txBox="1"/>
          <p:nvPr/>
        </p:nvSpPr>
        <p:spPr>
          <a:xfrm>
            <a:off x="1623402" y="160556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CO.WD</a:t>
            </a:r>
            <a:endParaRPr/>
          </a:p>
        </p:txBody>
      </p:sp>
      <p:sp>
        <p:nvSpPr>
          <p:cNvPr id="3681" name="Google Shape;3681;p58"/>
          <p:cNvSpPr txBox="1"/>
          <p:nvPr/>
        </p:nvSpPr>
        <p:spPr>
          <a:xfrm>
            <a:off x="925180" y="139437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CO.AD</a:t>
            </a:r>
            <a:endParaRPr/>
          </a:p>
        </p:txBody>
      </p:sp>
      <p:sp>
        <p:nvSpPr>
          <p:cNvPr id="3682" name="Google Shape;3682;p58"/>
          <p:cNvSpPr txBox="1"/>
          <p:nvPr/>
        </p:nvSpPr>
        <p:spPr>
          <a:xfrm>
            <a:off x="672663" y="666687"/>
            <a:ext cx="12198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3683" name="Google Shape;3683;p58"/>
          <p:cNvSpPr txBox="1"/>
          <p:nvPr/>
        </p:nvSpPr>
        <p:spPr>
          <a:xfrm>
            <a:off x="-1" y="7376"/>
            <a:ext cx="56397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Cat-4: Contact and Poly related</a:t>
            </a:r>
            <a:endParaRPr/>
          </a:p>
        </p:txBody>
      </p:sp>
      <p:sp>
        <p:nvSpPr>
          <p:cNvPr id="3684" name="Google Shape;3684;p58"/>
          <p:cNvSpPr txBox="1"/>
          <p:nvPr/>
        </p:nvSpPr>
        <p:spPr>
          <a:xfrm>
            <a:off x="1236135" y="4024037"/>
            <a:ext cx="113454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CO(D)</a:t>
            </a:r>
            <a:endParaRPr/>
          </a:p>
        </p:txBody>
      </p:sp>
      <p:sp>
        <p:nvSpPr>
          <p:cNvPr id="3685" name="Google Shape;3685;p58"/>
          <p:cNvSpPr txBox="1"/>
          <p:nvPr/>
        </p:nvSpPr>
        <p:spPr>
          <a:xfrm rot="-5400000">
            <a:off x="3381496" y="2478817"/>
            <a:ext cx="882149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1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GC(G)</a:t>
            </a:r>
            <a:endParaRPr/>
          </a:p>
        </p:txBody>
      </p:sp>
      <p:sp>
        <p:nvSpPr>
          <p:cNvPr id="3686" name="Google Shape;3686;p58"/>
          <p:cNvSpPr txBox="1"/>
          <p:nvPr/>
        </p:nvSpPr>
        <p:spPr>
          <a:xfrm>
            <a:off x="6762685" y="5103674"/>
            <a:ext cx="2808366" cy="175432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PMOS ：AP&amp;GC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NMOS ：AN&amp;GC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AP(D)：AP not interacting GC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AN(D)：AN not interacting GC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CO(M)：CO on PMOS/NMOS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CO(B)：CO on BG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CO(D)：CO on AP(D)/AN(D)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CO(L)：CO(Area&gt;=1.5um</a:t>
            </a:r>
            <a:r>
              <a:rPr baseline="30000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GC(G)：GC for PMOS/NMOS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87" name="Google Shape;3687;p58"/>
          <p:cNvSpPr txBox="1"/>
          <p:nvPr/>
        </p:nvSpPr>
        <p:spPr>
          <a:xfrm rot="-5400000">
            <a:off x="3390585" y="4882691"/>
            <a:ext cx="882149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1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GC(G)</a:t>
            </a:r>
            <a:endParaRPr/>
          </a:p>
        </p:txBody>
      </p:sp>
      <p:pic>
        <p:nvPicPr>
          <p:cNvPr id="3688" name="Google Shape;3688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1813" y="540000"/>
            <a:ext cx="4960221" cy="4547633"/>
          </a:xfrm>
          <a:prstGeom prst="rect">
            <a:avLst/>
          </a:prstGeom>
          <a:noFill/>
          <a:ln>
            <a:noFill/>
          </a:ln>
        </p:spPr>
      </p:pic>
      <p:sp>
        <p:nvSpPr>
          <p:cNvPr id="3689" name="Google Shape;3689;p58"/>
          <p:cNvSpPr txBox="1"/>
          <p:nvPr/>
        </p:nvSpPr>
        <p:spPr>
          <a:xfrm>
            <a:off x="9559280" y="5103674"/>
            <a:ext cx="2306624" cy="830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GP：AN&amp;WN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GN：AP-WN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WC：WN covering AC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BG：(GP+GN)-WC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690" name="Google Shape;3690;p58"/>
          <p:cNvCxnSpPr/>
          <p:nvPr/>
        </p:nvCxnSpPr>
        <p:spPr>
          <a:xfrm>
            <a:off x="4240030" y="2505452"/>
            <a:ext cx="0" cy="31634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691" name="Google Shape;3691;p58"/>
          <p:cNvSpPr txBox="1"/>
          <p:nvPr/>
        </p:nvSpPr>
        <p:spPr>
          <a:xfrm>
            <a:off x="4248297" y="2595230"/>
            <a:ext cx="13860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CO.AP(&gt;=0.8)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CO.APY(&lt;=1.8)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692" name="Google Shape;3692;p58"/>
          <p:cNvCxnSpPr/>
          <p:nvPr/>
        </p:nvCxnSpPr>
        <p:spPr>
          <a:xfrm>
            <a:off x="4240030" y="3996620"/>
            <a:ext cx="0" cy="28805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693" name="Google Shape;3693;p58"/>
          <p:cNvSpPr txBox="1"/>
          <p:nvPr/>
        </p:nvSpPr>
        <p:spPr>
          <a:xfrm>
            <a:off x="4277275" y="3849501"/>
            <a:ext cx="13860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CO.AN(&gt;=0.8)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CO.ANY(&lt;=1.8)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94" name="Google Shape;3694;p58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9" name="Shape 3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0" name="Google Shape;3700;p59"/>
          <p:cNvSpPr/>
          <p:nvPr/>
        </p:nvSpPr>
        <p:spPr>
          <a:xfrm>
            <a:off x="1473910" y="3899640"/>
            <a:ext cx="2340000" cy="234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701" name="Google Shape;3701;p59"/>
          <p:cNvSpPr/>
          <p:nvPr/>
        </p:nvSpPr>
        <p:spPr>
          <a:xfrm rot="-5400000">
            <a:off x="1880418" y="4349640"/>
            <a:ext cx="1440000" cy="14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702" name="Google Shape;3702;p59"/>
          <p:cNvSpPr/>
          <p:nvPr/>
        </p:nvSpPr>
        <p:spPr>
          <a:xfrm rot="-5400000">
            <a:off x="1031931" y="999469"/>
            <a:ext cx="1980000" cy="198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703" name="Google Shape;3703;p59"/>
          <p:cNvSpPr/>
          <p:nvPr/>
        </p:nvSpPr>
        <p:spPr>
          <a:xfrm rot="-5400000">
            <a:off x="1301931" y="1269469"/>
            <a:ext cx="1440000" cy="14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704" name="Google Shape;3704;p59"/>
          <p:cNvSpPr/>
          <p:nvPr/>
        </p:nvSpPr>
        <p:spPr>
          <a:xfrm>
            <a:off x="1481931" y="1449469"/>
            <a:ext cx="1080000" cy="108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705" name="Google Shape;3705;p59"/>
          <p:cNvSpPr txBox="1"/>
          <p:nvPr/>
        </p:nvSpPr>
        <p:spPr>
          <a:xfrm>
            <a:off x="695347" y="629122"/>
            <a:ext cx="12198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WN(R)</a:t>
            </a:r>
            <a:endParaRPr/>
          </a:p>
        </p:txBody>
      </p:sp>
      <p:sp>
        <p:nvSpPr>
          <p:cNvPr id="3706" name="Google Shape;3706;p59"/>
          <p:cNvSpPr txBox="1"/>
          <p:nvPr/>
        </p:nvSpPr>
        <p:spPr>
          <a:xfrm>
            <a:off x="1424159" y="145601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sp>
        <p:nvSpPr>
          <p:cNvPr id="3707" name="Google Shape;3707;p59"/>
          <p:cNvSpPr/>
          <p:nvPr/>
        </p:nvSpPr>
        <p:spPr>
          <a:xfrm>
            <a:off x="660267" y="3709912"/>
            <a:ext cx="3577845" cy="2675463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8" name="Google Shape;3708;p59"/>
          <p:cNvSpPr/>
          <p:nvPr/>
        </p:nvSpPr>
        <p:spPr>
          <a:xfrm>
            <a:off x="2060418" y="4529640"/>
            <a:ext cx="1080000" cy="108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709" name="Google Shape;3709;p59"/>
          <p:cNvSpPr txBox="1"/>
          <p:nvPr/>
        </p:nvSpPr>
        <p:spPr>
          <a:xfrm>
            <a:off x="675457" y="3770151"/>
            <a:ext cx="60992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(C)</a:t>
            </a:r>
            <a:endParaRPr/>
          </a:p>
        </p:txBody>
      </p:sp>
      <p:sp>
        <p:nvSpPr>
          <p:cNvPr id="3710" name="Google Shape;3710;p59"/>
          <p:cNvSpPr txBox="1"/>
          <p:nvPr/>
        </p:nvSpPr>
        <p:spPr>
          <a:xfrm>
            <a:off x="2086606" y="4601632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3711" name="Google Shape;3711;p59"/>
          <p:cNvSpPr/>
          <p:nvPr/>
        </p:nvSpPr>
        <p:spPr>
          <a:xfrm>
            <a:off x="3396898" y="1438767"/>
            <a:ext cx="540000" cy="110140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712" name="Google Shape;3712;p59"/>
          <p:cNvSpPr txBox="1"/>
          <p:nvPr/>
        </p:nvSpPr>
        <p:spPr>
          <a:xfrm>
            <a:off x="3405540" y="1496099"/>
            <a:ext cx="510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3713" name="Google Shape;3713;p59"/>
          <p:cNvCxnSpPr/>
          <p:nvPr/>
        </p:nvCxnSpPr>
        <p:spPr>
          <a:xfrm>
            <a:off x="3026946" y="1526078"/>
            <a:ext cx="384967" cy="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714" name="Google Shape;3714;p59"/>
          <p:cNvSpPr txBox="1"/>
          <p:nvPr/>
        </p:nvSpPr>
        <p:spPr>
          <a:xfrm>
            <a:off x="3056003" y="126263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GC.AN</a:t>
            </a:r>
            <a:endParaRPr/>
          </a:p>
        </p:txBody>
      </p:sp>
      <p:cxnSp>
        <p:nvCxnSpPr>
          <p:cNvPr id="3715" name="Google Shape;3715;p59"/>
          <p:cNvCxnSpPr/>
          <p:nvPr/>
        </p:nvCxnSpPr>
        <p:spPr>
          <a:xfrm>
            <a:off x="2561931" y="1783094"/>
            <a:ext cx="18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716" name="Google Shape;3716;p59"/>
          <p:cNvSpPr txBox="1"/>
          <p:nvPr/>
        </p:nvSpPr>
        <p:spPr>
          <a:xfrm>
            <a:off x="2401981" y="154936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AR.GC</a:t>
            </a:r>
            <a:endParaRPr/>
          </a:p>
        </p:txBody>
      </p:sp>
      <p:cxnSp>
        <p:nvCxnSpPr>
          <p:cNvPr id="3717" name="Google Shape;3717;p59"/>
          <p:cNvCxnSpPr>
            <a:stCxn id="3703" idx="3"/>
            <a:endCxn id="3702" idx="3"/>
          </p:cNvCxnSpPr>
          <p:nvPr/>
        </p:nvCxnSpPr>
        <p:spPr>
          <a:xfrm rot="10800000">
            <a:off x="2021931" y="999469"/>
            <a:ext cx="0" cy="270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718" name="Google Shape;3718;p59"/>
          <p:cNvSpPr txBox="1"/>
          <p:nvPr/>
        </p:nvSpPr>
        <p:spPr>
          <a:xfrm>
            <a:off x="1775928" y="81143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AR.PW</a:t>
            </a:r>
            <a:endParaRPr/>
          </a:p>
        </p:txBody>
      </p:sp>
      <p:sp>
        <p:nvSpPr>
          <p:cNvPr id="3719" name="Google Shape;3719;p59"/>
          <p:cNvSpPr/>
          <p:nvPr/>
        </p:nvSpPr>
        <p:spPr>
          <a:xfrm>
            <a:off x="3478210" y="5239317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0" name="Google Shape;3720;p59"/>
          <p:cNvSpPr txBox="1"/>
          <p:nvPr/>
        </p:nvSpPr>
        <p:spPr>
          <a:xfrm>
            <a:off x="3209319" y="4009784"/>
            <a:ext cx="50269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3721" name="Google Shape;3721;p59"/>
          <p:cNvSpPr/>
          <p:nvPr/>
        </p:nvSpPr>
        <p:spPr>
          <a:xfrm>
            <a:off x="3477490" y="4685205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2" name="Google Shape;3722;p59"/>
          <p:cNvCxnSpPr/>
          <p:nvPr/>
        </p:nvCxnSpPr>
        <p:spPr>
          <a:xfrm rot="10800000">
            <a:off x="3652638" y="4778076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723" name="Google Shape;3723;p59"/>
          <p:cNvSpPr txBox="1"/>
          <p:nvPr/>
        </p:nvSpPr>
        <p:spPr>
          <a:xfrm>
            <a:off x="3548153" y="447177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CC.AN</a:t>
            </a:r>
            <a:endParaRPr/>
          </a:p>
        </p:txBody>
      </p:sp>
      <p:cxnSp>
        <p:nvCxnSpPr>
          <p:cNvPr id="3724" name="Google Shape;3724;p59"/>
          <p:cNvCxnSpPr/>
          <p:nvPr/>
        </p:nvCxnSpPr>
        <p:spPr>
          <a:xfrm rot="10800000">
            <a:off x="3478930" y="5330517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725" name="Google Shape;3725;p59"/>
          <p:cNvSpPr txBox="1"/>
          <p:nvPr/>
        </p:nvSpPr>
        <p:spPr>
          <a:xfrm>
            <a:off x="3509613" y="541682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CC.W1</a:t>
            </a:r>
            <a:endParaRPr/>
          </a:p>
        </p:txBody>
      </p:sp>
      <p:cxnSp>
        <p:nvCxnSpPr>
          <p:cNvPr id="3726" name="Google Shape;3726;p59"/>
          <p:cNvCxnSpPr/>
          <p:nvPr/>
        </p:nvCxnSpPr>
        <p:spPr>
          <a:xfrm>
            <a:off x="3574771" y="4882943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727" name="Google Shape;3727;p59"/>
          <p:cNvSpPr txBox="1"/>
          <p:nvPr/>
        </p:nvSpPr>
        <p:spPr>
          <a:xfrm>
            <a:off x="2825016" y="501121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CO.SC</a:t>
            </a:r>
            <a:endParaRPr b="1" sz="12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28" name="Google Shape;3728;p59"/>
          <p:cNvSpPr/>
          <p:nvPr/>
        </p:nvSpPr>
        <p:spPr>
          <a:xfrm>
            <a:off x="2786098" y="5196474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9" name="Google Shape;3729;p59"/>
          <p:cNvSpPr/>
          <p:nvPr/>
        </p:nvSpPr>
        <p:spPr>
          <a:xfrm>
            <a:off x="2785378" y="4642362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30" name="Google Shape;3730;p59"/>
          <p:cNvCxnSpPr/>
          <p:nvPr/>
        </p:nvCxnSpPr>
        <p:spPr>
          <a:xfrm rot="10800000">
            <a:off x="2959790" y="4732681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731" name="Google Shape;3731;p59"/>
          <p:cNvCxnSpPr/>
          <p:nvPr/>
        </p:nvCxnSpPr>
        <p:spPr>
          <a:xfrm rot="10800000">
            <a:off x="2786818" y="5287674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732" name="Google Shape;3732;p59"/>
          <p:cNvSpPr txBox="1"/>
          <p:nvPr/>
        </p:nvSpPr>
        <p:spPr>
          <a:xfrm>
            <a:off x="2848171" y="537824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CC.W1</a:t>
            </a:r>
            <a:endParaRPr/>
          </a:p>
        </p:txBody>
      </p:sp>
      <p:cxnSp>
        <p:nvCxnSpPr>
          <p:cNvPr id="3733" name="Google Shape;3733;p59"/>
          <p:cNvCxnSpPr/>
          <p:nvPr/>
        </p:nvCxnSpPr>
        <p:spPr>
          <a:xfrm>
            <a:off x="2882659" y="4840100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734" name="Google Shape;3734;p59"/>
          <p:cNvSpPr txBox="1"/>
          <p:nvPr/>
        </p:nvSpPr>
        <p:spPr>
          <a:xfrm>
            <a:off x="2821882" y="487863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 strike="sng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CC.S1</a:t>
            </a:r>
            <a:endParaRPr/>
          </a:p>
        </p:txBody>
      </p:sp>
      <p:sp>
        <p:nvSpPr>
          <p:cNvPr id="3735" name="Google Shape;3735;p59"/>
          <p:cNvSpPr txBox="1"/>
          <p:nvPr/>
        </p:nvSpPr>
        <p:spPr>
          <a:xfrm>
            <a:off x="2850215" y="447177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CC.AC</a:t>
            </a:r>
            <a:endParaRPr/>
          </a:p>
        </p:txBody>
      </p:sp>
      <p:sp>
        <p:nvSpPr>
          <p:cNvPr id="3736" name="Google Shape;3736;p59"/>
          <p:cNvSpPr/>
          <p:nvPr/>
        </p:nvSpPr>
        <p:spPr>
          <a:xfrm>
            <a:off x="672663" y="540000"/>
            <a:ext cx="3565449" cy="2898938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7" name="Google Shape;3737;p59"/>
          <p:cNvSpPr txBox="1"/>
          <p:nvPr/>
        </p:nvSpPr>
        <p:spPr>
          <a:xfrm>
            <a:off x="1959263" y="1023197"/>
            <a:ext cx="113454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GC(R)</a:t>
            </a:r>
            <a:endParaRPr/>
          </a:p>
        </p:txBody>
      </p:sp>
      <p:sp>
        <p:nvSpPr>
          <p:cNvPr id="3738" name="Google Shape;3738;p59"/>
          <p:cNvSpPr/>
          <p:nvPr/>
        </p:nvSpPr>
        <p:spPr>
          <a:xfrm rot="-5400000">
            <a:off x="3870075" y="1556724"/>
            <a:ext cx="2898925" cy="865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739" name="Google Shape;3739;p59"/>
          <p:cNvSpPr/>
          <p:nvPr/>
        </p:nvSpPr>
        <p:spPr>
          <a:xfrm rot="-5400000">
            <a:off x="5319553" y="1646513"/>
            <a:ext cx="2898925" cy="6791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740" name="Google Shape;3740;p59"/>
          <p:cNvSpPr txBox="1"/>
          <p:nvPr/>
        </p:nvSpPr>
        <p:spPr>
          <a:xfrm>
            <a:off x="4304708" y="612285"/>
            <a:ext cx="66889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(RS)</a:t>
            </a:r>
            <a:endParaRPr/>
          </a:p>
        </p:txBody>
      </p:sp>
      <p:cxnSp>
        <p:nvCxnSpPr>
          <p:cNvPr id="3741" name="Google Shape;3741;p59"/>
          <p:cNvCxnSpPr/>
          <p:nvPr/>
        </p:nvCxnSpPr>
        <p:spPr>
          <a:xfrm>
            <a:off x="4886801" y="1666306"/>
            <a:ext cx="87244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742" name="Google Shape;3742;p59"/>
          <p:cNvSpPr txBox="1"/>
          <p:nvPr/>
        </p:nvSpPr>
        <p:spPr>
          <a:xfrm>
            <a:off x="4923016" y="173178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GR.W1</a:t>
            </a:r>
            <a:endParaRPr/>
          </a:p>
        </p:txBody>
      </p:sp>
      <p:cxnSp>
        <p:nvCxnSpPr>
          <p:cNvPr id="3743" name="Google Shape;3743;p59"/>
          <p:cNvCxnSpPr/>
          <p:nvPr/>
        </p:nvCxnSpPr>
        <p:spPr>
          <a:xfrm>
            <a:off x="5752274" y="1666306"/>
            <a:ext cx="694392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744" name="Google Shape;3744;p59"/>
          <p:cNvSpPr txBox="1"/>
          <p:nvPr/>
        </p:nvSpPr>
        <p:spPr>
          <a:xfrm>
            <a:off x="5782003" y="173178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GR.S1</a:t>
            </a:r>
            <a:endParaRPr/>
          </a:p>
        </p:txBody>
      </p:sp>
      <p:sp>
        <p:nvSpPr>
          <p:cNvPr id="3745" name="Google Shape;3745;p59"/>
          <p:cNvSpPr txBox="1"/>
          <p:nvPr/>
        </p:nvSpPr>
        <p:spPr>
          <a:xfrm>
            <a:off x="5898745" y="600250"/>
            <a:ext cx="66889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(RS)</a:t>
            </a:r>
            <a:endParaRPr/>
          </a:p>
        </p:txBody>
      </p:sp>
      <p:sp>
        <p:nvSpPr>
          <p:cNvPr id="3746" name="Google Shape;3746;p59"/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Cat-5: Resistors(AR/GR) and Capacitor(AC) related</a:t>
            </a:r>
            <a:endParaRPr/>
          </a:p>
        </p:txBody>
      </p:sp>
      <p:sp>
        <p:nvSpPr>
          <p:cNvPr id="3747" name="Google Shape;3747;p59"/>
          <p:cNvSpPr/>
          <p:nvPr/>
        </p:nvSpPr>
        <p:spPr>
          <a:xfrm>
            <a:off x="4783707" y="3767739"/>
            <a:ext cx="1440000" cy="2230407"/>
          </a:xfrm>
          <a:prstGeom prst="snip2SameRect">
            <a:avLst>
              <a:gd fmla="val 23682" name="adj1"/>
              <a:gd fmla="val 0" name="adj2"/>
            </a:avLst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8" name="Google Shape;3748;p59"/>
          <p:cNvSpPr/>
          <p:nvPr/>
        </p:nvSpPr>
        <p:spPr>
          <a:xfrm>
            <a:off x="5215707" y="4318569"/>
            <a:ext cx="576000" cy="36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9" name="Google Shape;3749;p59"/>
          <p:cNvCxnSpPr/>
          <p:nvPr/>
        </p:nvCxnSpPr>
        <p:spPr>
          <a:xfrm>
            <a:off x="5789283" y="4317815"/>
            <a:ext cx="432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750" name="Google Shape;3750;p59"/>
          <p:cNvCxnSpPr/>
          <p:nvPr/>
        </p:nvCxnSpPr>
        <p:spPr>
          <a:xfrm>
            <a:off x="5863707" y="3767740"/>
            <a:ext cx="36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751" name="Google Shape;3751;p59"/>
          <p:cNvCxnSpPr/>
          <p:nvPr/>
        </p:nvCxnSpPr>
        <p:spPr>
          <a:xfrm>
            <a:off x="6223707" y="3767740"/>
            <a:ext cx="0" cy="35894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752" name="Google Shape;3752;p59"/>
          <p:cNvCxnSpPr/>
          <p:nvPr/>
        </p:nvCxnSpPr>
        <p:spPr>
          <a:xfrm>
            <a:off x="5518413" y="3767740"/>
            <a:ext cx="0" cy="54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753" name="Google Shape;3753;p59"/>
          <p:cNvCxnSpPr/>
          <p:nvPr/>
        </p:nvCxnSpPr>
        <p:spPr>
          <a:xfrm>
            <a:off x="5213283" y="4391891"/>
            <a:ext cx="576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754" name="Google Shape;3754;p59"/>
          <p:cNvCxnSpPr/>
          <p:nvPr/>
        </p:nvCxnSpPr>
        <p:spPr>
          <a:xfrm>
            <a:off x="5119002" y="4319629"/>
            <a:ext cx="0" cy="35894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755" name="Google Shape;3755;p59"/>
          <p:cNvSpPr txBox="1"/>
          <p:nvPr/>
        </p:nvSpPr>
        <p:spPr>
          <a:xfrm>
            <a:off x="4804677" y="5499401"/>
            <a:ext cx="8707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endParaRPr/>
          </a:p>
        </p:txBody>
      </p:sp>
      <p:sp>
        <p:nvSpPr>
          <p:cNvPr id="3756" name="Google Shape;3756;p59"/>
          <p:cNvSpPr txBox="1"/>
          <p:nvPr/>
        </p:nvSpPr>
        <p:spPr>
          <a:xfrm>
            <a:off x="6242537" y="385896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AR.XY</a:t>
            </a:r>
            <a:endParaRPr/>
          </a:p>
        </p:txBody>
      </p:sp>
      <p:sp>
        <p:nvSpPr>
          <p:cNvPr id="3757" name="Google Shape;3757;p59"/>
          <p:cNvSpPr txBox="1"/>
          <p:nvPr/>
        </p:nvSpPr>
        <p:spPr>
          <a:xfrm>
            <a:off x="4922748" y="371256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CR.AT</a:t>
            </a:r>
            <a:endParaRPr/>
          </a:p>
        </p:txBody>
      </p:sp>
      <p:sp>
        <p:nvSpPr>
          <p:cNvPr id="3758" name="Google Shape;3758;p59"/>
          <p:cNvSpPr txBox="1"/>
          <p:nvPr/>
        </p:nvSpPr>
        <p:spPr>
          <a:xfrm>
            <a:off x="4380691" y="439813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CR.W1</a:t>
            </a:r>
            <a:endParaRPr/>
          </a:p>
        </p:txBody>
      </p:sp>
      <p:sp>
        <p:nvSpPr>
          <p:cNvPr id="3759" name="Google Shape;3759;p59"/>
          <p:cNvSpPr txBox="1"/>
          <p:nvPr/>
        </p:nvSpPr>
        <p:spPr>
          <a:xfrm>
            <a:off x="5955708" y="432237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CR.ASN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60" name="Google Shape;3760;p59"/>
          <p:cNvSpPr txBox="1"/>
          <p:nvPr/>
        </p:nvSpPr>
        <p:spPr>
          <a:xfrm>
            <a:off x="5910768" y="351481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AR.XY</a:t>
            </a:r>
            <a:endParaRPr/>
          </a:p>
        </p:txBody>
      </p:sp>
      <p:sp>
        <p:nvSpPr>
          <p:cNvPr id="3761" name="Google Shape;3761;p59"/>
          <p:cNvSpPr txBox="1"/>
          <p:nvPr/>
        </p:nvSpPr>
        <p:spPr>
          <a:xfrm>
            <a:off x="5196575" y="439189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CR.W2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62" name="Google Shape;3762;p59"/>
          <p:cNvSpPr/>
          <p:nvPr/>
        </p:nvSpPr>
        <p:spPr>
          <a:xfrm>
            <a:off x="5049627" y="751904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763" name="Google Shape;3763;p59"/>
          <p:cNvSpPr/>
          <p:nvPr/>
        </p:nvSpPr>
        <p:spPr>
          <a:xfrm>
            <a:off x="6672540" y="743823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764" name="Google Shape;3764;p59"/>
          <p:cNvSpPr/>
          <p:nvPr/>
        </p:nvSpPr>
        <p:spPr>
          <a:xfrm>
            <a:off x="5049627" y="2999233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765" name="Google Shape;3765;p59"/>
          <p:cNvSpPr/>
          <p:nvPr/>
        </p:nvSpPr>
        <p:spPr>
          <a:xfrm>
            <a:off x="6685308" y="2991152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766" name="Google Shape;3766;p59"/>
          <p:cNvSpPr txBox="1"/>
          <p:nvPr/>
        </p:nvSpPr>
        <p:spPr>
          <a:xfrm>
            <a:off x="5468166" y="216792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GR.L1</a:t>
            </a:r>
            <a:endParaRPr/>
          </a:p>
        </p:txBody>
      </p:sp>
      <p:sp>
        <p:nvSpPr>
          <p:cNvPr id="3767" name="Google Shape;3767;p59"/>
          <p:cNvSpPr/>
          <p:nvPr/>
        </p:nvSpPr>
        <p:spPr>
          <a:xfrm>
            <a:off x="1843088" y="1505895"/>
            <a:ext cx="378893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768" name="Google Shape;3768;p59"/>
          <p:cNvSpPr/>
          <p:nvPr/>
        </p:nvSpPr>
        <p:spPr>
          <a:xfrm>
            <a:off x="1843088" y="2268290"/>
            <a:ext cx="3785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id="3769" name="Google Shape;3769;p59"/>
          <p:cNvCxnSpPr>
            <a:stCxn id="3768" idx="0"/>
            <a:endCxn id="3767" idx="2"/>
          </p:cNvCxnSpPr>
          <p:nvPr/>
        </p:nvCxnSpPr>
        <p:spPr>
          <a:xfrm flipH="1" rot="10800000">
            <a:off x="2032338" y="1721690"/>
            <a:ext cx="300" cy="546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770" name="Google Shape;3770;p59"/>
          <p:cNvCxnSpPr>
            <a:stCxn id="3771" idx="1"/>
            <a:endCxn id="3771" idx="3"/>
          </p:cNvCxnSpPr>
          <p:nvPr/>
        </p:nvCxnSpPr>
        <p:spPr>
          <a:xfrm>
            <a:off x="4783707" y="5341668"/>
            <a:ext cx="14469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772" name="Google Shape;3772;p59"/>
          <p:cNvSpPr txBox="1"/>
          <p:nvPr/>
        </p:nvSpPr>
        <p:spPr>
          <a:xfrm>
            <a:off x="5215707" y="540951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AR.W1</a:t>
            </a:r>
            <a:endParaRPr/>
          </a:p>
        </p:txBody>
      </p:sp>
      <p:sp>
        <p:nvSpPr>
          <p:cNvPr id="3773" name="Google Shape;3773;p59"/>
          <p:cNvSpPr/>
          <p:nvPr/>
        </p:nvSpPr>
        <p:spPr>
          <a:xfrm>
            <a:off x="4886801" y="966361"/>
            <a:ext cx="872447" cy="202479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4" name="Google Shape;3774;p59"/>
          <p:cNvSpPr/>
          <p:nvPr/>
        </p:nvSpPr>
        <p:spPr>
          <a:xfrm>
            <a:off x="6429440" y="959723"/>
            <a:ext cx="679151" cy="202479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5" name="Google Shape;3775;p59"/>
          <p:cNvSpPr/>
          <p:nvPr/>
        </p:nvSpPr>
        <p:spPr>
          <a:xfrm>
            <a:off x="1490785" y="1723495"/>
            <a:ext cx="1056131" cy="51893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1" name="Google Shape;3771;p59"/>
          <p:cNvSpPr/>
          <p:nvPr/>
        </p:nvSpPr>
        <p:spPr>
          <a:xfrm>
            <a:off x="4783707" y="4685204"/>
            <a:ext cx="1446767" cy="131292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6" name="Google Shape;3776;p59"/>
          <p:cNvSpPr txBox="1"/>
          <p:nvPr/>
        </p:nvSpPr>
        <p:spPr>
          <a:xfrm>
            <a:off x="1458784" y="2502180"/>
            <a:ext cx="113454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CO(RR)</a:t>
            </a:r>
            <a:endParaRPr/>
          </a:p>
        </p:txBody>
      </p:sp>
      <p:sp>
        <p:nvSpPr>
          <p:cNvPr id="3777" name="Google Shape;3777;p59"/>
          <p:cNvSpPr txBox="1"/>
          <p:nvPr/>
        </p:nvSpPr>
        <p:spPr>
          <a:xfrm>
            <a:off x="4936434" y="4760251"/>
            <a:ext cx="113454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CO(RR)</a:t>
            </a:r>
            <a:endParaRPr/>
          </a:p>
        </p:txBody>
      </p:sp>
      <p:sp>
        <p:nvSpPr>
          <p:cNvPr id="3778" name="Google Shape;3778;p59"/>
          <p:cNvSpPr txBox="1"/>
          <p:nvPr/>
        </p:nvSpPr>
        <p:spPr>
          <a:xfrm>
            <a:off x="5847040" y="2588550"/>
            <a:ext cx="494607" cy="3608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72000" lIns="0" spcFirstLastPara="1" rIns="0" wrap="square" tIns="72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RS</a:t>
            </a:r>
            <a:endParaRPr/>
          </a:p>
        </p:txBody>
      </p:sp>
      <p:sp>
        <p:nvSpPr>
          <p:cNvPr id="3779" name="Google Shape;3779;p59"/>
          <p:cNvSpPr txBox="1"/>
          <p:nvPr/>
        </p:nvSpPr>
        <p:spPr>
          <a:xfrm>
            <a:off x="6320340" y="4694988"/>
            <a:ext cx="494607" cy="3608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72000" lIns="0" spcFirstLastPara="1" rIns="0" wrap="square" tIns="72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RR</a:t>
            </a:r>
            <a:endParaRPr/>
          </a:p>
        </p:txBody>
      </p:sp>
      <p:sp>
        <p:nvSpPr>
          <p:cNvPr id="3780" name="Google Shape;3780;p59"/>
          <p:cNvSpPr txBox="1"/>
          <p:nvPr/>
        </p:nvSpPr>
        <p:spPr>
          <a:xfrm>
            <a:off x="4651180" y="6137578"/>
            <a:ext cx="1728863" cy="3608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72000" lIns="0" spcFirstLastPara="1" rIns="0" wrap="square" tIns="72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R.Effective region</a:t>
            </a:r>
            <a:endParaRPr/>
          </a:p>
        </p:txBody>
      </p:sp>
      <p:sp>
        <p:nvSpPr>
          <p:cNvPr id="3781" name="Google Shape;3781;p59"/>
          <p:cNvSpPr txBox="1"/>
          <p:nvPr/>
        </p:nvSpPr>
        <p:spPr>
          <a:xfrm>
            <a:off x="7215177" y="5513851"/>
            <a:ext cx="2324229" cy="12003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RR(W) ：Width of AR effective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RR(L) ：Length of AR effective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RROK  ：Allowed W=2.8,4,6,12,20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GC(R) ：GC in WN(R)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RS(W) ：Width of GR effective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RS(L) ：Length of GR effective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RSOK  ：Allowed W=4,6,12,20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WC    ：WN interacting AC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782" name="Google Shape;3782;p59"/>
          <p:cNvCxnSpPr>
            <a:stCxn id="3763" idx="3"/>
          </p:cNvCxnSpPr>
          <p:nvPr/>
        </p:nvCxnSpPr>
        <p:spPr>
          <a:xfrm>
            <a:off x="6875740" y="851773"/>
            <a:ext cx="2322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783" name="Google Shape;3783;p59"/>
          <p:cNvSpPr txBox="1"/>
          <p:nvPr/>
        </p:nvSpPr>
        <p:spPr>
          <a:xfrm>
            <a:off x="6941334" y="963695"/>
            <a:ext cx="621030" cy="18466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CO.GS</a:t>
            </a:r>
            <a:endParaRPr/>
          </a:p>
        </p:txBody>
      </p:sp>
      <p:cxnSp>
        <p:nvCxnSpPr>
          <p:cNvPr id="3784" name="Google Shape;3784;p59"/>
          <p:cNvCxnSpPr>
            <a:stCxn id="3739" idx="3"/>
            <a:endCxn id="3763" idx="0"/>
          </p:cNvCxnSpPr>
          <p:nvPr/>
        </p:nvCxnSpPr>
        <p:spPr>
          <a:xfrm>
            <a:off x="6769016" y="536626"/>
            <a:ext cx="5100" cy="207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785" name="Google Shape;3785;p59"/>
          <p:cNvSpPr txBox="1"/>
          <p:nvPr/>
        </p:nvSpPr>
        <p:spPr>
          <a:xfrm>
            <a:off x="6940093" y="555591"/>
            <a:ext cx="621030" cy="184666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CO.GR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86" name="Google Shape;3786;p59"/>
          <p:cNvSpPr txBox="1"/>
          <p:nvPr/>
        </p:nvSpPr>
        <p:spPr>
          <a:xfrm>
            <a:off x="5360576" y="52796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87" name="Google Shape;3787;p59"/>
          <p:cNvSpPr/>
          <p:nvPr/>
        </p:nvSpPr>
        <p:spPr>
          <a:xfrm>
            <a:off x="5414012" y="749707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788" name="Google Shape;3788;p59"/>
          <p:cNvSpPr/>
          <p:nvPr/>
        </p:nvSpPr>
        <p:spPr>
          <a:xfrm>
            <a:off x="5414012" y="2997036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id="3789" name="Google Shape;3789;p59"/>
          <p:cNvCxnSpPr>
            <a:stCxn id="3787" idx="2"/>
            <a:endCxn id="3788" idx="0"/>
          </p:cNvCxnSpPr>
          <p:nvPr/>
        </p:nvCxnSpPr>
        <p:spPr>
          <a:xfrm>
            <a:off x="5515612" y="965607"/>
            <a:ext cx="0" cy="2031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790" name="Google Shape;3790;p59"/>
          <p:cNvCxnSpPr>
            <a:stCxn id="3787" idx="1"/>
            <a:endCxn id="3787" idx="3"/>
          </p:cNvCxnSpPr>
          <p:nvPr/>
        </p:nvCxnSpPr>
        <p:spPr>
          <a:xfrm>
            <a:off x="5414012" y="857657"/>
            <a:ext cx="203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791" name="Google Shape;3791;p59"/>
          <p:cNvCxnSpPr>
            <a:stCxn id="3762" idx="3"/>
            <a:endCxn id="3787" idx="1"/>
          </p:cNvCxnSpPr>
          <p:nvPr/>
        </p:nvCxnSpPr>
        <p:spPr>
          <a:xfrm flipH="1" rot="10800000">
            <a:off x="5252827" y="857754"/>
            <a:ext cx="161100" cy="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792" name="Google Shape;3792;p59"/>
          <p:cNvSpPr txBox="1"/>
          <p:nvPr/>
        </p:nvSpPr>
        <p:spPr>
          <a:xfrm>
            <a:off x="4955745" y="95884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793" name="Google Shape;3793;p59"/>
          <p:cNvCxnSpPr/>
          <p:nvPr/>
        </p:nvCxnSpPr>
        <p:spPr>
          <a:xfrm>
            <a:off x="4908392" y="4005959"/>
            <a:ext cx="307315" cy="354261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794" name="Google Shape;3794;p59"/>
          <p:cNvSpPr txBox="1"/>
          <p:nvPr/>
        </p:nvSpPr>
        <p:spPr>
          <a:xfrm>
            <a:off x="4359135" y="38425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CR.AR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95" name="Google Shape;3795;p59"/>
          <p:cNvSpPr txBox="1"/>
          <p:nvPr/>
        </p:nvSpPr>
        <p:spPr>
          <a:xfrm>
            <a:off x="3726089" y="491790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 strike="sng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CC.S1</a:t>
            </a:r>
            <a:endParaRPr/>
          </a:p>
        </p:txBody>
      </p:sp>
      <p:cxnSp>
        <p:nvCxnSpPr>
          <p:cNvPr id="3796" name="Google Shape;3796;p59"/>
          <p:cNvCxnSpPr>
            <a:stCxn id="3704" idx="3"/>
            <a:endCxn id="3704" idx="1"/>
          </p:cNvCxnSpPr>
          <p:nvPr/>
        </p:nvCxnSpPr>
        <p:spPr>
          <a:xfrm rot="10800000">
            <a:off x="1481931" y="1989469"/>
            <a:ext cx="108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797" name="Google Shape;3797;p59"/>
          <p:cNvSpPr txBox="1"/>
          <p:nvPr/>
        </p:nvSpPr>
        <p:spPr>
          <a:xfrm>
            <a:off x="1489650" y="203829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AR.L1</a:t>
            </a:r>
            <a:endParaRPr/>
          </a:p>
        </p:txBody>
      </p:sp>
      <p:sp>
        <p:nvSpPr>
          <p:cNvPr id="3798" name="Google Shape;3798;p59"/>
          <p:cNvSpPr txBox="1"/>
          <p:nvPr/>
        </p:nvSpPr>
        <p:spPr>
          <a:xfrm>
            <a:off x="1474957" y="180895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AR.W1</a:t>
            </a:r>
            <a:endParaRPr/>
          </a:p>
        </p:txBody>
      </p:sp>
      <p:sp>
        <p:nvSpPr>
          <p:cNvPr id="3799" name="Google Shape;3799;p59"/>
          <p:cNvSpPr txBox="1"/>
          <p:nvPr/>
        </p:nvSpPr>
        <p:spPr>
          <a:xfrm>
            <a:off x="9539406" y="5519498"/>
            <a:ext cx="2652594" cy="13388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CO(RR) ：CO on AR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CO(RRW)：CO on AR(W&gt;=4.0)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CO(RRN)：CO on AR(W=2.8)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ARN(S) ：AR side fringe (W=2.8)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ARW(S) ：AR side fringe (W&gt;=4.0)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CO(C)  ：CO on WC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CO(RS) ：CO on GR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GR(S)  ：GR side fringe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CO(RSM)：CO(sized) &amp; GR(S)</a:t>
            </a:r>
            <a:endParaRPr/>
          </a:p>
        </p:txBody>
      </p:sp>
      <p:sp>
        <p:nvSpPr>
          <p:cNvPr id="3800" name="Google Shape;3800;p59"/>
          <p:cNvSpPr txBox="1"/>
          <p:nvPr/>
        </p:nvSpPr>
        <p:spPr>
          <a:xfrm>
            <a:off x="5205097" y="451795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CR.W3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01" name="Google Shape;3801;p59"/>
          <p:cNvSpPr txBox="1"/>
          <p:nvPr/>
        </p:nvSpPr>
        <p:spPr>
          <a:xfrm>
            <a:off x="5954059" y="447512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CR.ASW</a:t>
            </a:r>
            <a:endParaRPr b="1" sz="12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02" name="Google Shape;3802;p59"/>
          <p:cNvSpPr txBox="1"/>
          <p:nvPr/>
        </p:nvSpPr>
        <p:spPr>
          <a:xfrm>
            <a:off x="3723435" y="507767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CO.SC</a:t>
            </a:r>
            <a:endParaRPr b="1" sz="12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03" name="Google Shape;3803;p59"/>
          <p:cNvSpPr txBox="1"/>
          <p:nvPr/>
        </p:nvSpPr>
        <p:spPr>
          <a:xfrm>
            <a:off x="81547" y="6626168"/>
            <a:ext cx="472313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rgbClr val="FFC000"/>
                </a:solidFill>
                <a:latin typeface="Meiryo"/>
                <a:ea typeface="Meiryo"/>
                <a:cs typeface="Meiryo"/>
                <a:sym typeface="Meiryo"/>
              </a:rPr>
              <a:t>*Strike-through rules are not yet implemented</a:t>
            </a:r>
            <a:endParaRPr/>
          </a:p>
        </p:txBody>
      </p:sp>
      <p:pic>
        <p:nvPicPr>
          <p:cNvPr id="3804" name="Google Shape;3804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2482" y="135305"/>
            <a:ext cx="3529580" cy="5408543"/>
          </a:xfrm>
          <a:prstGeom prst="rect">
            <a:avLst/>
          </a:prstGeom>
          <a:noFill/>
          <a:ln>
            <a:noFill/>
          </a:ln>
        </p:spPr>
      </p:pic>
      <p:sp>
        <p:nvSpPr>
          <p:cNvPr id="3805" name="Google Shape;3805;p59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9" name="Shape 3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0" name="Google Shape;3810;p60"/>
          <p:cNvSpPr/>
          <p:nvPr/>
        </p:nvSpPr>
        <p:spPr>
          <a:xfrm rot="-5400000">
            <a:off x="5781209" y="4954897"/>
            <a:ext cx="1954443" cy="49765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811" name="Google Shape;3811;p60"/>
          <p:cNvSpPr/>
          <p:nvPr/>
        </p:nvSpPr>
        <p:spPr>
          <a:xfrm flipH="1" rot="-5400000">
            <a:off x="3016584" y="2719455"/>
            <a:ext cx="1327921" cy="77973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812" name="Google Shape;3812;p60"/>
          <p:cNvSpPr/>
          <p:nvPr/>
        </p:nvSpPr>
        <p:spPr>
          <a:xfrm rot="-5400000">
            <a:off x="2224319" y="2064162"/>
            <a:ext cx="2920585" cy="49765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813" name="Google Shape;3813;p60"/>
          <p:cNvSpPr/>
          <p:nvPr/>
        </p:nvSpPr>
        <p:spPr>
          <a:xfrm rot="-5400000">
            <a:off x="2554550" y="3134826"/>
            <a:ext cx="5343989" cy="779736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814" name="Google Shape;3814;p60"/>
          <p:cNvSpPr/>
          <p:nvPr/>
        </p:nvSpPr>
        <p:spPr>
          <a:xfrm>
            <a:off x="3594300" y="2754669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15" name="Google Shape;3815;p60"/>
          <p:cNvCxnSpPr/>
          <p:nvPr/>
        </p:nvCxnSpPr>
        <p:spPr>
          <a:xfrm rot="10800000">
            <a:off x="3597446" y="2858138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816" name="Google Shape;3816;p60"/>
          <p:cNvSpPr txBox="1"/>
          <p:nvPr/>
        </p:nvSpPr>
        <p:spPr>
          <a:xfrm>
            <a:off x="3540760" y="253569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V1.W1</a:t>
            </a:r>
            <a:endParaRPr/>
          </a:p>
        </p:txBody>
      </p:sp>
      <p:sp>
        <p:nvSpPr>
          <p:cNvPr id="3817" name="Google Shape;3817;p60"/>
          <p:cNvSpPr/>
          <p:nvPr/>
        </p:nvSpPr>
        <p:spPr>
          <a:xfrm>
            <a:off x="3594300" y="3311478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18" name="Google Shape;3818;p60"/>
          <p:cNvCxnSpPr/>
          <p:nvPr/>
        </p:nvCxnSpPr>
        <p:spPr>
          <a:xfrm rot="10800000">
            <a:off x="3678700" y="3501686"/>
            <a:ext cx="1" cy="271597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819" name="Google Shape;3819;p60"/>
          <p:cNvCxnSpPr/>
          <p:nvPr/>
        </p:nvCxnSpPr>
        <p:spPr>
          <a:xfrm>
            <a:off x="3684300" y="2963632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820" name="Google Shape;3820;p60"/>
          <p:cNvSpPr txBox="1"/>
          <p:nvPr/>
        </p:nvSpPr>
        <p:spPr>
          <a:xfrm>
            <a:off x="3643539" y="306215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V1.S1</a:t>
            </a:r>
            <a:endParaRPr/>
          </a:p>
        </p:txBody>
      </p:sp>
      <p:sp>
        <p:nvSpPr>
          <p:cNvPr id="3821" name="Google Shape;3821;p60"/>
          <p:cNvSpPr txBox="1"/>
          <p:nvPr/>
        </p:nvSpPr>
        <p:spPr>
          <a:xfrm>
            <a:off x="3693816" y="356634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V1.M1</a:t>
            </a:r>
            <a:endParaRPr/>
          </a:p>
        </p:txBody>
      </p:sp>
      <p:sp>
        <p:nvSpPr>
          <p:cNvPr id="3822" name="Google Shape;3822;p60"/>
          <p:cNvSpPr txBox="1"/>
          <p:nvPr/>
        </p:nvSpPr>
        <p:spPr>
          <a:xfrm>
            <a:off x="3429412" y="890796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3823" name="Google Shape;3823;p60"/>
          <p:cNvSpPr/>
          <p:nvPr/>
        </p:nvSpPr>
        <p:spPr>
          <a:xfrm rot="-5400000">
            <a:off x="982835" y="2064161"/>
            <a:ext cx="2920585" cy="49765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3824" name="Google Shape;3824;p60"/>
          <p:cNvCxnSpPr/>
          <p:nvPr/>
        </p:nvCxnSpPr>
        <p:spPr>
          <a:xfrm>
            <a:off x="2194299" y="3251524"/>
            <a:ext cx="47427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825" name="Google Shape;3825;p60"/>
          <p:cNvSpPr txBox="1"/>
          <p:nvPr/>
        </p:nvSpPr>
        <p:spPr>
          <a:xfrm>
            <a:off x="2143937" y="300140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M1.W1</a:t>
            </a:r>
            <a:endParaRPr/>
          </a:p>
        </p:txBody>
      </p:sp>
      <p:cxnSp>
        <p:nvCxnSpPr>
          <p:cNvPr id="3826" name="Google Shape;3826;p60"/>
          <p:cNvCxnSpPr/>
          <p:nvPr/>
        </p:nvCxnSpPr>
        <p:spPr>
          <a:xfrm>
            <a:off x="2683540" y="3251524"/>
            <a:ext cx="60713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827" name="Google Shape;3827;p60"/>
          <p:cNvSpPr txBox="1"/>
          <p:nvPr/>
        </p:nvSpPr>
        <p:spPr>
          <a:xfrm>
            <a:off x="2699652" y="300140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M1.S1</a:t>
            </a:r>
            <a:endParaRPr/>
          </a:p>
        </p:txBody>
      </p:sp>
      <p:sp>
        <p:nvSpPr>
          <p:cNvPr id="3828" name="Google Shape;3828;p60"/>
          <p:cNvSpPr/>
          <p:nvPr/>
        </p:nvSpPr>
        <p:spPr>
          <a:xfrm rot="-5400000">
            <a:off x="5286691" y="1923120"/>
            <a:ext cx="2920586" cy="779738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829" name="Google Shape;3829;p60"/>
          <p:cNvSpPr/>
          <p:nvPr/>
        </p:nvSpPr>
        <p:spPr>
          <a:xfrm>
            <a:off x="5144645" y="151606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0" name="Google Shape;3830;p60"/>
          <p:cNvSpPr/>
          <p:nvPr/>
        </p:nvSpPr>
        <p:spPr>
          <a:xfrm>
            <a:off x="5144645" y="2072870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1" name="Google Shape;3831;p60"/>
          <p:cNvSpPr txBox="1"/>
          <p:nvPr/>
        </p:nvSpPr>
        <p:spPr>
          <a:xfrm>
            <a:off x="2167059" y="890796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3832" name="Google Shape;3832;p60"/>
          <p:cNvSpPr txBox="1"/>
          <p:nvPr/>
        </p:nvSpPr>
        <p:spPr>
          <a:xfrm>
            <a:off x="6491784" y="918078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</a:t>
            </a:r>
            <a:endParaRPr/>
          </a:p>
        </p:txBody>
      </p:sp>
      <p:sp>
        <p:nvSpPr>
          <p:cNvPr id="3833" name="Google Shape;3833;p60"/>
          <p:cNvSpPr txBox="1"/>
          <p:nvPr/>
        </p:nvSpPr>
        <p:spPr>
          <a:xfrm>
            <a:off x="4971345" y="918078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</a:t>
            </a:r>
            <a:endParaRPr/>
          </a:p>
        </p:txBody>
      </p:sp>
      <p:cxnSp>
        <p:nvCxnSpPr>
          <p:cNvPr id="3834" name="Google Shape;3834;p60"/>
          <p:cNvCxnSpPr/>
          <p:nvPr/>
        </p:nvCxnSpPr>
        <p:spPr>
          <a:xfrm>
            <a:off x="4836677" y="3242680"/>
            <a:ext cx="77811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835" name="Google Shape;3835;p60"/>
          <p:cNvSpPr txBox="1"/>
          <p:nvPr/>
        </p:nvSpPr>
        <p:spPr>
          <a:xfrm>
            <a:off x="4921642" y="330815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M2.W1</a:t>
            </a:r>
            <a:endParaRPr/>
          </a:p>
        </p:txBody>
      </p:sp>
      <p:cxnSp>
        <p:nvCxnSpPr>
          <p:cNvPr id="3836" name="Google Shape;3836;p60"/>
          <p:cNvCxnSpPr/>
          <p:nvPr/>
        </p:nvCxnSpPr>
        <p:spPr>
          <a:xfrm>
            <a:off x="5623059" y="3242680"/>
            <a:ext cx="734056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837" name="Google Shape;3837;p60"/>
          <p:cNvSpPr txBox="1"/>
          <p:nvPr/>
        </p:nvSpPr>
        <p:spPr>
          <a:xfrm>
            <a:off x="5695073" y="330815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M2.S1</a:t>
            </a:r>
            <a:endParaRPr/>
          </a:p>
        </p:txBody>
      </p:sp>
      <p:cxnSp>
        <p:nvCxnSpPr>
          <p:cNvPr id="3838" name="Google Shape;3838;p60"/>
          <p:cNvCxnSpPr/>
          <p:nvPr/>
        </p:nvCxnSpPr>
        <p:spPr>
          <a:xfrm rot="10800000">
            <a:off x="5335507" y="1609823"/>
            <a:ext cx="287552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839" name="Google Shape;3839;p60"/>
          <p:cNvSpPr txBox="1"/>
          <p:nvPr/>
        </p:nvSpPr>
        <p:spPr>
          <a:xfrm>
            <a:off x="5171230" y="130607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M2.V1</a:t>
            </a:r>
            <a:endParaRPr/>
          </a:p>
        </p:txBody>
      </p:sp>
      <p:sp>
        <p:nvSpPr>
          <p:cNvPr id="3840" name="Google Shape;3840;p60"/>
          <p:cNvSpPr/>
          <p:nvPr/>
        </p:nvSpPr>
        <p:spPr>
          <a:xfrm rot="-5400000">
            <a:off x="2703815" y="4882055"/>
            <a:ext cx="1980000" cy="6688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841" name="Google Shape;3841;p60"/>
          <p:cNvSpPr txBox="1"/>
          <p:nvPr/>
        </p:nvSpPr>
        <p:spPr>
          <a:xfrm>
            <a:off x="3366341" y="5023175"/>
            <a:ext cx="6688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</p:txBody>
      </p:sp>
      <p:cxnSp>
        <p:nvCxnSpPr>
          <p:cNvPr id="3842" name="Google Shape;3842;p60"/>
          <p:cNvCxnSpPr>
            <a:stCxn id="3843" idx="3"/>
            <a:endCxn id="3844" idx="1"/>
          </p:cNvCxnSpPr>
          <p:nvPr/>
        </p:nvCxnSpPr>
        <p:spPr>
          <a:xfrm>
            <a:off x="5319668" y="4638371"/>
            <a:ext cx="1337400" cy="6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845" name="Google Shape;3845;p60"/>
          <p:cNvSpPr txBox="1"/>
          <p:nvPr/>
        </p:nvSpPr>
        <p:spPr>
          <a:xfrm>
            <a:off x="5630110" y="4361372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V1.CO</a:t>
            </a:r>
            <a:endParaRPr/>
          </a:p>
        </p:txBody>
      </p:sp>
      <p:sp>
        <p:nvSpPr>
          <p:cNvPr id="3843" name="Google Shape;3843;p60"/>
          <p:cNvSpPr/>
          <p:nvPr/>
        </p:nvSpPr>
        <p:spPr>
          <a:xfrm>
            <a:off x="5139668" y="4543267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6" name="Google Shape;3846;p60"/>
          <p:cNvSpPr/>
          <p:nvPr/>
        </p:nvSpPr>
        <p:spPr>
          <a:xfrm>
            <a:off x="5139668" y="5100076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7" name="Google Shape;3847;p60"/>
          <p:cNvSpPr/>
          <p:nvPr/>
        </p:nvSpPr>
        <p:spPr>
          <a:xfrm>
            <a:off x="5144645" y="5663137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48" name="Google Shape;3848;p60"/>
          <p:cNvCxnSpPr>
            <a:endCxn id="3846" idx="1"/>
          </p:cNvCxnSpPr>
          <p:nvPr/>
        </p:nvCxnSpPr>
        <p:spPr>
          <a:xfrm>
            <a:off x="4004468" y="5195180"/>
            <a:ext cx="1135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849" name="Google Shape;3849;p60"/>
          <p:cNvSpPr txBox="1"/>
          <p:nvPr/>
        </p:nvSpPr>
        <p:spPr>
          <a:xfrm>
            <a:off x="4059675" y="4939505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V1.GC</a:t>
            </a:r>
            <a:endParaRPr/>
          </a:p>
        </p:txBody>
      </p:sp>
      <p:sp>
        <p:nvSpPr>
          <p:cNvPr id="3850" name="Google Shape;3850;p60"/>
          <p:cNvSpPr txBox="1"/>
          <p:nvPr/>
        </p:nvSpPr>
        <p:spPr>
          <a:xfrm>
            <a:off x="6519649" y="4859145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3844" name="Google Shape;3844;p60"/>
          <p:cNvSpPr/>
          <p:nvPr/>
        </p:nvSpPr>
        <p:spPr>
          <a:xfrm>
            <a:off x="6656984" y="454945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51" name="Google Shape;3851;p60"/>
          <p:cNvCxnSpPr>
            <a:stCxn id="3847" idx="3"/>
            <a:endCxn id="3852" idx="1"/>
          </p:cNvCxnSpPr>
          <p:nvPr/>
        </p:nvCxnSpPr>
        <p:spPr>
          <a:xfrm flipH="1" rot="10800000">
            <a:off x="5324645" y="5756141"/>
            <a:ext cx="1332300" cy="2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853" name="Google Shape;3853;p60"/>
          <p:cNvSpPr txBox="1"/>
          <p:nvPr/>
        </p:nvSpPr>
        <p:spPr>
          <a:xfrm>
            <a:off x="5630110" y="5500159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V1.CL</a:t>
            </a:r>
            <a:endParaRPr/>
          </a:p>
        </p:txBody>
      </p:sp>
      <p:sp>
        <p:nvSpPr>
          <p:cNvPr id="3852" name="Google Shape;3852;p60"/>
          <p:cNvSpPr/>
          <p:nvPr/>
        </p:nvSpPr>
        <p:spPr>
          <a:xfrm>
            <a:off x="6656984" y="5523136"/>
            <a:ext cx="180000" cy="465843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4" name="Google Shape;3854;p60"/>
          <p:cNvSpPr/>
          <p:nvPr/>
        </p:nvSpPr>
        <p:spPr>
          <a:xfrm rot="-5400000">
            <a:off x="-634202" y="1724519"/>
            <a:ext cx="2920585" cy="1176939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3855" name="Google Shape;3855;p60"/>
          <p:cNvCxnSpPr/>
          <p:nvPr/>
        </p:nvCxnSpPr>
        <p:spPr>
          <a:xfrm rot="10800000">
            <a:off x="219768" y="3246874"/>
            <a:ext cx="1176939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856" name="Google Shape;3856;p60"/>
          <p:cNvSpPr txBox="1"/>
          <p:nvPr/>
        </p:nvSpPr>
        <p:spPr>
          <a:xfrm flipH="1">
            <a:off x="195141" y="3312370"/>
            <a:ext cx="1161975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M1.W2</a:t>
            </a:r>
            <a:endParaRPr/>
          </a:p>
        </p:txBody>
      </p:sp>
      <p:sp>
        <p:nvSpPr>
          <p:cNvPr id="3857" name="Google Shape;3857;p60"/>
          <p:cNvSpPr txBox="1"/>
          <p:nvPr/>
        </p:nvSpPr>
        <p:spPr>
          <a:xfrm>
            <a:off x="350831" y="922380"/>
            <a:ext cx="8505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M1(W)</a:t>
            </a:r>
            <a:endParaRPr/>
          </a:p>
        </p:txBody>
      </p:sp>
      <p:cxnSp>
        <p:nvCxnSpPr>
          <p:cNvPr id="3858" name="Google Shape;3858;p60"/>
          <p:cNvCxnSpPr/>
          <p:nvPr/>
        </p:nvCxnSpPr>
        <p:spPr>
          <a:xfrm>
            <a:off x="1396707" y="3251524"/>
            <a:ext cx="80941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859" name="Google Shape;3859;p60"/>
          <p:cNvSpPr txBox="1"/>
          <p:nvPr/>
        </p:nvSpPr>
        <p:spPr>
          <a:xfrm>
            <a:off x="1522907" y="333151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M1.SW</a:t>
            </a:r>
            <a:endParaRPr/>
          </a:p>
        </p:txBody>
      </p:sp>
      <p:sp>
        <p:nvSpPr>
          <p:cNvPr id="3860" name="Google Shape;3860;p60"/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Cat-6: M1/V1/M2 related</a:t>
            </a:r>
            <a:endParaRPr/>
          </a:p>
        </p:txBody>
      </p:sp>
      <p:sp>
        <p:nvSpPr>
          <p:cNvPr id="3861" name="Google Shape;3861;p60"/>
          <p:cNvSpPr/>
          <p:nvPr/>
        </p:nvSpPr>
        <p:spPr>
          <a:xfrm>
            <a:off x="3567176" y="1386813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62" name="Google Shape;3862;p60"/>
          <p:cNvCxnSpPr/>
          <p:nvPr/>
        </p:nvCxnSpPr>
        <p:spPr>
          <a:xfrm rot="10800000">
            <a:off x="3742654" y="1477132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863" name="Google Shape;3863;p60"/>
          <p:cNvSpPr txBox="1"/>
          <p:nvPr/>
        </p:nvSpPr>
        <p:spPr>
          <a:xfrm>
            <a:off x="3578377" y="117337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M1.CO</a:t>
            </a:r>
            <a:endParaRPr/>
          </a:p>
        </p:txBody>
      </p:sp>
      <p:sp>
        <p:nvSpPr>
          <p:cNvPr id="3864" name="Google Shape;3864;p60"/>
          <p:cNvSpPr/>
          <p:nvPr/>
        </p:nvSpPr>
        <p:spPr>
          <a:xfrm rot="-5400000">
            <a:off x="564680" y="4283475"/>
            <a:ext cx="1980000" cy="19800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865" name="Google Shape;3865;p60"/>
          <p:cNvSpPr/>
          <p:nvPr/>
        </p:nvSpPr>
        <p:spPr>
          <a:xfrm rot="-5400000">
            <a:off x="834680" y="4553475"/>
            <a:ext cx="1440000" cy="14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866" name="Google Shape;3866;p60"/>
          <p:cNvSpPr/>
          <p:nvPr/>
        </p:nvSpPr>
        <p:spPr>
          <a:xfrm>
            <a:off x="1014680" y="4733475"/>
            <a:ext cx="1080000" cy="108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867" name="Google Shape;3867;p60"/>
          <p:cNvSpPr/>
          <p:nvPr/>
        </p:nvSpPr>
        <p:spPr>
          <a:xfrm>
            <a:off x="459269" y="4867979"/>
            <a:ext cx="508113" cy="8446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8" name="Google Shape;3868;p60"/>
          <p:cNvSpPr/>
          <p:nvPr/>
        </p:nvSpPr>
        <p:spPr>
          <a:xfrm rot="-5400000">
            <a:off x="1164500" y="4883627"/>
            <a:ext cx="795158" cy="77969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869" name="Google Shape;3869;p60"/>
          <p:cNvSpPr txBox="1"/>
          <p:nvPr/>
        </p:nvSpPr>
        <p:spPr>
          <a:xfrm>
            <a:off x="866096" y="4588034"/>
            <a:ext cx="362160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3870" name="Google Shape;3870;p60"/>
          <p:cNvSpPr txBox="1"/>
          <p:nvPr/>
        </p:nvSpPr>
        <p:spPr>
          <a:xfrm>
            <a:off x="1631149" y="554879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M1.CC</a:t>
            </a:r>
            <a:endParaRPr/>
          </a:p>
        </p:txBody>
      </p:sp>
      <p:sp>
        <p:nvSpPr>
          <p:cNvPr id="3871" name="Google Shape;3871;p60"/>
          <p:cNvSpPr/>
          <p:nvPr/>
        </p:nvSpPr>
        <p:spPr>
          <a:xfrm>
            <a:off x="1629434" y="5333443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72" name="Google Shape;3872;p60"/>
          <p:cNvCxnSpPr/>
          <p:nvPr/>
        </p:nvCxnSpPr>
        <p:spPr>
          <a:xfrm rot="10800000">
            <a:off x="1803842" y="5431513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873" name="Google Shape;3873;p60"/>
          <p:cNvSpPr/>
          <p:nvPr/>
        </p:nvSpPr>
        <p:spPr>
          <a:xfrm rot="-5400000">
            <a:off x="663907" y="4883627"/>
            <a:ext cx="274662" cy="77969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3874" name="Google Shape;3874;p60"/>
          <p:cNvCxnSpPr>
            <a:stCxn id="3867" idx="2"/>
            <a:endCxn id="3867" idx="0"/>
          </p:cNvCxnSpPr>
          <p:nvPr/>
        </p:nvCxnSpPr>
        <p:spPr>
          <a:xfrm rot="10800000">
            <a:off x="713326" y="4868089"/>
            <a:ext cx="0" cy="844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875" name="Google Shape;3875;p60"/>
          <p:cNvSpPr txBox="1"/>
          <p:nvPr/>
        </p:nvSpPr>
        <p:spPr>
          <a:xfrm>
            <a:off x="155098" y="495771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M1.SC</a:t>
            </a:r>
            <a:endParaRPr/>
          </a:p>
        </p:txBody>
      </p:sp>
      <p:sp>
        <p:nvSpPr>
          <p:cNvPr id="3876" name="Google Shape;3876;p60"/>
          <p:cNvSpPr/>
          <p:nvPr/>
        </p:nvSpPr>
        <p:spPr>
          <a:xfrm>
            <a:off x="2353128" y="1390534"/>
            <a:ext cx="180000" cy="465843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77" name="Google Shape;3877;p60"/>
          <p:cNvCxnSpPr/>
          <p:nvPr/>
        </p:nvCxnSpPr>
        <p:spPr>
          <a:xfrm rot="10800000">
            <a:off x="2524819" y="1524312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878" name="Google Shape;3878;p60"/>
          <p:cNvSpPr txBox="1"/>
          <p:nvPr/>
        </p:nvSpPr>
        <p:spPr>
          <a:xfrm>
            <a:off x="2360542" y="122055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M1.CL</a:t>
            </a:r>
            <a:endParaRPr/>
          </a:p>
        </p:txBody>
      </p:sp>
      <p:sp>
        <p:nvSpPr>
          <p:cNvPr id="3879" name="Google Shape;3879;p60"/>
          <p:cNvSpPr txBox="1"/>
          <p:nvPr/>
        </p:nvSpPr>
        <p:spPr>
          <a:xfrm>
            <a:off x="1326681" y="4312840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M1(C)</a:t>
            </a:r>
            <a:endParaRPr sz="14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880" name="Google Shape;3880;p60"/>
          <p:cNvSpPr txBox="1"/>
          <p:nvPr/>
        </p:nvSpPr>
        <p:spPr>
          <a:xfrm>
            <a:off x="6304964" y="4304770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</a:t>
            </a:r>
            <a:endParaRPr/>
          </a:p>
        </p:txBody>
      </p:sp>
      <p:sp>
        <p:nvSpPr>
          <p:cNvPr id="3881" name="Google Shape;3881;p60"/>
          <p:cNvSpPr txBox="1"/>
          <p:nvPr/>
        </p:nvSpPr>
        <p:spPr>
          <a:xfrm>
            <a:off x="6295392" y="5307257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CO(L)</a:t>
            </a:r>
            <a:endParaRPr/>
          </a:p>
        </p:txBody>
      </p:sp>
      <p:sp>
        <p:nvSpPr>
          <p:cNvPr id="3882" name="Google Shape;3882;p60"/>
          <p:cNvSpPr txBox="1"/>
          <p:nvPr/>
        </p:nvSpPr>
        <p:spPr>
          <a:xfrm>
            <a:off x="1357842" y="5125685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CO(CC)</a:t>
            </a:r>
            <a:endParaRPr/>
          </a:p>
        </p:txBody>
      </p:sp>
      <p:sp>
        <p:nvSpPr>
          <p:cNvPr id="3883" name="Google Shape;3883;p60"/>
          <p:cNvSpPr txBox="1"/>
          <p:nvPr/>
        </p:nvSpPr>
        <p:spPr>
          <a:xfrm>
            <a:off x="7330220" y="5158784"/>
            <a:ext cx="4242876" cy="12003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M1(W) ：Wide M1 (W&gt;=10.0)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WN(C) ：WN covering AC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M1(C) ：M1 interacting (AN &amp; WN(C))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CO(C) ：CO on M1(C) (W=1.2um)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CO(CC)：CO on AC (W=1.2um)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CO(L) ：CO large contact (Area&gt;=1.5um</a:t>
            </a:r>
            <a:r>
              <a:rPr baseline="30000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84" name="Google Shape;3884;p60"/>
          <p:cNvSpPr/>
          <p:nvPr/>
        </p:nvSpPr>
        <p:spPr>
          <a:xfrm>
            <a:off x="2320123" y="502576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85" name="Google Shape;3885;p60"/>
          <p:cNvCxnSpPr/>
          <p:nvPr/>
        </p:nvCxnSpPr>
        <p:spPr>
          <a:xfrm>
            <a:off x="2340053" y="4929930"/>
            <a:ext cx="16007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886" name="Google Shape;3886;p60"/>
          <p:cNvCxnSpPr/>
          <p:nvPr/>
        </p:nvCxnSpPr>
        <p:spPr>
          <a:xfrm rot="10800000">
            <a:off x="2544680" y="4929930"/>
            <a:ext cx="167082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887" name="Google Shape;3887;p60"/>
          <p:cNvCxnSpPr>
            <a:endCxn id="3884" idx="3"/>
          </p:cNvCxnSpPr>
          <p:nvPr/>
        </p:nvCxnSpPr>
        <p:spPr>
          <a:xfrm>
            <a:off x="2500123" y="4914165"/>
            <a:ext cx="0" cy="20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3888" name="Google Shape;3888;p60"/>
          <p:cNvCxnSpPr/>
          <p:nvPr/>
        </p:nvCxnSpPr>
        <p:spPr>
          <a:xfrm>
            <a:off x="2546022" y="4816475"/>
            <a:ext cx="0" cy="20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3889" name="Google Shape;3889;p60"/>
          <p:cNvSpPr txBox="1"/>
          <p:nvPr/>
        </p:nvSpPr>
        <p:spPr>
          <a:xfrm>
            <a:off x="2387280" y="5040144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CO(C)</a:t>
            </a:r>
            <a:endParaRPr/>
          </a:p>
        </p:txBody>
      </p:sp>
      <p:sp>
        <p:nvSpPr>
          <p:cNvPr id="3890" name="Google Shape;3890;p60"/>
          <p:cNvSpPr txBox="1"/>
          <p:nvPr/>
        </p:nvSpPr>
        <p:spPr>
          <a:xfrm>
            <a:off x="2370836" y="449987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 strike="sng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M1.CR</a:t>
            </a:r>
            <a:endParaRPr b="1" sz="1200" strike="sng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3891" name="Google Shape;3891;p60"/>
          <p:cNvCxnSpPr/>
          <p:nvPr/>
        </p:nvCxnSpPr>
        <p:spPr>
          <a:xfrm>
            <a:off x="6677064" y="6114182"/>
            <a:ext cx="16007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892" name="Google Shape;3892;p60"/>
          <p:cNvCxnSpPr/>
          <p:nvPr/>
        </p:nvCxnSpPr>
        <p:spPr>
          <a:xfrm rot="10800000">
            <a:off x="7007898" y="6114182"/>
            <a:ext cx="167082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3893" name="Google Shape;3893;p60"/>
          <p:cNvCxnSpPr/>
          <p:nvPr/>
        </p:nvCxnSpPr>
        <p:spPr>
          <a:xfrm>
            <a:off x="6837134" y="6000727"/>
            <a:ext cx="0" cy="20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3894" name="Google Shape;3894;p60"/>
          <p:cNvCxnSpPr/>
          <p:nvPr/>
        </p:nvCxnSpPr>
        <p:spPr>
          <a:xfrm>
            <a:off x="7009240" y="6000727"/>
            <a:ext cx="0" cy="20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3895" name="Google Shape;3895;p60"/>
          <p:cNvSpPr txBox="1"/>
          <p:nvPr/>
        </p:nvSpPr>
        <p:spPr>
          <a:xfrm>
            <a:off x="6638939" y="624993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M1.CL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896" name="Google Shape;3896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0220" y="866299"/>
            <a:ext cx="4666639" cy="4269845"/>
          </a:xfrm>
          <a:prstGeom prst="rect">
            <a:avLst/>
          </a:prstGeom>
          <a:noFill/>
          <a:ln>
            <a:noFill/>
          </a:ln>
        </p:spPr>
      </p:pic>
      <p:sp>
        <p:nvSpPr>
          <p:cNvPr id="3897" name="Google Shape;3897;p60"/>
          <p:cNvSpPr txBox="1"/>
          <p:nvPr/>
        </p:nvSpPr>
        <p:spPr>
          <a:xfrm>
            <a:off x="2376887" y="464731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M1.CO</a:t>
            </a:r>
            <a:endParaRPr/>
          </a:p>
        </p:txBody>
      </p:sp>
      <p:sp>
        <p:nvSpPr>
          <p:cNvPr id="3898" name="Google Shape;3898;p60"/>
          <p:cNvSpPr txBox="1"/>
          <p:nvPr/>
        </p:nvSpPr>
        <p:spPr>
          <a:xfrm>
            <a:off x="7259969" y="6512237"/>
            <a:ext cx="472313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600">
                <a:solidFill>
                  <a:srgbClr val="FFC000"/>
                </a:solidFill>
                <a:latin typeface="Meiryo"/>
                <a:ea typeface="Meiryo"/>
                <a:cs typeface="Meiryo"/>
                <a:sym typeface="Meiryo"/>
              </a:rPr>
              <a:t>*Strike-through rules are not yet implemented</a:t>
            </a:r>
            <a:endParaRPr/>
          </a:p>
        </p:txBody>
      </p:sp>
      <p:sp>
        <p:nvSpPr>
          <p:cNvPr id="3899" name="Google Shape;3899;p60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3" name="Shape 3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4" name="Google Shape;3904;p61"/>
          <p:cNvGrpSpPr/>
          <p:nvPr/>
        </p:nvGrpSpPr>
        <p:grpSpPr>
          <a:xfrm>
            <a:off x="2221098" y="4038819"/>
            <a:ext cx="3459093" cy="1688920"/>
            <a:chOff x="2716754" y="1145009"/>
            <a:chExt cx="3459093" cy="1688920"/>
          </a:xfrm>
        </p:grpSpPr>
        <p:sp>
          <p:nvSpPr>
            <p:cNvPr id="3905" name="Google Shape;3905;p61"/>
            <p:cNvSpPr/>
            <p:nvPr/>
          </p:nvSpPr>
          <p:spPr>
            <a:xfrm flipH="1" rot="5400000">
              <a:off x="4444604" y="1102686"/>
              <a:ext cx="1688920" cy="1773565"/>
            </a:xfrm>
            <a:prstGeom prst="snip2SameRect">
              <a:avLst>
                <a:gd fmla="val 11411" name="adj1"/>
                <a:gd fmla="val 0" name="adj2"/>
              </a:avLst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6" name="Google Shape;3906;p61"/>
            <p:cNvSpPr/>
            <p:nvPr/>
          </p:nvSpPr>
          <p:spPr>
            <a:xfrm rot="-5400000">
              <a:off x="2724145" y="1137618"/>
              <a:ext cx="1688920" cy="1703702"/>
            </a:xfrm>
            <a:prstGeom prst="snip2SameRect">
              <a:avLst>
                <a:gd fmla="val 11411" name="adj1"/>
                <a:gd fmla="val 0" name="adj2"/>
              </a:avLst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07" name="Google Shape;3907;p61"/>
          <p:cNvGrpSpPr/>
          <p:nvPr/>
        </p:nvGrpSpPr>
        <p:grpSpPr>
          <a:xfrm>
            <a:off x="2221097" y="1221923"/>
            <a:ext cx="3459093" cy="1688920"/>
            <a:chOff x="2716754" y="1145009"/>
            <a:chExt cx="3459093" cy="1688920"/>
          </a:xfrm>
        </p:grpSpPr>
        <p:sp>
          <p:nvSpPr>
            <p:cNvPr id="3908" name="Google Shape;3908;p61"/>
            <p:cNvSpPr/>
            <p:nvPr/>
          </p:nvSpPr>
          <p:spPr>
            <a:xfrm flipH="1" rot="5400000">
              <a:off x="4444604" y="1102686"/>
              <a:ext cx="1688920" cy="1773565"/>
            </a:xfrm>
            <a:prstGeom prst="snip2SameRect">
              <a:avLst>
                <a:gd fmla="val 11411" name="adj1"/>
                <a:gd fmla="val 0" name="adj2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9" name="Google Shape;3909;p61"/>
            <p:cNvSpPr/>
            <p:nvPr/>
          </p:nvSpPr>
          <p:spPr>
            <a:xfrm rot="-5400000">
              <a:off x="2724145" y="1137618"/>
              <a:ext cx="1688920" cy="1703702"/>
            </a:xfrm>
            <a:prstGeom prst="snip2SameRect">
              <a:avLst>
                <a:gd fmla="val 11411" name="adj1"/>
                <a:gd fmla="val 0" name="adj2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10" name="Google Shape;3910;p61"/>
          <p:cNvSpPr/>
          <p:nvPr/>
        </p:nvSpPr>
        <p:spPr>
          <a:xfrm>
            <a:off x="177006" y="616914"/>
            <a:ext cx="6558454" cy="2898938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1" name="Google Shape;3911;p61"/>
          <p:cNvSpPr/>
          <p:nvPr/>
        </p:nvSpPr>
        <p:spPr>
          <a:xfrm>
            <a:off x="727829" y="1214018"/>
            <a:ext cx="648000" cy="166201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912" name="Google Shape;3912;p61"/>
          <p:cNvSpPr/>
          <p:nvPr/>
        </p:nvSpPr>
        <p:spPr>
          <a:xfrm>
            <a:off x="3407763" y="983092"/>
            <a:ext cx="192282" cy="49786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913" name="Google Shape;3913;p61"/>
          <p:cNvSpPr/>
          <p:nvPr/>
        </p:nvSpPr>
        <p:spPr>
          <a:xfrm>
            <a:off x="734476" y="4106418"/>
            <a:ext cx="648000" cy="162946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914" name="Google Shape;3914;p61"/>
          <p:cNvSpPr txBox="1"/>
          <p:nvPr/>
        </p:nvSpPr>
        <p:spPr>
          <a:xfrm>
            <a:off x="177006" y="743601"/>
            <a:ext cx="5913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3915" name="Google Shape;3915;p61"/>
          <p:cNvSpPr txBox="1"/>
          <p:nvPr/>
        </p:nvSpPr>
        <p:spPr>
          <a:xfrm>
            <a:off x="4089580" y="994135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3916" name="Google Shape;3916;p61"/>
          <p:cNvSpPr txBox="1"/>
          <p:nvPr/>
        </p:nvSpPr>
        <p:spPr>
          <a:xfrm>
            <a:off x="736665" y="542815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3917" name="Google Shape;3917;p61"/>
          <p:cNvCxnSpPr/>
          <p:nvPr/>
        </p:nvCxnSpPr>
        <p:spPr>
          <a:xfrm>
            <a:off x="1371203" y="2546729"/>
            <a:ext cx="824396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918" name="Google Shape;3918;p61"/>
          <p:cNvCxnSpPr/>
          <p:nvPr/>
        </p:nvCxnSpPr>
        <p:spPr>
          <a:xfrm>
            <a:off x="1374076" y="4429194"/>
            <a:ext cx="85108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919" name="Google Shape;3919;p61"/>
          <p:cNvSpPr txBox="1"/>
          <p:nvPr/>
        </p:nvSpPr>
        <p:spPr>
          <a:xfrm>
            <a:off x="1474811" y="422183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ANE.AP</a:t>
            </a:r>
            <a:endParaRPr/>
          </a:p>
        </p:txBody>
      </p:sp>
      <p:sp>
        <p:nvSpPr>
          <p:cNvPr id="3920" name="Google Shape;3920;p61"/>
          <p:cNvSpPr/>
          <p:nvPr/>
        </p:nvSpPr>
        <p:spPr>
          <a:xfrm>
            <a:off x="3596813" y="3243270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921" name="Google Shape;3921;p61"/>
          <p:cNvSpPr txBox="1"/>
          <p:nvPr/>
        </p:nvSpPr>
        <p:spPr>
          <a:xfrm>
            <a:off x="3628971" y="3324591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</p:txBody>
      </p:sp>
      <p:sp>
        <p:nvSpPr>
          <p:cNvPr id="3922" name="Google Shape;3922;p61"/>
          <p:cNvSpPr txBox="1"/>
          <p:nvPr/>
        </p:nvSpPr>
        <p:spPr>
          <a:xfrm>
            <a:off x="720718" y="126199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3923" name="Google Shape;3923;p61"/>
          <p:cNvSpPr txBox="1"/>
          <p:nvPr/>
        </p:nvSpPr>
        <p:spPr>
          <a:xfrm>
            <a:off x="1498048" y="2324752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APE.AN</a:t>
            </a:r>
            <a:endParaRPr/>
          </a:p>
        </p:txBody>
      </p:sp>
      <p:sp>
        <p:nvSpPr>
          <p:cNvPr id="3924" name="Google Shape;3924;p61"/>
          <p:cNvSpPr txBox="1"/>
          <p:nvPr/>
        </p:nvSpPr>
        <p:spPr>
          <a:xfrm>
            <a:off x="-1" y="7376"/>
            <a:ext cx="81613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Cat-7: ESD MOS transistor related</a:t>
            </a:r>
            <a:endParaRPr/>
          </a:p>
        </p:txBody>
      </p:sp>
      <p:cxnSp>
        <p:nvCxnSpPr>
          <p:cNvPr id="3925" name="Google Shape;3925;p61"/>
          <p:cNvCxnSpPr/>
          <p:nvPr/>
        </p:nvCxnSpPr>
        <p:spPr>
          <a:xfrm rot="10800000">
            <a:off x="2623887" y="2511250"/>
            <a:ext cx="76497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926" name="Google Shape;3926;p61"/>
          <p:cNvSpPr txBox="1"/>
          <p:nvPr/>
        </p:nvSpPr>
        <p:spPr>
          <a:xfrm>
            <a:off x="3199501" y="1381494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APE.LM</a:t>
            </a:r>
            <a:endParaRPr/>
          </a:p>
        </p:txBody>
      </p:sp>
      <p:sp>
        <p:nvSpPr>
          <p:cNvPr id="3927" name="Google Shape;3927;p61"/>
          <p:cNvSpPr txBox="1"/>
          <p:nvPr/>
        </p:nvSpPr>
        <p:spPr>
          <a:xfrm>
            <a:off x="3743993" y="4300162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ANE.WM</a:t>
            </a:r>
            <a:endParaRPr/>
          </a:p>
        </p:txBody>
      </p:sp>
      <p:sp>
        <p:nvSpPr>
          <p:cNvPr id="3928" name="Google Shape;3928;p61"/>
          <p:cNvSpPr/>
          <p:nvPr/>
        </p:nvSpPr>
        <p:spPr>
          <a:xfrm>
            <a:off x="2449438" y="2402366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9" name="Google Shape;3929;p61"/>
          <p:cNvSpPr/>
          <p:nvPr/>
        </p:nvSpPr>
        <p:spPr>
          <a:xfrm>
            <a:off x="2449438" y="1848254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30" name="Google Shape;3930;p61"/>
          <p:cNvCxnSpPr/>
          <p:nvPr/>
        </p:nvCxnSpPr>
        <p:spPr>
          <a:xfrm rot="10800000">
            <a:off x="2200199" y="1930649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931" name="Google Shape;3931;p61"/>
          <p:cNvCxnSpPr/>
          <p:nvPr/>
        </p:nvCxnSpPr>
        <p:spPr>
          <a:xfrm rot="10800000">
            <a:off x="2450179" y="1933562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932" name="Google Shape;3932;p61"/>
          <p:cNvCxnSpPr/>
          <p:nvPr/>
        </p:nvCxnSpPr>
        <p:spPr>
          <a:xfrm>
            <a:off x="2537033" y="2047624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933" name="Google Shape;3933;p61"/>
          <p:cNvSpPr txBox="1"/>
          <p:nvPr/>
        </p:nvSpPr>
        <p:spPr>
          <a:xfrm>
            <a:off x="2557036" y="21424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COE.S1</a:t>
            </a:r>
            <a:endParaRPr/>
          </a:p>
        </p:txBody>
      </p:sp>
      <p:sp>
        <p:nvSpPr>
          <p:cNvPr id="3934" name="Google Shape;3934;p61"/>
          <p:cNvSpPr txBox="1"/>
          <p:nvPr/>
        </p:nvSpPr>
        <p:spPr>
          <a:xfrm>
            <a:off x="2514676" y="164639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COE.W1</a:t>
            </a:r>
            <a:endParaRPr/>
          </a:p>
        </p:txBody>
      </p:sp>
      <p:sp>
        <p:nvSpPr>
          <p:cNvPr id="3935" name="Google Shape;3935;p61"/>
          <p:cNvSpPr txBox="1"/>
          <p:nvPr/>
        </p:nvSpPr>
        <p:spPr>
          <a:xfrm>
            <a:off x="2673445" y="254092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CSE.GC</a:t>
            </a:r>
            <a:endParaRPr/>
          </a:p>
        </p:txBody>
      </p:sp>
      <p:cxnSp>
        <p:nvCxnSpPr>
          <p:cNvPr id="3936" name="Google Shape;3936;p61"/>
          <p:cNvCxnSpPr/>
          <p:nvPr/>
        </p:nvCxnSpPr>
        <p:spPr>
          <a:xfrm rot="10800000">
            <a:off x="3417880" y="1634898"/>
            <a:ext cx="18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937" name="Google Shape;3937;p61"/>
          <p:cNvCxnSpPr/>
          <p:nvPr/>
        </p:nvCxnSpPr>
        <p:spPr>
          <a:xfrm>
            <a:off x="3789182" y="1222610"/>
            <a:ext cx="0" cy="167426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938" name="Google Shape;3938;p61"/>
          <p:cNvSpPr txBox="1"/>
          <p:nvPr/>
        </p:nvSpPr>
        <p:spPr>
          <a:xfrm>
            <a:off x="3776792" y="1807289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APE.WM</a:t>
            </a:r>
            <a:endParaRPr/>
          </a:p>
        </p:txBody>
      </p:sp>
      <p:cxnSp>
        <p:nvCxnSpPr>
          <p:cNvPr id="3939" name="Google Shape;3939;p61"/>
          <p:cNvCxnSpPr/>
          <p:nvPr/>
        </p:nvCxnSpPr>
        <p:spPr>
          <a:xfrm>
            <a:off x="3743993" y="4019663"/>
            <a:ext cx="6680" cy="171622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940" name="Google Shape;3940;p61"/>
          <p:cNvCxnSpPr/>
          <p:nvPr/>
        </p:nvCxnSpPr>
        <p:spPr>
          <a:xfrm rot="10800000">
            <a:off x="2630891" y="5234914"/>
            <a:ext cx="75797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941" name="Google Shape;3941;p61"/>
          <p:cNvSpPr/>
          <p:nvPr/>
        </p:nvSpPr>
        <p:spPr>
          <a:xfrm>
            <a:off x="2456442" y="5126030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2" name="Google Shape;3942;p61"/>
          <p:cNvSpPr/>
          <p:nvPr/>
        </p:nvSpPr>
        <p:spPr>
          <a:xfrm>
            <a:off x="2456442" y="4571918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43" name="Google Shape;3943;p61"/>
          <p:cNvCxnSpPr/>
          <p:nvPr/>
        </p:nvCxnSpPr>
        <p:spPr>
          <a:xfrm rot="10800000">
            <a:off x="2457183" y="4657226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944" name="Google Shape;3944;p61"/>
          <p:cNvCxnSpPr/>
          <p:nvPr/>
        </p:nvCxnSpPr>
        <p:spPr>
          <a:xfrm>
            <a:off x="2544037" y="4771288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945" name="Google Shape;3945;p61"/>
          <p:cNvSpPr txBox="1"/>
          <p:nvPr/>
        </p:nvSpPr>
        <p:spPr>
          <a:xfrm>
            <a:off x="2564040" y="486608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COE.S1</a:t>
            </a:r>
            <a:endParaRPr/>
          </a:p>
        </p:txBody>
      </p:sp>
      <p:sp>
        <p:nvSpPr>
          <p:cNvPr id="3946" name="Google Shape;3946;p61"/>
          <p:cNvSpPr txBox="1"/>
          <p:nvPr/>
        </p:nvSpPr>
        <p:spPr>
          <a:xfrm>
            <a:off x="2521680" y="437005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COE.W1</a:t>
            </a:r>
            <a:endParaRPr/>
          </a:p>
        </p:txBody>
      </p:sp>
      <p:sp>
        <p:nvSpPr>
          <p:cNvPr id="3947" name="Google Shape;3947;p61"/>
          <p:cNvSpPr txBox="1"/>
          <p:nvPr/>
        </p:nvSpPr>
        <p:spPr>
          <a:xfrm>
            <a:off x="2668712" y="525959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CSE.GC</a:t>
            </a:r>
            <a:endParaRPr/>
          </a:p>
        </p:txBody>
      </p:sp>
      <p:sp>
        <p:nvSpPr>
          <p:cNvPr id="3948" name="Google Shape;3948;p61"/>
          <p:cNvSpPr txBox="1"/>
          <p:nvPr/>
        </p:nvSpPr>
        <p:spPr>
          <a:xfrm>
            <a:off x="1811870" y="196023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COE.AP</a:t>
            </a:r>
            <a:endParaRPr/>
          </a:p>
        </p:txBody>
      </p:sp>
      <p:cxnSp>
        <p:nvCxnSpPr>
          <p:cNvPr id="3949" name="Google Shape;3949;p61"/>
          <p:cNvCxnSpPr/>
          <p:nvPr/>
        </p:nvCxnSpPr>
        <p:spPr>
          <a:xfrm rot="10800000">
            <a:off x="2208191" y="4664937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950" name="Google Shape;3950;p61"/>
          <p:cNvSpPr txBox="1"/>
          <p:nvPr/>
        </p:nvSpPr>
        <p:spPr>
          <a:xfrm>
            <a:off x="1828408" y="469452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COE.AN</a:t>
            </a:r>
            <a:endParaRPr/>
          </a:p>
        </p:txBody>
      </p:sp>
      <p:sp>
        <p:nvSpPr>
          <p:cNvPr id="3951" name="Google Shape;3951;p61"/>
          <p:cNvSpPr/>
          <p:nvPr/>
        </p:nvSpPr>
        <p:spPr>
          <a:xfrm>
            <a:off x="5301653" y="5133577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2" name="Google Shape;3952;p61"/>
          <p:cNvSpPr/>
          <p:nvPr/>
        </p:nvSpPr>
        <p:spPr>
          <a:xfrm>
            <a:off x="5301653" y="4579465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53" name="Google Shape;3953;p61"/>
          <p:cNvCxnSpPr>
            <a:stCxn id="3951" idx="1"/>
          </p:cNvCxnSpPr>
          <p:nvPr/>
        </p:nvCxnSpPr>
        <p:spPr>
          <a:xfrm flipH="1">
            <a:off x="3610853" y="5223577"/>
            <a:ext cx="1690800" cy="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954" name="Google Shape;3954;p61"/>
          <p:cNvSpPr txBox="1"/>
          <p:nvPr/>
        </p:nvSpPr>
        <p:spPr>
          <a:xfrm>
            <a:off x="4026523" y="525959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CDE.GC</a:t>
            </a:r>
            <a:endParaRPr/>
          </a:p>
        </p:txBody>
      </p:sp>
      <p:sp>
        <p:nvSpPr>
          <p:cNvPr id="3955" name="Google Shape;3955;p61"/>
          <p:cNvSpPr txBox="1"/>
          <p:nvPr/>
        </p:nvSpPr>
        <p:spPr>
          <a:xfrm>
            <a:off x="3199501" y="5323538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ANE.LM</a:t>
            </a:r>
            <a:endParaRPr/>
          </a:p>
        </p:txBody>
      </p:sp>
      <p:cxnSp>
        <p:nvCxnSpPr>
          <p:cNvPr id="3956" name="Google Shape;3956;p61"/>
          <p:cNvCxnSpPr/>
          <p:nvPr/>
        </p:nvCxnSpPr>
        <p:spPr>
          <a:xfrm rot="10800000">
            <a:off x="3417880" y="5576942"/>
            <a:ext cx="18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957" name="Google Shape;3957;p61"/>
          <p:cNvSpPr/>
          <p:nvPr/>
        </p:nvSpPr>
        <p:spPr>
          <a:xfrm>
            <a:off x="5301512" y="2385173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8" name="Google Shape;3958;p61"/>
          <p:cNvSpPr/>
          <p:nvPr/>
        </p:nvSpPr>
        <p:spPr>
          <a:xfrm>
            <a:off x="5301512" y="1831061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59" name="Google Shape;3959;p61"/>
          <p:cNvCxnSpPr/>
          <p:nvPr/>
        </p:nvCxnSpPr>
        <p:spPr>
          <a:xfrm flipH="1">
            <a:off x="3609506" y="2494694"/>
            <a:ext cx="1682953" cy="1447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960" name="Google Shape;3960;p61"/>
          <p:cNvSpPr txBox="1"/>
          <p:nvPr/>
        </p:nvSpPr>
        <p:spPr>
          <a:xfrm>
            <a:off x="4034337" y="254875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CDE.GC</a:t>
            </a:r>
            <a:endParaRPr/>
          </a:p>
        </p:txBody>
      </p:sp>
      <p:sp>
        <p:nvSpPr>
          <p:cNvPr id="3961" name="Google Shape;3961;p61"/>
          <p:cNvSpPr/>
          <p:nvPr/>
        </p:nvSpPr>
        <p:spPr>
          <a:xfrm>
            <a:off x="95459" y="533616"/>
            <a:ext cx="6761154" cy="5622821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lg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2" name="Google Shape;3962;p61"/>
          <p:cNvSpPr txBox="1"/>
          <p:nvPr/>
        </p:nvSpPr>
        <p:spPr>
          <a:xfrm>
            <a:off x="151195" y="5856411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ESD</a:t>
            </a:r>
            <a:endParaRPr/>
          </a:p>
        </p:txBody>
      </p:sp>
      <p:cxnSp>
        <p:nvCxnSpPr>
          <p:cNvPr id="3963" name="Google Shape;3963;p61"/>
          <p:cNvCxnSpPr/>
          <p:nvPr/>
        </p:nvCxnSpPr>
        <p:spPr>
          <a:xfrm>
            <a:off x="5457312" y="4038275"/>
            <a:ext cx="22287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964" name="Google Shape;3964;p61"/>
          <p:cNvCxnSpPr/>
          <p:nvPr/>
        </p:nvCxnSpPr>
        <p:spPr>
          <a:xfrm>
            <a:off x="5680190" y="4038275"/>
            <a:ext cx="0" cy="18355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965" name="Google Shape;3965;p61"/>
          <p:cNvSpPr txBox="1"/>
          <p:nvPr/>
        </p:nvSpPr>
        <p:spPr>
          <a:xfrm>
            <a:off x="5676256" y="401966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ANE.XY</a:t>
            </a:r>
            <a:endParaRPr/>
          </a:p>
        </p:txBody>
      </p:sp>
      <p:sp>
        <p:nvSpPr>
          <p:cNvPr id="3966" name="Google Shape;3966;p61"/>
          <p:cNvSpPr txBox="1"/>
          <p:nvPr/>
        </p:nvSpPr>
        <p:spPr>
          <a:xfrm>
            <a:off x="5527376" y="382842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ANE.XY</a:t>
            </a:r>
            <a:endParaRPr/>
          </a:p>
        </p:txBody>
      </p:sp>
      <p:cxnSp>
        <p:nvCxnSpPr>
          <p:cNvPr id="3967" name="Google Shape;3967;p61"/>
          <p:cNvCxnSpPr/>
          <p:nvPr/>
        </p:nvCxnSpPr>
        <p:spPr>
          <a:xfrm>
            <a:off x="5478702" y="1229600"/>
            <a:ext cx="22287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968" name="Google Shape;3968;p61"/>
          <p:cNvCxnSpPr/>
          <p:nvPr/>
        </p:nvCxnSpPr>
        <p:spPr>
          <a:xfrm>
            <a:off x="5701580" y="1229600"/>
            <a:ext cx="0" cy="18355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969" name="Google Shape;3969;p61"/>
          <p:cNvSpPr txBox="1"/>
          <p:nvPr/>
        </p:nvSpPr>
        <p:spPr>
          <a:xfrm>
            <a:off x="5697646" y="121098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APE.XY</a:t>
            </a:r>
            <a:endParaRPr/>
          </a:p>
        </p:txBody>
      </p:sp>
      <p:sp>
        <p:nvSpPr>
          <p:cNvPr id="3970" name="Google Shape;3970;p61"/>
          <p:cNvSpPr txBox="1"/>
          <p:nvPr/>
        </p:nvSpPr>
        <p:spPr>
          <a:xfrm>
            <a:off x="5548766" y="101975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APE.XY</a:t>
            </a:r>
            <a:endParaRPr/>
          </a:p>
        </p:txBody>
      </p:sp>
      <p:sp>
        <p:nvSpPr>
          <p:cNvPr id="3971" name="Google Shape;3971;p61"/>
          <p:cNvSpPr/>
          <p:nvPr/>
        </p:nvSpPr>
        <p:spPr>
          <a:xfrm>
            <a:off x="4546667" y="3395950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id="3972" name="Google Shape;3972;p61"/>
          <p:cNvCxnSpPr/>
          <p:nvPr/>
        </p:nvCxnSpPr>
        <p:spPr>
          <a:xfrm>
            <a:off x="4655367" y="2910843"/>
            <a:ext cx="0" cy="49146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3973" name="Google Shape;3973;p61"/>
          <p:cNvCxnSpPr/>
          <p:nvPr/>
        </p:nvCxnSpPr>
        <p:spPr>
          <a:xfrm>
            <a:off x="4647553" y="3575145"/>
            <a:ext cx="0" cy="49146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974" name="Google Shape;3974;p61"/>
          <p:cNvSpPr txBox="1"/>
          <p:nvPr/>
        </p:nvSpPr>
        <p:spPr>
          <a:xfrm>
            <a:off x="4647553" y="301286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APE.CO</a:t>
            </a:r>
            <a:endParaRPr/>
          </a:p>
        </p:txBody>
      </p:sp>
      <p:sp>
        <p:nvSpPr>
          <p:cNvPr id="3975" name="Google Shape;3975;p61"/>
          <p:cNvSpPr txBox="1"/>
          <p:nvPr/>
        </p:nvSpPr>
        <p:spPr>
          <a:xfrm>
            <a:off x="4655367" y="381495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ANE.CO</a:t>
            </a:r>
            <a:endParaRPr/>
          </a:p>
        </p:txBody>
      </p:sp>
      <p:sp>
        <p:nvSpPr>
          <p:cNvPr id="3976" name="Google Shape;3976;p61"/>
          <p:cNvSpPr txBox="1"/>
          <p:nvPr/>
        </p:nvSpPr>
        <p:spPr>
          <a:xfrm>
            <a:off x="2361727" y="1353835"/>
            <a:ext cx="621030" cy="184666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SOURCE</a:t>
            </a:r>
            <a:endParaRPr/>
          </a:p>
        </p:txBody>
      </p:sp>
      <p:sp>
        <p:nvSpPr>
          <p:cNvPr id="3977" name="Google Shape;3977;p61"/>
          <p:cNvSpPr txBox="1"/>
          <p:nvPr/>
        </p:nvSpPr>
        <p:spPr>
          <a:xfrm>
            <a:off x="4913242" y="1353835"/>
            <a:ext cx="621030" cy="184666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DRAIN</a:t>
            </a:r>
            <a:endParaRPr/>
          </a:p>
        </p:txBody>
      </p:sp>
      <p:sp>
        <p:nvSpPr>
          <p:cNvPr id="3978" name="Google Shape;3978;p61"/>
          <p:cNvSpPr txBox="1"/>
          <p:nvPr/>
        </p:nvSpPr>
        <p:spPr>
          <a:xfrm>
            <a:off x="2361727" y="5486651"/>
            <a:ext cx="621030" cy="184666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SOURCE</a:t>
            </a:r>
            <a:endParaRPr/>
          </a:p>
        </p:txBody>
      </p:sp>
      <p:sp>
        <p:nvSpPr>
          <p:cNvPr id="3979" name="Google Shape;3979;p61"/>
          <p:cNvSpPr txBox="1"/>
          <p:nvPr/>
        </p:nvSpPr>
        <p:spPr>
          <a:xfrm>
            <a:off x="4913242" y="5486651"/>
            <a:ext cx="621030" cy="184666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DRAIN</a:t>
            </a:r>
            <a:endParaRPr/>
          </a:p>
        </p:txBody>
      </p:sp>
      <p:sp>
        <p:nvSpPr>
          <p:cNvPr id="3980" name="Google Shape;3980;p61"/>
          <p:cNvSpPr txBox="1"/>
          <p:nvPr/>
        </p:nvSpPr>
        <p:spPr>
          <a:xfrm>
            <a:off x="6951212" y="4434104"/>
            <a:ext cx="4116711" cy="4616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APE/ANE：AP/AN on ESD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CO(E)  ：CO on ESD</a:t>
            </a:r>
            <a:endParaRPr/>
          </a:p>
        </p:txBody>
      </p:sp>
      <p:pic>
        <p:nvPicPr>
          <p:cNvPr id="3981" name="Google Shape;3981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8452" y="531585"/>
            <a:ext cx="4811496" cy="3797613"/>
          </a:xfrm>
          <a:prstGeom prst="rect">
            <a:avLst/>
          </a:prstGeom>
          <a:noFill/>
          <a:ln>
            <a:noFill/>
          </a:ln>
        </p:spPr>
      </p:pic>
      <p:sp>
        <p:nvSpPr>
          <p:cNvPr id="3982" name="Google Shape;3982;p61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6" name="Shape 3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7" name="Google Shape;3987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00134" y="1024669"/>
            <a:ext cx="5153025" cy="3590925"/>
          </a:xfrm>
          <a:prstGeom prst="rect">
            <a:avLst/>
          </a:prstGeom>
          <a:noFill/>
          <a:ln>
            <a:noFill/>
          </a:ln>
        </p:spPr>
      </p:pic>
      <p:sp>
        <p:nvSpPr>
          <p:cNvPr id="3988" name="Google Shape;3988;p62"/>
          <p:cNvSpPr/>
          <p:nvPr/>
        </p:nvSpPr>
        <p:spPr>
          <a:xfrm rot="-5400000">
            <a:off x="775004" y="1024670"/>
            <a:ext cx="3600000" cy="360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989" name="Google Shape;3989;p62"/>
          <p:cNvSpPr/>
          <p:nvPr/>
        </p:nvSpPr>
        <p:spPr>
          <a:xfrm rot="-5400000">
            <a:off x="955004" y="1204670"/>
            <a:ext cx="3240000" cy="3240000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3990" name="Google Shape;3990;p62"/>
          <p:cNvCxnSpPr/>
          <p:nvPr/>
        </p:nvCxnSpPr>
        <p:spPr>
          <a:xfrm rot="10800000">
            <a:off x="775003" y="2004938"/>
            <a:ext cx="54102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991" name="Google Shape;3991;p62"/>
          <p:cNvSpPr txBox="1"/>
          <p:nvPr/>
        </p:nvSpPr>
        <p:spPr>
          <a:xfrm flipH="1">
            <a:off x="483498" y="2070434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M1.PO</a:t>
            </a:r>
            <a:endParaRPr/>
          </a:p>
        </p:txBody>
      </p:sp>
      <p:sp>
        <p:nvSpPr>
          <p:cNvPr id="3992" name="Google Shape;3992;p62"/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Cat-8: PAD related</a:t>
            </a:r>
            <a:endParaRPr/>
          </a:p>
        </p:txBody>
      </p:sp>
      <p:sp>
        <p:nvSpPr>
          <p:cNvPr id="3993" name="Google Shape;3993;p62"/>
          <p:cNvSpPr/>
          <p:nvPr/>
        </p:nvSpPr>
        <p:spPr>
          <a:xfrm rot="-5400000">
            <a:off x="1315004" y="1564670"/>
            <a:ext cx="2520000" cy="252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994" name="Google Shape;3994;p62"/>
          <p:cNvSpPr txBox="1"/>
          <p:nvPr/>
        </p:nvSpPr>
        <p:spPr>
          <a:xfrm>
            <a:off x="920813" y="1274600"/>
            <a:ext cx="10352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M2(P)</a:t>
            </a:r>
            <a:endParaRPr/>
          </a:p>
        </p:txBody>
      </p:sp>
      <p:sp>
        <p:nvSpPr>
          <p:cNvPr id="3995" name="Google Shape;3995;p62"/>
          <p:cNvSpPr txBox="1"/>
          <p:nvPr/>
        </p:nvSpPr>
        <p:spPr>
          <a:xfrm>
            <a:off x="670689" y="802706"/>
            <a:ext cx="10352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M1(P)</a:t>
            </a:r>
            <a:endParaRPr/>
          </a:p>
        </p:txBody>
      </p:sp>
      <p:cxnSp>
        <p:nvCxnSpPr>
          <p:cNvPr id="3996" name="Google Shape;3996;p62"/>
          <p:cNvCxnSpPr/>
          <p:nvPr/>
        </p:nvCxnSpPr>
        <p:spPr>
          <a:xfrm rot="10800000">
            <a:off x="955003" y="2520946"/>
            <a:ext cx="36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3997" name="Google Shape;3997;p62"/>
          <p:cNvSpPr txBox="1"/>
          <p:nvPr/>
        </p:nvSpPr>
        <p:spPr>
          <a:xfrm>
            <a:off x="1330493" y="1672021"/>
            <a:ext cx="6256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PO</a:t>
            </a:r>
            <a:endParaRPr/>
          </a:p>
        </p:txBody>
      </p:sp>
      <p:sp>
        <p:nvSpPr>
          <p:cNvPr id="3998" name="Google Shape;3998;p62"/>
          <p:cNvSpPr/>
          <p:nvPr/>
        </p:nvSpPr>
        <p:spPr>
          <a:xfrm rot="-5400000">
            <a:off x="4014158" y="2037023"/>
            <a:ext cx="3600000" cy="157529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999" name="Google Shape;3999;p62"/>
          <p:cNvSpPr/>
          <p:nvPr/>
        </p:nvSpPr>
        <p:spPr>
          <a:xfrm rot="-5400000">
            <a:off x="4284156" y="2127024"/>
            <a:ext cx="3240000" cy="1395292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000" name="Google Shape;4000;p62"/>
          <p:cNvSpPr/>
          <p:nvPr/>
        </p:nvSpPr>
        <p:spPr>
          <a:xfrm rot="-5400000">
            <a:off x="4824156" y="2307024"/>
            <a:ext cx="2520000" cy="1035291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001" name="Google Shape;4001;p62"/>
          <p:cNvSpPr txBox="1"/>
          <p:nvPr/>
        </p:nvSpPr>
        <p:spPr>
          <a:xfrm>
            <a:off x="5581999" y="1672021"/>
            <a:ext cx="6256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PO</a:t>
            </a:r>
            <a:endParaRPr/>
          </a:p>
        </p:txBody>
      </p:sp>
      <p:cxnSp>
        <p:nvCxnSpPr>
          <p:cNvPr id="4002" name="Google Shape;4002;p62"/>
          <p:cNvCxnSpPr/>
          <p:nvPr/>
        </p:nvCxnSpPr>
        <p:spPr>
          <a:xfrm flipH="1">
            <a:off x="3849518" y="3418116"/>
            <a:ext cx="1731505" cy="585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003" name="Google Shape;4003;p62"/>
          <p:cNvSpPr/>
          <p:nvPr/>
        </p:nvSpPr>
        <p:spPr>
          <a:xfrm>
            <a:off x="1656467" y="1924669"/>
            <a:ext cx="1800000" cy="180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sp>
        <p:nvSpPr>
          <p:cNvPr id="4004" name="Google Shape;4004;p62"/>
          <p:cNvSpPr/>
          <p:nvPr/>
        </p:nvSpPr>
        <p:spPr>
          <a:xfrm>
            <a:off x="5934254" y="1909476"/>
            <a:ext cx="667548" cy="180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cxnSp>
        <p:nvCxnSpPr>
          <p:cNvPr id="4005" name="Google Shape;4005;p62"/>
          <p:cNvCxnSpPr/>
          <p:nvPr/>
        </p:nvCxnSpPr>
        <p:spPr>
          <a:xfrm rot="10800000">
            <a:off x="1330493" y="3416715"/>
            <a:ext cx="250451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006" name="Google Shape;4006;p62"/>
          <p:cNvSpPr txBox="1"/>
          <p:nvPr/>
        </p:nvSpPr>
        <p:spPr>
          <a:xfrm>
            <a:off x="1640678" y="2056372"/>
            <a:ext cx="8739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V1(P)</a:t>
            </a:r>
            <a:endParaRPr/>
          </a:p>
        </p:txBody>
      </p:sp>
      <p:sp>
        <p:nvSpPr>
          <p:cNvPr id="4007" name="Google Shape;4007;p62"/>
          <p:cNvSpPr txBox="1"/>
          <p:nvPr/>
        </p:nvSpPr>
        <p:spPr>
          <a:xfrm flipH="1">
            <a:off x="483498" y="2637404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M2.PO</a:t>
            </a:r>
            <a:endParaRPr/>
          </a:p>
        </p:txBody>
      </p:sp>
      <p:sp>
        <p:nvSpPr>
          <p:cNvPr id="4008" name="Google Shape;4008;p62"/>
          <p:cNvSpPr txBox="1"/>
          <p:nvPr/>
        </p:nvSpPr>
        <p:spPr>
          <a:xfrm flipH="1">
            <a:off x="2078518" y="3454013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PO.W1</a:t>
            </a:r>
            <a:endParaRPr/>
          </a:p>
        </p:txBody>
      </p:sp>
      <p:sp>
        <p:nvSpPr>
          <p:cNvPr id="4009" name="Google Shape;4009;p62"/>
          <p:cNvSpPr txBox="1"/>
          <p:nvPr/>
        </p:nvSpPr>
        <p:spPr>
          <a:xfrm flipH="1">
            <a:off x="4219983" y="3508008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PO.S1</a:t>
            </a:r>
            <a:endParaRPr/>
          </a:p>
        </p:txBody>
      </p:sp>
      <p:cxnSp>
        <p:nvCxnSpPr>
          <p:cNvPr id="4010" name="Google Shape;4010;p62"/>
          <p:cNvCxnSpPr/>
          <p:nvPr/>
        </p:nvCxnSpPr>
        <p:spPr>
          <a:xfrm rot="10800000">
            <a:off x="3456467" y="2255100"/>
            <a:ext cx="35322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011" name="Google Shape;4011;p62"/>
          <p:cNvSpPr txBox="1"/>
          <p:nvPr/>
        </p:nvSpPr>
        <p:spPr>
          <a:xfrm flipH="1">
            <a:off x="3601692" y="2168336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PO.V1</a:t>
            </a:r>
            <a:endParaRPr/>
          </a:p>
        </p:txBody>
      </p:sp>
      <p:sp>
        <p:nvSpPr>
          <p:cNvPr id="4012" name="Google Shape;4012;p62"/>
          <p:cNvSpPr/>
          <p:nvPr/>
        </p:nvSpPr>
        <p:spPr>
          <a:xfrm rot="-5400000">
            <a:off x="1082143" y="4317529"/>
            <a:ext cx="1083346" cy="1337627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013" name="Google Shape;4013;p62"/>
          <p:cNvSpPr/>
          <p:nvPr/>
        </p:nvSpPr>
        <p:spPr>
          <a:xfrm rot="-5400000">
            <a:off x="756169" y="5592204"/>
            <a:ext cx="1083346" cy="685678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014" name="Google Shape;4014;p62"/>
          <p:cNvSpPr/>
          <p:nvPr/>
        </p:nvSpPr>
        <p:spPr>
          <a:xfrm rot="-5400000">
            <a:off x="3026583" y="4353734"/>
            <a:ext cx="999218" cy="133762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015" name="Google Shape;4015;p62"/>
          <p:cNvSpPr/>
          <p:nvPr/>
        </p:nvSpPr>
        <p:spPr>
          <a:xfrm rot="-5400000">
            <a:off x="3307845" y="5592204"/>
            <a:ext cx="1083346" cy="68567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4016" name="Google Shape;4016;p62"/>
          <p:cNvCxnSpPr/>
          <p:nvPr/>
        </p:nvCxnSpPr>
        <p:spPr>
          <a:xfrm rot="10800000">
            <a:off x="935440" y="4874033"/>
            <a:ext cx="135719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017" name="Google Shape;4017;p62"/>
          <p:cNvCxnSpPr/>
          <p:nvPr/>
        </p:nvCxnSpPr>
        <p:spPr>
          <a:xfrm rot="10800000">
            <a:off x="2077639" y="4084670"/>
            <a:ext cx="0" cy="146769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018" name="Google Shape;4018;p62"/>
          <p:cNvCxnSpPr/>
          <p:nvPr/>
        </p:nvCxnSpPr>
        <p:spPr>
          <a:xfrm rot="10800000">
            <a:off x="2862793" y="4874033"/>
            <a:ext cx="135719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019" name="Google Shape;4019;p62"/>
          <p:cNvCxnSpPr/>
          <p:nvPr/>
        </p:nvCxnSpPr>
        <p:spPr>
          <a:xfrm rot="10800000">
            <a:off x="3071488" y="4084669"/>
            <a:ext cx="0" cy="146769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020" name="Google Shape;4020;p62"/>
          <p:cNvSpPr/>
          <p:nvPr/>
        </p:nvSpPr>
        <p:spPr>
          <a:xfrm>
            <a:off x="4597379" y="5562923"/>
            <a:ext cx="2239251" cy="908512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4021" name="Google Shape;4021;p62"/>
          <p:cNvCxnSpPr/>
          <p:nvPr/>
        </p:nvCxnSpPr>
        <p:spPr>
          <a:xfrm rot="10800000">
            <a:off x="5712445" y="4084669"/>
            <a:ext cx="0" cy="146769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022" name="Google Shape;4022;p62"/>
          <p:cNvSpPr txBox="1"/>
          <p:nvPr/>
        </p:nvSpPr>
        <p:spPr>
          <a:xfrm>
            <a:off x="4700958" y="5894688"/>
            <a:ext cx="203001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AP/AN/GC/M1/M2</a:t>
            </a:r>
            <a:endParaRPr/>
          </a:p>
        </p:txBody>
      </p:sp>
      <p:sp>
        <p:nvSpPr>
          <p:cNvPr id="4023" name="Google Shape;4023;p62"/>
          <p:cNvSpPr txBox="1"/>
          <p:nvPr/>
        </p:nvSpPr>
        <p:spPr>
          <a:xfrm flipH="1">
            <a:off x="5539086" y="4741127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PO.XX</a:t>
            </a:r>
            <a:endParaRPr/>
          </a:p>
        </p:txBody>
      </p:sp>
      <p:sp>
        <p:nvSpPr>
          <p:cNvPr id="4024" name="Google Shape;4024;p62"/>
          <p:cNvSpPr txBox="1"/>
          <p:nvPr/>
        </p:nvSpPr>
        <p:spPr>
          <a:xfrm flipH="1">
            <a:off x="2898039" y="4280297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M1.PE</a:t>
            </a:r>
            <a:endParaRPr/>
          </a:p>
        </p:txBody>
      </p:sp>
      <p:sp>
        <p:nvSpPr>
          <p:cNvPr id="4025" name="Google Shape;4025;p62"/>
          <p:cNvSpPr txBox="1"/>
          <p:nvPr/>
        </p:nvSpPr>
        <p:spPr>
          <a:xfrm flipH="1">
            <a:off x="1237376" y="4337366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M2.PE</a:t>
            </a:r>
            <a:endParaRPr/>
          </a:p>
        </p:txBody>
      </p:sp>
      <p:sp>
        <p:nvSpPr>
          <p:cNvPr id="4026" name="Google Shape;4026;p62"/>
          <p:cNvSpPr txBox="1"/>
          <p:nvPr/>
        </p:nvSpPr>
        <p:spPr>
          <a:xfrm flipH="1">
            <a:off x="1104364" y="4908762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M2.PW</a:t>
            </a:r>
            <a:endParaRPr/>
          </a:p>
        </p:txBody>
      </p:sp>
      <p:sp>
        <p:nvSpPr>
          <p:cNvPr id="4027" name="Google Shape;4027;p62"/>
          <p:cNvSpPr txBox="1"/>
          <p:nvPr/>
        </p:nvSpPr>
        <p:spPr>
          <a:xfrm flipH="1">
            <a:off x="3115311" y="4917283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M1.PW</a:t>
            </a:r>
            <a:endParaRPr/>
          </a:p>
        </p:txBody>
      </p:sp>
      <p:sp>
        <p:nvSpPr>
          <p:cNvPr id="4028" name="Google Shape;4028;p62"/>
          <p:cNvSpPr/>
          <p:nvPr/>
        </p:nvSpPr>
        <p:spPr>
          <a:xfrm>
            <a:off x="6892056" y="3638679"/>
            <a:ext cx="5153025" cy="976915"/>
          </a:xfrm>
          <a:prstGeom prst="rect">
            <a:avLst/>
          </a:prstGeom>
          <a:noFill/>
          <a:ln cap="flat" cmpd="sng" w="19050">
            <a:solidFill>
              <a:srgbClr val="FFC000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029" name="Google Shape;4029;p62"/>
          <p:cNvSpPr txBox="1"/>
          <p:nvPr/>
        </p:nvSpPr>
        <p:spPr>
          <a:xfrm>
            <a:off x="7673437" y="4709693"/>
            <a:ext cx="377649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rgbClr val="FFC000"/>
                </a:solidFill>
                <a:latin typeface="Meiryo"/>
                <a:ea typeface="Meiryo"/>
                <a:cs typeface="Meiryo"/>
                <a:sym typeface="Meiryo"/>
              </a:rPr>
              <a:t>** Not yet implemented</a:t>
            </a:r>
            <a:endParaRPr/>
          </a:p>
        </p:txBody>
      </p:sp>
      <p:sp>
        <p:nvSpPr>
          <p:cNvPr id="4030" name="Google Shape;4030;p62"/>
          <p:cNvSpPr txBox="1"/>
          <p:nvPr/>
        </p:nvSpPr>
        <p:spPr>
          <a:xfrm>
            <a:off x="6852465" y="5080791"/>
            <a:ext cx="4116711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M1(P)：M1 covering PO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M2(P)：M2 covering PO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V1(P)：V1 through M1(P)-M2(P)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31" name="Google Shape;4031;p62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5" name="Shape 4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6" name="Google Shape;4036;p6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JP"/>
              <a:t>Obsolete slides</a:t>
            </a:r>
            <a:endParaRPr/>
          </a:p>
        </p:txBody>
      </p:sp>
      <p:sp>
        <p:nvSpPr>
          <p:cNvPr id="4037" name="Google Shape;4037;p63"/>
          <p:cNvSpPr txBox="1"/>
          <p:nvPr>
            <p:ph idx="1" type="subTitle"/>
          </p:nvPr>
        </p:nvSpPr>
        <p:spPr>
          <a:xfrm>
            <a:off x="1524000" y="3602037"/>
            <a:ext cx="9144000" cy="2133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JP">
                <a:latin typeface="Arial"/>
                <a:ea typeface="Arial"/>
                <a:cs typeface="Arial"/>
                <a:sym typeface="Arial"/>
              </a:rPr>
              <a:t>2026/06/11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JP">
                <a:latin typeface="Arial"/>
                <a:ea typeface="Arial"/>
                <a:cs typeface="Arial"/>
                <a:sym typeface="Arial"/>
              </a:rPr>
              <a:t>Reflected GitHub issues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JP"/>
              <a:t>https://github.com/OpenSUSI/TR-1um/issues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2" name="Shape 4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3" name="Google Shape;4043;p64"/>
          <p:cNvSpPr/>
          <p:nvPr/>
        </p:nvSpPr>
        <p:spPr>
          <a:xfrm>
            <a:off x="1205872" y="2242345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044" name="Google Shape;4044;p64"/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Cat-1: Prohibited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5" name="Google Shape;4045;p64"/>
          <p:cNvSpPr/>
          <p:nvPr/>
        </p:nvSpPr>
        <p:spPr>
          <a:xfrm>
            <a:off x="725272" y="780030"/>
            <a:ext cx="1501200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6" name="Google Shape;4046;p64"/>
          <p:cNvSpPr txBox="1"/>
          <p:nvPr/>
        </p:nvSpPr>
        <p:spPr>
          <a:xfrm>
            <a:off x="1145729" y="2327679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4047" name="Google Shape;4047;p64"/>
          <p:cNvSpPr/>
          <p:nvPr/>
        </p:nvSpPr>
        <p:spPr>
          <a:xfrm>
            <a:off x="1205872" y="1294040"/>
            <a:ext cx="54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048" name="Google Shape;4048;p64"/>
          <p:cNvSpPr txBox="1"/>
          <p:nvPr/>
        </p:nvSpPr>
        <p:spPr>
          <a:xfrm>
            <a:off x="725272" y="837262"/>
            <a:ext cx="5913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4049" name="Google Shape;4049;p64"/>
          <p:cNvSpPr/>
          <p:nvPr/>
        </p:nvSpPr>
        <p:spPr>
          <a:xfrm>
            <a:off x="2420371" y="765375"/>
            <a:ext cx="1501200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0" name="Google Shape;4050;p64"/>
          <p:cNvSpPr txBox="1"/>
          <p:nvPr/>
        </p:nvSpPr>
        <p:spPr>
          <a:xfrm>
            <a:off x="2420371" y="822607"/>
            <a:ext cx="5913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4051" name="Google Shape;4051;p64"/>
          <p:cNvSpPr txBox="1"/>
          <p:nvPr/>
        </p:nvSpPr>
        <p:spPr>
          <a:xfrm>
            <a:off x="1145729" y="1430233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sp>
        <p:nvSpPr>
          <p:cNvPr id="4052" name="Google Shape;4052;p64"/>
          <p:cNvSpPr/>
          <p:nvPr/>
        </p:nvSpPr>
        <p:spPr>
          <a:xfrm>
            <a:off x="2900971" y="2227690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053" name="Google Shape;4053;p64"/>
          <p:cNvSpPr txBox="1"/>
          <p:nvPr/>
        </p:nvSpPr>
        <p:spPr>
          <a:xfrm>
            <a:off x="2840828" y="2313024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4054" name="Google Shape;4054;p64"/>
          <p:cNvSpPr/>
          <p:nvPr/>
        </p:nvSpPr>
        <p:spPr>
          <a:xfrm>
            <a:off x="2900971" y="1279385"/>
            <a:ext cx="540000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055" name="Google Shape;4055;p64"/>
          <p:cNvSpPr txBox="1"/>
          <p:nvPr/>
        </p:nvSpPr>
        <p:spPr>
          <a:xfrm>
            <a:off x="2840828" y="141557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4056" name="Google Shape;4056;p64"/>
          <p:cNvSpPr/>
          <p:nvPr/>
        </p:nvSpPr>
        <p:spPr>
          <a:xfrm>
            <a:off x="888218" y="3969495"/>
            <a:ext cx="22049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057" name="Google Shape;4057;p64"/>
          <p:cNvSpPr/>
          <p:nvPr/>
        </p:nvSpPr>
        <p:spPr>
          <a:xfrm rot="-5400000">
            <a:off x="590049" y="3807445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058" name="Google Shape;4058;p64"/>
          <p:cNvSpPr txBox="1"/>
          <p:nvPr/>
        </p:nvSpPr>
        <p:spPr>
          <a:xfrm>
            <a:off x="1258890" y="3669030"/>
            <a:ext cx="129665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AP+AN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+AC+AR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+GC+GR</a:t>
            </a:r>
            <a:endParaRPr/>
          </a:p>
        </p:txBody>
      </p:sp>
      <p:sp>
        <p:nvSpPr>
          <p:cNvPr id="4059" name="Google Shape;4059;p64"/>
          <p:cNvSpPr/>
          <p:nvPr/>
        </p:nvSpPr>
        <p:spPr>
          <a:xfrm>
            <a:off x="888531" y="5058904"/>
            <a:ext cx="22049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060" name="Google Shape;4060;p64"/>
          <p:cNvSpPr/>
          <p:nvPr/>
        </p:nvSpPr>
        <p:spPr>
          <a:xfrm rot="-5400000">
            <a:off x="590362" y="4896854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061" name="Google Shape;4061;p64"/>
          <p:cNvSpPr txBox="1"/>
          <p:nvPr/>
        </p:nvSpPr>
        <p:spPr>
          <a:xfrm>
            <a:off x="1316633" y="4758440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4062" name="Google Shape;4062;p64"/>
          <p:cNvSpPr/>
          <p:nvPr/>
        </p:nvSpPr>
        <p:spPr>
          <a:xfrm rot="-5400000">
            <a:off x="2452205" y="3807445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063" name="Google Shape;4063;p64"/>
          <p:cNvSpPr txBox="1"/>
          <p:nvPr/>
        </p:nvSpPr>
        <p:spPr>
          <a:xfrm>
            <a:off x="3215960" y="3669030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4064" name="Google Shape;4064;p64"/>
          <p:cNvSpPr/>
          <p:nvPr/>
        </p:nvSpPr>
        <p:spPr>
          <a:xfrm rot="-5400000">
            <a:off x="2452205" y="4896855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065" name="Google Shape;4065;p64"/>
          <p:cNvSpPr txBox="1"/>
          <p:nvPr/>
        </p:nvSpPr>
        <p:spPr>
          <a:xfrm>
            <a:off x="3215960" y="4758440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</a:t>
            </a:r>
            <a:endParaRPr/>
          </a:p>
        </p:txBody>
      </p:sp>
      <p:sp>
        <p:nvSpPr>
          <p:cNvPr id="4066" name="Google Shape;4066;p64"/>
          <p:cNvSpPr txBox="1"/>
          <p:nvPr/>
        </p:nvSpPr>
        <p:spPr>
          <a:xfrm>
            <a:off x="728463" y="3299697"/>
            <a:ext cx="6425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</a:t>
            </a:r>
            <a:endParaRPr/>
          </a:p>
        </p:txBody>
      </p:sp>
      <p:sp>
        <p:nvSpPr>
          <p:cNvPr id="4067" name="Google Shape;4067;p64"/>
          <p:cNvSpPr txBox="1"/>
          <p:nvPr/>
        </p:nvSpPr>
        <p:spPr>
          <a:xfrm>
            <a:off x="2590618" y="3299697"/>
            <a:ext cx="6425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V1</a:t>
            </a:r>
            <a:endParaRPr/>
          </a:p>
        </p:txBody>
      </p:sp>
      <p:sp>
        <p:nvSpPr>
          <p:cNvPr id="4068" name="Google Shape;4068;p64"/>
          <p:cNvSpPr/>
          <p:nvPr/>
        </p:nvSpPr>
        <p:spPr>
          <a:xfrm>
            <a:off x="2770618" y="398234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9" name="Google Shape;4069;p64"/>
          <p:cNvSpPr/>
          <p:nvPr/>
        </p:nvSpPr>
        <p:spPr>
          <a:xfrm>
            <a:off x="2765833" y="5071750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0" name="Google Shape;4070;p64"/>
          <p:cNvSpPr txBox="1"/>
          <p:nvPr/>
        </p:nvSpPr>
        <p:spPr>
          <a:xfrm>
            <a:off x="7740000" y="3499011"/>
            <a:ext cx="3641679" cy="2440692"/>
          </a:xfrm>
          <a:prstGeom prst="rect">
            <a:avLst/>
          </a:prstGeom>
          <a:solidFill>
            <a:srgbClr val="F2CDED"/>
          </a:solidFill>
          <a:ln cap="flat" cmpd="sng" w="9525">
            <a:solidFill>
              <a:srgbClr val="BABA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None/>
            </a:pPr>
            <a:r>
              <a:rPr b="1" i="0" lang="en-JP" sz="1200" u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Function:</a:t>
            </a:r>
            <a:br>
              <a:rPr b="1" i="0" lang="en-JP" sz="1200" u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1" i="0" lang="en-JP" sz="1200" u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JP" sz="1200" u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Wmin/max:	L1 Width min/max</a:t>
            </a: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Smin/max:	L1 Space min/max (L1=L2)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Smin/max:	L1 Separate L2 min/max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None/>
            </a:pPr>
            <a:r>
              <a:rPr b="1" i="0" lang="en-JP" sz="1200" u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Emin/max:	L1 Enclosed L2  min/max</a:t>
            </a: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None/>
            </a:pPr>
            <a:r>
              <a:rPr b="1" i="0" lang="en-JP" sz="1200" u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Fmin/max:	L1 Enclosing L2 min/max</a:t>
            </a: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None/>
            </a:pPr>
            <a:r>
              <a:rPr b="1" i="0" lang="en-JP" sz="1200" u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ECmin:	MOS Endcap</a:t>
            </a:r>
            <a:r>
              <a:rPr b="1" i="0" lang="en-JP" sz="1200" u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min</a:t>
            </a:r>
            <a:endParaRPr b="1" i="0" sz="1200" u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None/>
            </a:pPr>
            <a:r>
              <a:rPr b="1" i="0" lang="en-JP" sz="1200" u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Wfix:	L1 Windth equal</a:t>
            </a: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None/>
            </a:pPr>
            <a:r>
              <a:rPr b="1" i="0" lang="en-JP" sz="1200" u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Sfix:	Space equal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None/>
            </a:pPr>
            <a:r>
              <a:rPr b="1" i="0" lang="en-JP" sz="1200" u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Donut:	L1</a:t>
            </a:r>
            <a:r>
              <a:rPr b="1" i="0" lang="en-JP" sz="1200" u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Souuounded by L2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None:	Not</a:t>
            </a: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Exist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71" name="Google Shape;4071;p64"/>
          <p:cNvSpPr/>
          <p:nvPr/>
        </p:nvSpPr>
        <p:spPr>
          <a:xfrm rot="-5400000">
            <a:off x="3964164" y="3807444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072" name="Google Shape;4072;p64"/>
          <p:cNvSpPr txBox="1"/>
          <p:nvPr/>
        </p:nvSpPr>
        <p:spPr>
          <a:xfrm>
            <a:off x="4727919" y="3669029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4073" name="Google Shape;4073;p64"/>
          <p:cNvSpPr/>
          <p:nvPr/>
        </p:nvSpPr>
        <p:spPr>
          <a:xfrm rot="-5400000">
            <a:off x="3964164" y="4896854"/>
            <a:ext cx="816828" cy="54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074" name="Google Shape;4074;p64"/>
          <p:cNvSpPr txBox="1"/>
          <p:nvPr/>
        </p:nvSpPr>
        <p:spPr>
          <a:xfrm>
            <a:off x="4727919" y="4758439"/>
            <a:ext cx="540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</a:t>
            </a:r>
            <a:endParaRPr/>
          </a:p>
        </p:txBody>
      </p:sp>
      <p:sp>
        <p:nvSpPr>
          <p:cNvPr id="4075" name="Google Shape;4075;p64"/>
          <p:cNvSpPr txBox="1"/>
          <p:nvPr/>
        </p:nvSpPr>
        <p:spPr>
          <a:xfrm>
            <a:off x="4102577" y="3299696"/>
            <a:ext cx="6425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PO</a:t>
            </a:r>
            <a:endParaRPr/>
          </a:p>
        </p:txBody>
      </p:sp>
      <p:sp>
        <p:nvSpPr>
          <p:cNvPr id="4076" name="Google Shape;4076;p64"/>
          <p:cNvSpPr/>
          <p:nvPr/>
        </p:nvSpPr>
        <p:spPr>
          <a:xfrm>
            <a:off x="4282577" y="3982340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7" name="Google Shape;4077;p64"/>
          <p:cNvSpPr/>
          <p:nvPr/>
        </p:nvSpPr>
        <p:spPr>
          <a:xfrm>
            <a:off x="4277792" y="5071749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8" name="Google Shape;4078;p64"/>
          <p:cNvSpPr/>
          <p:nvPr/>
        </p:nvSpPr>
        <p:spPr>
          <a:xfrm rot="-5400000">
            <a:off x="5909728" y="765375"/>
            <a:ext cx="1080000" cy="1080000"/>
          </a:xfrm>
          <a:prstGeom prst="rect">
            <a:avLst/>
          </a:prstGeom>
          <a:noFill/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079" name="Google Shape;4079;p64"/>
          <p:cNvSpPr txBox="1"/>
          <p:nvPr/>
        </p:nvSpPr>
        <p:spPr>
          <a:xfrm>
            <a:off x="5835655" y="754427"/>
            <a:ext cx="64259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PO</a:t>
            </a:r>
            <a:endParaRPr/>
          </a:p>
        </p:txBody>
      </p:sp>
      <p:sp>
        <p:nvSpPr>
          <p:cNvPr id="4080" name="Google Shape;4080;p64"/>
          <p:cNvSpPr/>
          <p:nvPr/>
        </p:nvSpPr>
        <p:spPr>
          <a:xfrm>
            <a:off x="6179728" y="1035375"/>
            <a:ext cx="540000" cy="540000"/>
          </a:xfrm>
          <a:prstGeom prst="rect">
            <a:avLst/>
          </a:prstGeom>
          <a:noFill/>
          <a:ln cap="flat" cmpd="sng" w="19050">
            <a:solidFill>
              <a:srgbClr val="7030A0"/>
            </a:solidFill>
            <a:prstDash val="lg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1" name="Google Shape;4081;p64"/>
          <p:cNvSpPr txBox="1"/>
          <p:nvPr/>
        </p:nvSpPr>
        <p:spPr>
          <a:xfrm>
            <a:off x="6287150" y="1134707"/>
            <a:ext cx="871400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V1(P)</a:t>
            </a:r>
            <a:endParaRPr/>
          </a:p>
        </p:txBody>
      </p:sp>
      <p:sp>
        <p:nvSpPr>
          <p:cNvPr id="4082" name="Google Shape;4082;p64"/>
          <p:cNvSpPr txBox="1"/>
          <p:nvPr/>
        </p:nvSpPr>
        <p:spPr>
          <a:xfrm>
            <a:off x="7740000" y="6386141"/>
            <a:ext cx="4116711" cy="30777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V1(P)：V1 on PE</a:t>
            </a:r>
            <a:endParaRPr/>
          </a:p>
        </p:txBody>
      </p:sp>
      <p:graphicFrame>
        <p:nvGraphicFramePr>
          <p:cNvPr id="4083" name="Google Shape;4083;p64"/>
          <p:cNvGraphicFramePr/>
          <p:nvPr/>
        </p:nvGraphicFramePr>
        <p:xfrm>
          <a:off x="7740000" y="7792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{01C53A63-FCD8-45D1-99B7-E1A805D13903}</a:tableStyleId>
              </a:tblPr>
              <a:tblGrid>
                <a:gridCol w="659375"/>
                <a:gridCol w="659375"/>
                <a:gridCol w="1023150"/>
                <a:gridCol w="780625"/>
                <a:gridCol w="598725"/>
                <a:gridCol w="598725"/>
              </a:tblGrid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Rule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L1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L2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Func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MIN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MAX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WN.Z1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WN(R)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None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0.0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WN.Z2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WN(C)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None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0.0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WN.Z3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WN(C)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None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0.0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CO.Z1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AA+GC+GR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None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0.0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CO.Z3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None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0.0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V1.Z1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V1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None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0.0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V1.Z2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V1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None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0.0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PO.Z1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PO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None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0.0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PO.Z2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PO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None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0.0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PO.Z3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PO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V1(P)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Exist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0.0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</a:tbl>
          </a:graphicData>
        </a:graphic>
      </p:graphicFrame>
      <p:sp>
        <p:nvSpPr>
          <p:cNvPr id="4084" name="Google Shape;4084;p64"/>
          <p:cNvSpPr/>
          <p:nvPr/>
        </p:nvSpPr>
        <p:spPr>
          <a:xfrm>
            <a:off x="4108620" y="765375"/>
            <a:ext cx="1501200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5" name="Google Shape;4085;p64"/>
          <p:cNvSpPr txBox="1"/>
          <p:nvPr/>
        </p:nvSpPr>
        <p:spPr>
          <a:xfrm>
            <a:off x="4108620" y="822607"/>
            <a:ext cx="5913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4086" name="Google Shape;4086;p64"/>
          <p:cNvSpPr/>
          <p:nvPr/>
        </p:nvSpPr>
        <p:spPr>
          <a:xfrm>
            <a:off x="4589220" y="1279385"/>
            <a:ext cx="540000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087" name="Google Shape;4087;p64"/>
          <p:cNvSpPr txBox="1"/>
          <p:nvPr/>
        </p:nvSpPr>
        <p:spPr>
          <a:xfrm>
            <a:off x="4529077" y="141557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4088" name="Google Shape;4088;p64"/>
          <p:cNvSpPr/>
          <p:nvPr/>
        </p:nvSpPr>
        <p:spPr>
          <a:xfrm>
            <a:off x="4589220" y="2222461"/>
            <a:ext cx="54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089" name="Google Shape;4089;p64"/>
          <p:cNvSpPr txBox="1"/>
          <p:nvPr/>
        </p:nvSpPr>
        <p:spPr>
          <a:xfrm>
            <a:off x="4529077" y="2358654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sp>
        <p:nvSpPr>
          <p:cNvPr id="4090" name="Google Shape;4090;p64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5" name="Shape 4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" name="Google Shape;4096;p65"/>
          <p:cNvSpPr/>
          <p:nvPr/>
        </p:nvSpPr>
        <p:spPr>
          <a:xfrm>
            <a:off x="2539707" y="3627645"/>
            <a:ext cx="2364182" cy="109377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097" name="Google Shape;4097;p65"/>
          <p:cNvSpPr/>
          <p:nvPr/>
        </p:nvSpPr>
        <p:spPr>
          <a:xfrm rot="-5400000">
            <a:off x="3264832" y="3370611"/>
            <a:ext cx="826049" cy="145488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grpSp>
        <p:nvGrpSpPr>
          <p:cNvPr id="4098" name="Google Shape;4098;p65"/>
          <p:cNvGrpSpPr/>
          <p:nvPr/>
        </p:nvGrpSpPr>
        <p:grpSpPr>
          <a:xfrm>
            <a:off x="2539708" y="4542049"/>
            <a:ext cx="2364182" cy="1093773"/>
            <a:chOff x="1473910" y="3899640"/>
            <a:chExt cx="2340000" cy="2340000"/>
          </a:xfrm>
        </p:grpSpPr>
        <p:sp>
          <p:nvSpPr>
            <p:cNvPr id="4099" name="Google Shape;4099;p65"/>
            <p:cNvSpPr/>
            <p:nvPr/>
          </p:nvSpPr>
          <p:spPr>
            <a:xfrm>
              <a:off x="1473910" y="3899640"/>
              <a:ext cx="2340000" cy="2340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4100" name="Google Shape;4100;p65"/>
            <p:cNvSpPr/>
            <p:nvPr/>
          </p:nvSpPr>
          <p:spPr>
            <a:xfrm rot="-5400000">
              <a:off x="1880418" y="4349640"/>
              <a:ext cx="1440000" cy="144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4101" name="Google Shape;4101;p65"/>
          <p:cNvSpPr/>
          <p:nvPr/>
        </p:nvSpPr>
        <p:spPr>
          <a:xfrm>
            <a:off x="2932237" y="1048610"/>
            <a:ext cx="1009574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102" name="Google Shape;4102;p65"/>
          <p:cNvSpPr/>
          <p:nvPr/>
        </p:nvSpPr>
        <p:spPr>
          <a:xfrm>
            <a:off x="5996847" y="596304"/>
            <a:ext cx="1501200" cy="234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3" name="Google Shape;4103;p65"/>
          <p:cNvSpPr/>
          <p:nvPr/>
        </p:nvSpPr>
        <p:spPr>
          <a:xfrm>
            <a:off x="5996847" y="3457702"/>
            <a:ext cx="1501200" cy="1542709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4" name="Google Shape;4104;p65"/>
          <p:cNvSpPr/>
          <p:nvPr/>
        </p:nvSpPr>
        <p:spPr>
          <a:xfrm>
            <a:off x="4469043" y="1058018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105" name="Google Shape;4105;p65"/>
          <p:cNvSpPr/>
          <p:nvPr/>
        </p:nvSpPr>
        <p:spPr>
          <a:xfrm>
            <a:off x="2201296" y="596304"/>
            <a:ext cx="3246910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6" name="Google Shape;4106;p65"/>
          <p:cNvSpPr/>
          <p:nvPr/>
        </p:nvSpPr>
        <p:spPr>
          <a:xfrm>
            <a:off x="2914109" y="1985355"/>
            <a:ext cx="1021704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107" name="Google Shape;4107;p65"/>
          <p:cNvSpPr/>
          <p:nvPr/>
        </p:nvSpPr>
        <p:spPr>
          <a:xfrm>
            <a:off x="4469043" y="1990898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108" name="Google Shape;4108;p65"/>
          <p:cNvSpPr txBox="1"/>
          <p:nvPr/>
        </p:nvSpPr>
        <p:spPr>
          <a:xfrm>
            <a:off x="2934149" y="105801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sp>
        <p:nvSpPr>
          <p:cNvPr id="4109" name="Google Shape;4109;p65"/>
          <p:cNvSpPr txBox="1"/>
          <p:nvPr/>
        </p:nvSpPr>
        <p:spPr>
          <a:xfrm>
            <a:off x="4371107" y="1121743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4110" name="Google Shape;4110;p65"/>
          <p:cNvCxnSpPr/>
          <p:nvPr/>
        </p:nvCxnSpPr>
        <p:spPr>
          <a:xfrm>
            <a:off x="5448943" y="813220"/>
            <a:ext cx="53087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111" name="Google Shape;4111;p65"/>
          <p:cNvCxnSpPr/>
          <p:nvPr/>
        </p:nvCxnSpPr>
        <p:spPr>
          <a:xfrm>
            <a:off x="3935813" y="2244845"/>
            <a:ext cx="53104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112" name="Google Shape;4112;p65"/>
          <p:cNvSpPr txBox="1"/>
          <p:nvPr/>
        </p:nvSpPr>
        <p:spPr>
          <a:xfrm>
            <a:off x="5424573" y="83752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WN.S2</a:t>
            </a:r>
            <a:endParaRPr/>
          </a:p>
        </p:txBody>
      </p:sp>
      <p:cxnSp>
        <p:nvCxnSpPr>
          <p:cNvPr id="4113" name="Google Shape;4113;p65"/>
          <p:cNvCxnSpPr/>
          <p:nvPr/>
        </p:nvCxnSpPr>
        <p:spPr>
          <a:xfrm>
            <a:off x="4897953" y="2244508"/>
            <a:ext cx="539114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114" name="Google Shape;4114;p65"/>
          <p:cNvSpPr/>
          <p:nvPr/>
        </p:nvSpPr>
        <p:spPr>
          <a:xfrm>
            <a:off x="169599" y="596302"/>
            <a:ext cx="1500657" cy="1544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5" name="Google Shape;4115;p65"/>
          <p:cNvSpPr txBox="1"/>
          <p:nvPr/>
        </p:nvSpPr>
        <p:spPr>
          <a:xfrm>
            <a:off x="4875037" y="231093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AN.WR</a:t>
            </a:r>
            <a:endParaRPr/>
          </a:p>
        </p:txBody>
      </p:sp>
      <p:sp>
        <p:nvSpPr>
          <p:cNvPr id="4116" name="Google Shape;4116;p65"/>
          <p:cNvSpPr txBox="1"/>
          <p:nvPr/>
        </p:nvSpPr>
        <p:spPr>
          <a:xfrm>
            <a:off x="3901301" y="231093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AR.AN</a:t>
            </a:r>
            <a:endParaRPr/>
          </a:p>
        </p:txBody>
      </p:sp>
      <p:cxnSp>
        <p:nvCxnSpPr>
          <p:cNvPr id="4117" name="Google Shape;4117;p65"/>
          <p:cNvCxnSpPr/>
          <p:nvPr/>
        </p:nvCxnSpPr>
        <p:spPr>
          <a:xfrm>
            <a:off x="3669006" y="1588610"/>
            <a:ext cx="0" cy="392998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118" name="Google Shape;4118;p65"/>
          <p:cNvSpPr txBox="1"/>
          <p:nvPr/>
        </p:nvSpPr>
        <p:spPr>
          <a:xfrm>
            <a:off x="3624043" y="168143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AR.S1</a:t>
            </a:r>
            <a:endParaRPr/>
          </a:p>
        </p:txBody>
      </p:sp>
      <p:sp>
        <p:nvSpPr>
          <p:cNvPr id="4119" name="Google Shape;4119;p65"/>
          <p:cNvSpPr/>
          <p:nvPr/>
        </p:nvSpPr>
        <p:spPr>
          <a:xfrm>
            <a:off x="2220650" y="3457703"/>
            <a:ext cx="3231142" cy="2340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0" name="Google Shape;4120;p65"/>
          <p:cNvSpPr/>
          <p:nvPr/>
        </p:nvSpPr>
        <p:spPr>
          <a:xfrm>
            <a:off x="3156173" y="4809727"/>
            <a:ext cx="1009573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121" name="Google Shape;4121;p65"/>
          <p:cNvSpPr txBox="1"/>
          <p:nvPr/>
        </p:nvSpPr>
        <p:spPr>
          <a:xfrm>
            <a:off x="2233739" y="3483122"/>
            <a:ext cx="525666" cy="4924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(C)</a:t>
            </a:r>
            <a:endParaRPr/>
          </a:p>
        </p:txBody>
      </p:sp>
      <p:cxnSp>
        <p:nvCxnSpPr>
          <p:cNvPr id="4122" name="Google Shape;4122;p65"/>
          <p:cNvCxnSpPr>
            <a:endCxn id="4100" idx="2"/>
          </p:cNvCxnSpPr>
          <p:nvPr/>
        </p:nvCxnSpPr>
        <p:spPr>
          <a:xfrm flipH="1" rot="10800000">
            <a:off x="4165598" y="5088936"/>
            <a:ext cx="239700" cy="4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123" name="Google Shape;4123;p65"/>
          <p:cNvCxnSpPr/>
          <p:nvPr/>
        </p:nvCxnSpPr>
        <p:spPr>
          <a:xfrm>
            <a:off x="4903891" y="5093522"/>
            <a:ext cx="5479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124" name="Google Shape;4124;p65"/>
          <p:cNvSpPr txBox="1"/>
          <p:nvPr/>
        </p:nvSpPr>
        <p:spPr>
          <a:xfrm>
            <a:off x="4883823" y="51284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AN.WC</a:t>
            </a:r>
            <a:endParaRPr/>
          </a:p>
        </p:txBody>
      </p:sp>
      <p:sp>
        <p:nvSpPr>
          <p:cNvPr id="4125" name="Google Shape;4125;p65"/>
          <p:cNvSpPr txBox="1"/>
          <p:nvPr/>
        </p:nvSpPr>
        <p:spPr>
          <a:xfrm>
            <a:off x="4186432" y="485699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AC.AN</a:t>
            </a:r>
            <a:endParaRPr/>
          </a:p>
        </p:txBody>
      </p:sp>
      <p:sp>
        <p:nvSpPr>
          <p:cNvPr id="4126" name="Google Shape;4126;p65"/>
          <p:cNvSpPr/>
          <p:nvPr/>
        </p:nvSpPr>
        <p:spPr>
          <a:xfrm>
            <a:off x="6477447" y="2058619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127" name="Google Shape;4127;p65"/>
          <p:cNvSpPr txBox="1"/>
          <p:nvPr/>
        </p:nvSpPr>
        <p:spPr>
          <a:xfrm>
            <a:off x="6417304" y="2143953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4128" name="Google Shape;4128;p65"/>
          <p:cNvCxnSpPr/>
          <p:nvPr/>
        </p:nvCxnSpPr>
        <p:spPr>
          <a:xfrm rot="10800000">
            <a:off x="3685646" y="2933024"/>
            <a:ext cx="0" cy="52467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129" name="Google Shape;4129;p65"/>
          <p:cNvSpPr txBox="1"/>
          <p:nvPr/>
        </p:nvSpPr>
        <p:spPr>
          <a:xfrm>
            <a:off x="3652237" y="311461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WN.S4</a:t>
            </a:r>
            <a:endParaRPr/>
          </a:p>
        </p:txBody>
      </p:sp>
      <p:sp>
        <p:nvSpPr>
          <p:cNvPr id="4130" name="Google Shape;4130;p65"/>
          <p:cNvSpPr/>
          <p:nvPr/>
        </p:nvSpPr>
        <p:spPr>
          <a:xfrm>
            <a:off x="168560" y="3457701"/>
            <a:ext cx="1507146" cy="1487735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1" name="Google Shape;4131;p65"/>
          <p:cNvSpPr/>
          <p:nvPr/>
        </p:nvSpPr>
        <p:spPr>
          <a:xfrm>
            <a:off x="649927" y="1098502"/>
            <a:ext cx="54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132" name="Google Shape;4132;p65"/>
          <p:cNvSpPr/>
          <p:nvPr/>
        </p:nvSpPr>
        <p:spPr>
          <a:xfrm>
            <a:off x="649927" y="3931568"/>
            <a:ext cx="540000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133" name="Google Shape;4133;p65"/>
          <p:cNvSpPr txBox="1"/>
          <p:nvPr/>
        </p:nvSpPr>
        <p:spPr>
          <a:xfrm>
            <a:off x="589784" y="4016902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4134" name="Google Shape;4134;p65"/>
          <p:cNvSpPr txBox="1"/>
          <p:nvPr/>
        </p:nvSpPr>
        <p:spPr>
          <a:xfrm>
            <a:off x="589784" y="1183836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cxnSp>
        <p:nvCxnSpPr>
          <p:cNvPr id="4135" name="Google Shape;4135;p65"/>
          <p:cNvCxnSpPr/>
          <p:nvPr/>
        </p:nvCxnSpPr>
        <p:spPr>
          <a:xfrm>
            <a:off x="1670256" y="949589"/>
            <a:ext cx="53104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136" name="Google Shape;4136;p65"/>
          <p:cNvSpPr txBox="1"/>
          <p:nvPr/>
        </p:nvSpPr>
        <p:spPr>
          <a:xfrm>
            <a:off x="1614646" y="97981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WN.S5</a:t>
            </a:r>
            <a:endParaRPr/>
          </a:p>
        </p:txBody>
      </p:sp>
      <p:cxnSp>
        <p:nvCxnSpPr>
          <p:cNvPr id="4137" name="Google Shape;4137;p65"/>
          <p:cNvCxnSpPr/>
          <p:nvPr/>
        </p:nvCxnSpPr>
        <p:spPr>
          <a:xfrm>
            <a:off x="1670256" y="3884941"/>
            <a:ext cx="55108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138" name="Google Shape;4138;p65"/>
          <p:cNvSpPr txBox="1"/>
          <p:nvPr/>
        </p:nvSpPr>
        <p:spPr>
          <a:xfrm>
            <a:off x="1623432" y="365813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WN.S6</a:t>
            </a:r>
            <a:endParaRPr/>
          </a:p>
        </p:txBody>
      </p:sp>
      <p:cxnSp>
        <p:nvCxnSpPr>
          <p:cNvPr id="4139" name="Google Shape;4139;p65"/>
          <p:cNvCxnSpPr/>
          <p:nvPr/>
        </p:nvCxnSpPr>
        <p:spPr>
          <a:xfrm>
            <a:off x="5458787" y="3884941"/>
            <a:ext cx="5605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140" name="Google Shape;4140;p65"/>
          <p:cNvSpPr txBox="1"/>
          <p:nvPr/>
        </p:nvSpPr>
        <p:spPr>
          <a:xfrm>
            <a:off x="5445593" y="368502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WN.S3</a:t>
            </a:r>
            <a:endParaRPr/>
          </a:p>
        </p:txBody>
      </p:sp>
      <p:cxnSp>
        <p:nvCxnSpPr>
          <p:cNvPr id="4141" name="Google Shape;4141;p65"/>
          <p:cNvCxnSpPr/>
          <p:nvPr/>
        </p:nvCxnSpPr>
        <p:spPr>
          <a:xfrm>
            <a:off x="3913962" y="4818852"/>
            <a:ext cx="0" cy="528306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142" name="Google Shape;4142;p65"/>
          <p:cNvSpPr txBox="1"/>
          <p:nvPr/>
        </p:nvSpPr>
        <p:spPr>
          <a:xfrm>
            <a:off x="3320330" y="500041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AC.W1</a:t>
            </a:r>
            <a:endParaRPr/>
          </a:p>
        </p:txBody>
      </p:sp>
      <p:cxnSp>
        <p:nvCxnSpPr>
          <p:cNvPr id="4143" name="Google Shape;4143;p65"/>
          <p:cNvCxnSpPr/>
          <p:nvPr/>
        </p:nvCxnSpPr>
        <p:spPr>
          <a:xfrm>
            <a:off x="2201296" y="2262080"/>
            <a:ext cx="72215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144" name="Google Shape;4144;p65"/>
          <p:cNvSpPr txBox="1"/>
          <p:nvPr/>
        </p:nvSpPr>
        <p:spPr>
          <a:xfrm>
            <a:off x="2225983" y="231093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AR.WR</a:t>
            </a:r>
            <a:endParaRPr/>
          </a:p>
        </p:txBody>
      </p:sp>
      <p:cxnSp>
        <p:nvCxnSpPr>
          <p:cNvPr id="4145" name="Google Shape;4145;p65"/>
          <p:cNvCxnSpPr/>
          <p:nvPr/>
        </p:nvCxnSpPr>
        <p:spPr>
          <a:xfrm>
            <a:off x="2220751" y="5064622"/>
            <a:ext cx="92663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146" name="Google Shape;4146;p65"/>
          <p:cNvSpPr txBox="1"/>
          <p:nvPr/>
        </p:nvSpPr>
        <p:spPr>
          <a:xfrm>
            <a:off x="2245438" y="51284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AC.WC</a:t>
            </a:r>
            <a:endParaRPr/>
          </a:p>
        </p:txBody>
      </p:sp>
      <p:sp>
        <p:nvSpPr>
          <p:cNvPr id="4147" name="Google Shape;4147;p65"/>
          <p:cNvSpPr txBox="1"/>
          <p:nvPr/>
        </p:nvSpPr>
        <p:spPr>
          <a:xfrm>
            <a:off x="3856495" y="451709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AC.S1</a:t>
            </a:r>
            <a:endParaRPr/>
          </a:p>
        </p:txBody>
      </p:sp>
      <p:cxnSp>
        <p:nvCxnSpPr>
          <p:cNvPr id="4148" name="Google Shape;4148;p65"/>
          <p:cNvCxnSpPr/>
          <p:nvPr/>
        </p:nvCxnSpPr>
        <p:spPr>
          <a:xfrm>
            <a:off x="6001493" y="3884941"/>
            <a:ext cx="151880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149" name="Google Shape;4149;p65"/>
          <p:cNvCxnSpPr/>
          <p:nvPr/>
        </p:nvCxnSpPr>
        <p:spPr>
          <a:xfrm rot="10800000">
            <a:off x="6747447" y="2936304"/>
            <a:ext cx="1" cy="52139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150" name="Google Shape;4150;p65"/>
          <p:cNvSpPr txBox="1"/>
          <p:nvPr/>
        </p:nvSpPr>
        <p:spPr>
          <a:xfrm>
            <a:off x="6419473" y="3685752"/>
            <a:ext cx="655948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WN.W1</a:t>
            </a:r>
            <a:endParaRPr/>
          </a:p>
        </p:txBody>
      </p:sp>
      <p:sp>
        <p:nvSpPr>
          <p:cNvPr id="4151" name="Google Shape;4151;p65"/>
          <p:cNvSpPr txBox="1"/>
          <p:nvPr/>
        </p:nvSpPr>
        <p:spPr>
          <a:xfrm>
            <a:off x="6391712" y="3126871"/>
            <a:ext cx="711471" cy="18466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WN.S1</a:t>
            </a:r>
            <a:endParaRPr/>
          </a:p>
        </p:txBody>
      </p:sp>
      <p:sp>
        <p:nvSpPr>
          <p:cNvPr id="4152" name="Google Shape;4152;p65"/>
          <p:cNvSpPr/>
          <p:nvPr/>
        </p:nvSpPr>
        <p:spPr>
          <a:xfrm>
            <a:off x="6477447" y="3959056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153" name="Google Shape;4153;p65"/>
          <p:cNvSpPr txBox="1"/>
          <p:nvPr/>
        </p:nvSpPr>
        <p:spPr>
          <a:xfrm>
            <a:off x="6417304" y="4044390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4154" name="Google Shape;4154;p65"/>
          <p:cNvSpPr/>
          <p:nvPr/>
        </p:nvSpPr>
        <p:spPr>
          <a:xfrm>
            <a:off x="6477447" y="1110314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155" name="Google Shape;4155;p65"/>
          <p:cNvSpPr txBox="1"/>
          <p:nvPr/>
        </p:nvSpPr>
        <p:spPr>
          <a:xfrm>
            <a:off x="6417304" y="119564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4156" name="Google Shape;4156;p65"/>
          <p:cNvSpPr/>
          <p:nvPr/>
        </p:nvSpPr>
        <p:spPr>
          <a:xfrm>
            <a:off x="247602" y="5365703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157" name="Google Shape;4157;p65"/>
          <p:cNvSpPr txBox="1"/>
          <p:nvPr/>
        </p:nvSpPr>
        <p:spPr>
          <a:xfrm>
            <a:off x="133459" y="5428371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4158" name="Google Shape;4158;p65"/>
          <p:cNvCxnSpPr>
            <a:endCxn id="4156" idx="0"/>
          </p:cNvCxnSpPr>
          <p:nvPr/>
        </p:nvCxnSpPr>
        <p:spPr>
          <a:xfrm>
            <a:off x="463602" y="4955303"/>
            <a:ext cx="0" cy="410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159" name="Google Shape;4159;p65"/>
          <p:cNvSpPr/>
          <p:nvPr/>
        </p:nvSpPr>
        <p:spPr>
          <a:xfrm>
            <a:off x="1118919" y="5365703"/>
            <a:ext cx="4320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160" name="Google Shape;4160;p65"/>
          <p:cNvSpPr txBox="1"/>
          <p:nvPr/>
        </p:nvSpPr>
        <p:spPr>
          <a:xfrm>
            <a:off x="1004776" y="5428371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4161" name="Google Shape;4161;p65"/>
          <p:cNvCxnSpPr>
            <a:endCxn id="4159" idx="0"/>
          </p:cNvCxnSpPr>
          <p:nvPr/>
        </p:nvCxnSpPr>
        <p:spPr>
          <a:xfrm>
            <a:off x="1334919" y="4945403"/>
            <a:ext cx="0" cy="420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162" name="Google Shape;4162;p65"/>
          <p:cNvSpPr txBox="1"/>
          <p:nvPr/>
        </p:nvSpPr>
        <p:spPr>
          <a:xfrm>
            <a:off x="137958" y="3502633"/>
            <a:ext cx="64226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(C)</a:t>
            </a:r>
            <a:endParaRPr/>
          </a:p>
        </p:txBody>
      </p:sp>
      <p:sp>
        <p:nvSpPr>
          <p:cNvPr id="4163" name="Google Shape;4163;p65"/>
          <p:cNvSpPr txBox="1"/>
          <p:nvPr/>
        </p:nvSpPr>
        <p:spPr>
          <a:xfrm>
            <a:off x="2222941" y="630145"/>
            <a:ext cx="535450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(R)</a:t>
            </a:r>
            <a:endParaRPr/>
          </a:p>
        </p:txBody>
      </p:sp>
      <p:sp>
        <p:nvSpPr>
          <p:cNvPr id="4164" name="Google Shape;4164;p65"/>
          <p:cNvSpPr txBox="1"/>
          <p:nvPr/>
        </p:nvSpPr>
        <p:spPr>
          <a:xfrm>
            <a:off x="175012" y="626114"/>
            <a:ext cx="64226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(R)</a:t>
            </a:r>
            <a:endParaRPr/>
          </a:p>
        </p:txBody>
      </p:sp>
      <p:sp>
        <p:nvSpPr>
          <p:cNvPr id="4165" name="Google Shape;4165;p65"/>
          <p:cNvSpPr/>
          <p:nvPr/>
        </p:nvSpPr>
        <p:spPr>
          <a:xfrm>
            <a:off x="205492" y="2504304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166" name="Google Shape;4166;p65"/>
          <p:cNvSpPr txBox="1"/>
          <p:nvPr/>
        </p:nvSpPr>
        <p:spPr>
          <a:xfrm>
            <a:off x="91349" y="2566972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4167" name="Google Shape;4167;p65"/>
          <p:cNvCxnSpPr>
            <a:endCxn id="4165" idx="0"/>
          </p:cNvCxnSpPr>
          <p:nvPr/>
        </p:nvCxnSpPr>
        <p:spPr>
          <a:xfrm>
            <a:off x="421492" y="2151804"/>
            <a:ext cx="0" cy="352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168" name="Google Shape;4168;p65"/>
          <p:cNvSpPr/>
          <p:nvPr/>
        </p:nvSpPr>
        <p:spPr>
          <a:xfrm>
            <a:off x="1074468" y="2504304"/>
            <a:ext cx="4320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169" name="Google Shape;4169;p65"/>
          <p:cNvSpPr txBox="1"/>
          <p:nvPr/>
        </p:nvSpPr>
        <p:spPr>
          <a:xfrm>
            <a:off x="954359" y="2566972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4170" name="Google Shape;4170;p65"/>
          <p:cNvCxnSpPr>
            <a:endCxn id="4168" idx="0"/>
          </p:cNvCxnSpPr>
          <p:nvPr/>
        </p:nvCxnSpPr>
        <p:spPr>
          <a:xfrm>
            <a:off x="1290468" y="2173404"/>
            <a:ext cx="0" cy="3309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171" name="Google Shape;4171;p65"/>
          <p:cNvSpPr/>
          <p:nvPr/>
        </p:nvSpPr>
        <p:spPr>
          <a:xfrm>
            <a:off x="6106383" y="5355493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172" name="Google Shape;4172;p65"/>
          <p:cNvSpPr txBox="1"/>
          <p:nvPr/>
        </p:nvSpPr>
        <p:spPr>
          <a:xfrm>
            <a:off x="5992240" y="541921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4173" name="Google Shape;4173;p65"/>
          <p:cNvCxnSpPr>
            <a:endCxn id="4171" idx="0"/>
          </p:cNvCxnSpPr>
          <p:nvPr/>
        </p:nvCxnSpPr>
        <p:spPr>
          <a:xfrm>
            <a:off x="6322383" y="5016493"/>
            <a:ext cx="0" cy="339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174" name="Google Shape;4174;p65"/>
          <p:cNvSpPr txBox="1"/>
          <p:nvPr/>
        </p:nvSpPr>
        <p:spPr>
          <a:xfrm>
            <a:off x="5639840" y="5053679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WN.AN</a:t>
            </a:r>
            <a:endParaRPr/>
          </a:p>
        </p:txBody>
      </p:sp>
      <p:sp>
        <p:nvSpPr>
          <p:cNvPr id="4175" name="Google Shape;4175;p65"/>
          <p:cNvSpPr/>
          <p:nvPr/>
        </p:nvSpPr>
        <p:spPr>
          <a:xfrm>
            <a:off x="6977700" y="5345648"/>
            <a:ext cx="4320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176" name="Google Shape;4176;p65"/>
          <p:cNvSpPr txBox="1"/>
          <p:nvPr/>
        </p:nvSpPr>
        <p:spPr>
          <a:xfrm>
            <a:off x="6863557" y="5409373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4177" name="Google Shape;4177;p65"/>
          <p:cNvCxnSpPr>
            <a:endCxn id="4175" idx="0"/>
          </p:cNvCxnSpPr>
          <p:nvPr/>
        </p:nvCxnSpPr>
        <p:spPr>
          <a:xfrm>
            <a:off x="7193700" y="5006648"/>
            <a:ext cx="0" cy="339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178" name="Google Shape;4178;p65"/>
          <p:cNvSpPr txBox="1"/>
          <p:nvPr/>
        </p:nvSpPr>
        <p:spPr>
          <a:xfrm>
            <a:off x="6488301" y="5053679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WN.AP</a:t>
            </a:r>
            <a:endParaRPr/>
          </a:p>
        </p:txBody>
      </p:sp>
      <p:sp>
        <p:nvSpPr>
          <p:cNvPr id="4179" name="Google Shape;4179;p65"/>
          <p:cNvSpPr txBox="1"/>
          <p:nvPr/>
        </p:nvSpPr>
        <p:spPr>
          <a:xfrm>
            <a:off x="6866658" y="664949"/>
            <a:ext cx="5913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4180" name="Google Shape;4180;p65"/>
          <p:cNvSpPr txBox="1"/>
          <p:nvPr/>
        </p:nvSpPr>
        <p:spPr>
          <a:xfrm>
            <a:off x="5996736" y="3481046"/>
            <a:ext cx="5913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4181" name="Google Shape;4181;p65"/>
          <p:cNvSpPr txBox="1"/>
          <p:nvPr/>
        </p:nvSpPr>
        <p:spPr>
          <a:xfrm>
            <a:off x="388730" y="2204628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WN.AN</a:t>
            </a:r>
            <a:endParaRPr/>
          </a:p>
        </p:txBody>
      </p:sp>
      <p:sp>
        <p:nvSpPr>
          <p:cNvPr id="4182" name="Google Shape;4182;p65"/>
          <p:cNvSpPr txBox="1"/>
          <p:nvPr/>
        </p:nvSpPr>
        <p:spPr>
          <a:xfrm>
            <a:off x="1237191" y="2204628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WN.AP</a:t>
            </a:r>
            <a:endParaRPr/>
          </a:p>
        </p:txBody>
      </p:sp>
      <p:sp>
        <p:nvSpPr>
          <p:cNvPr id="4183" name="Google Shape;4183;p65"/>
          <p:cNvSpPr txBox="1"/>
          <p:nvPr/>
        </p:nvSpPr>
        <p:spPr>
          <a:xfrm>
            <a:off x="417698" y="5017070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WN.AN</a:t>
            </a:r>
            <a:endParaRPr/>
          </a:p>
        </p:txBody>
      </p:sp>
      <p:sp>
        <p:nvSpPr>
          <p:cNvPr id="4184" name="Google Shape;4184;p65"/>
          <p:cNvSpPr txBox="1"/>
          <p:nvPr/>
        </p:nvSpPr>
        <p:spPr>
          <a:xfrm>
            <a:off x="1266159" y="5017070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WN.AP</a:t>
            </a:r>
            <a:endParaRPr/>
          </a:p>
        </p:txBody>
      </p:sp>
      <p:sp>
        <p:nvSpPr>
          <p:cNvPr id="4185" name="Google Shape;4185;p65"/>
          <p:cNvSpPr txBox="1"/>
          <p:nvPr/>
        </p:nvSpPr>
        <p:spPr>
          <a:xfrm>
            <a:off x="-1" y="7376"/>
            <a:ext cx="795664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Cat-2: WN to AP/AN/AR/AC related</a:t>
            </a:r>
            <a:endParaRPr/>
          </a:p>
        </p:txBody>
      </p:sp>
      <p:sp>
        <p:nvSpPr>
          <p:cNvPr id="4186" name="Google Shape;4186;p65"/>
          <p:cNvSpPr txBox="1"/>
          <p:nvPr/>
        </p:nvSpPr>
        <p:spPr>
          <a:xfrm>
            <a:off x="4314535" y="3884247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4187" name="Google Shape;4187;p65"/>
          <p:cNvCxnSpPr/>
          <p:nvPr/>
        </p:nvCxnSpPr>
        <p:spPr>
          <a:xfrm>
            <a:off x="3147386" y="5185079"/>
            <a:ext cx="101836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188" name="Google Shape;4188;p65"/>
          <p:cNvSpPr/>
          <p:nvPr/>
        </p:nvSpPr>
        <p:spPr>
          <a:xfrm rot="-5400000">
            <a:off x="3292780" y="3477508"/>
            <a:ext cx="742654" cy="12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189" name="Google Shape;4189;p65"/>
          <p:cNvSpPr txBox="1"/>
          <p:nvPr/>
        </p:nvSpPr>
        <p:spPr>
          <a:xfrm>
            <a:off x="2579756" y="426597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AC.GC</a:t>
            </a:r>
            <a:endParaRPr/>
          </a:p>
        </p:txBody>
      </p:sp>
      <p:sp>
        <p:nvSpPr>
          <p:cNvPr id="4190" name="Google Shape;4190;p65"/>
          <p:cNvSpPr/>
          <p:nvPr/>
        </p:nvSpPr>
        <p:spPr>
          <a:xfrm>
            <a:off x="3156912" y="3836445"/>
            <a:ext cx="1010424" cy="54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191" name="Google Shape;4191;p65"/>
          <p:cNvSpPr txBox="1"/>
          <p:nvPr/>
        </p:nvSpPr>
        <p:spPr>
          <a:xfrm>
            <a:off x="3156911" y="3858605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cxnSp>
        <p:nvCxnSpPr>
          <p:cNvPr id="4192" name="Google Shape;4192;p65"/>
          <p:cNvCxnSpPr/>
          <p:nvPr/>
        </p:nvCxnSpPr>
        <p:spPr>
          <a:xfrm>
            <a:off x="3913962" y="4386234"/>
            <a:ext cx="0" cy="437363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193" name="Google Shape;4193;p65"/>
          <p:cNvCxnSpPr/>
          <p:nvPr/>
        </p:nvCxnSpPr>
        <p:spPr>
          <a:xfrm rot="10800000">
            <a:off x="2857115" y="4222808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sm" w="sm" type="none"/>
          </a:ln>
        </p:spPr>
      </p:cxnSp>
      <p:cxnSp>
        <p:nvCxnSpPr>
          <p:cNvPr id="4194" name="Google Shape;4194;p65"/>
          <p:cNvCxnSpPr/>
          <p:nvPr/>
        </p:nvCxnSpPr>
        <p:spPr>
          <a:xfrm>
            <a:off x="3147386" y="4220870"/>
            <a:ext cx="16912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sm" w="sm" type="none"/>
          </a:ln>
        </p:spPr>
      </p:cxnSp>
      <p:sp>
        <p:nvSpPr>
          <p:cNvPr id="4195" name="Google Shape;4195;p65"/>
          <p:cNvSpPr txBox="1"/>
          <p:nvPr/>
        </p:nvSpPr>
        <p:spPr>
          <a:xfrm>
            <a:off x="7714948" y="5016437"/>
            <a:ext cx="4116711" cy="95410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WN(R)：WN overlapped 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WN(C)：WN overlapped AC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AN(C)：AN in WN(C)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4196" name="Google Shape;4196;p65"/>
          <p:cNvGraphicFramePr/>
          <p:nvPr/>
        </p:nvGraphicFramePr>
        <p:xfrm>
          <a:off x="7666852" y="313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{01C53A63-FCD8-45D1-99B7-E1A805D13903}</a:tableStyleId>
              </a:tblPr>
              <a:tblGrid>
                <a:gridCol w="659375"/>
                <a:gridCol w="659375"/>
                <a:gridCol w="1023150"/>
                <a:gridCol w="780625"/>
                <a:gridCol w="598725"/>
                <a:gridCol w="598725"/>
              </a:tblGrid>
              <a:tr h="20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Rule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L1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L2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Func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MIN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MAX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</a:tr>
              <a:tr h="20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WN.W1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8.0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</a:tr>
              <a:tr h="20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WN.S1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12.0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</a:tr>
              <a:tr h="20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WN.S2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WN(R)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9.5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</a:tr>
              <a:tr h="20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WN.S3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WN(C)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12.0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</a:tr>
              <a:tr h="20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WN.S4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WN(R)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WN(C)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9.5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</a:tr>
              <a:tr h="20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WN.S5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WN(R)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WN(R)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8.0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</a:tr>
              <a:tr h="20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WN.S6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WN(C)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WN(C)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12.0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</a:tr>
              <a:tr h="20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WN.AP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5.0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</a:tr>
              <a:tr h="20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WN.AN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10.0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</a:tr>
              <a:tr h="20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AR.S1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AR 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4.0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</a:tr>
              <a:tr h="20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AR.WR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WN(R)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Emin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10.0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</a:tr>
              <a:tr h="20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AN.WR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WN(R)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Emin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5.0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</a:tr>
              <a:tr h="20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AR.AN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4.0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</a:tr>
              <a:tr h="20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AC.W1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Wmin/max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28.5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120.0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</a:tr>
              <a:tr h="20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AC.S1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</a:tr>
              <a:tr h="20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AC.WC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WN(C)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Emin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i="0" lang="en-JP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8.0</a:t>
                      </a:r>
                      <a:endParaRPr/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</a:tr>
              <a:tr h="20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AN.WC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WN(C)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Emin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</a:tr>
              <a:tr h="20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AC.AN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Sfix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2.8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</a:tr>
              <a:tr h="20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AC.GC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GC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Efix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</a:tr>
              <a:tr h="20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AC.R1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AN(C)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Donut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0.0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775" marB="0" marR="7775" marL="7775" anchor="ctr"/>
                </a:tc>
              </a:tr>
            </a:tbl>
          </a:graphicData>
        </a:graphic>
      </p:graphicFrame>
      <p:sp>
        <p:nvSpPr>
          <p:cNvPr id="4197" name="Google Shape;4197;p65"/>
          <p:cNvSpPr txBox="1"/>
          <p:nvPr/>
        </p:nvSpPr>
        <p:spPr>
          <a:xfrm>
            <a:off x="4339650" y="419012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AC.R1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98" name="Google Shape;4198;p65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2" name="Shape 4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3" name="Google Shape;4203;p66"/>
          <p:cNvSpPr/>
          <p:nvPr/>
        </p:nvSpPr>
        <p:spPr>
          <a:xfrm>
            <a:off x="6083248" y="5006894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04" name="Google Shape;4204;p66"/>
          <p:cNvSpPr/>
          <p:nvPr/>
        </p:nvSpPr>
        <p:spPr>
          <a:xfrm>
            <a:off x="672663" y="540000"/>
            <a:ext cx="6558454" cy="2898938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5" name="Google Shape;4205;p66"/>
          <p:cNvSpPr/>
          <p:nvPr/>
        </p:nvSpPr>
        <p:spPr>
          <a:xfrm>
            <a:off x="3303701" y="3996620"/>
            <a:ext cx="1943845" cy="8121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06" name="Google Shape;4206;p66"/>
          <p:cNvSpPr/>
          <p:nvPr/>
        </p:nvSpPr>
        <p:spPr>
          <a:xfrm>
            <a:off x="3303701" y="1171930"/>
            <a:ext cx="1943845" cy="4843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07" name="Google Shape;4207;p66"/>
          <p:cNvSpPr/>
          <p:nvPr/>
        </p:nvSpPr>
        <p:spPr>
          <a:xfrm>
            <a:off x="3284065" y="5167765"/>
            <a:ext cx="1943845" cy="48439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08" name="Google Shape;4208;p66"/>
          <p:cNvSpPr/>
          <p:nvPr/>
        </p:nvSpPr>
        <p:spPr>
          <a:xfrm>
            <a:off x="3303701" y="2059372"/>
            <a:ext cx="1943845" cy="76665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09" name="Google Shape;4209;p66"/>
          <p:cNvSpPr/>
          <p:nvPr/>
        </p:nvSpPr>
        <p:spPr>
          <a:xfrm>
            <a:off x="6071942" y="2182695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10" name="Google Shape;4210;p66"/>
          <p:cNvSpPr/>
          <p:nvPr/>
        </p:nvSpPr>
        <p:spPr>
          <a:xfrm>
            <a:off x="3915702" y="906179"/>
            <a:ext cx="180000" cy="4917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11" name="Google Shape;4211;p66"/>
          <p:cNvSpPr/>
          <p:nvPr/>
        </p:nvSpPr>
        <p:spPr>
          <a:xfrm>
            <a:off x="6078589" y="4013944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12" name="Google Shape;4212;p66"/>
          <p:cNvSpPr txBox="1"/>
          <p:nvPr/>
        </p:nvSpPr>
        <p:spPr>
          <a:xfrm>
            <a:off x="672663" y="666687"/>
            <a:ext cx="5913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4213" name="Google Shape;4213;p66"/>
          <p:cNvSpPr txBox="1"/>
          <p:nvPr/>
        </p:nvSpPr>
        <p:spPr>
          <a:xfrm>
            <a:off x="3290688" y="2170808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(M)</a:t>
            </a:r>
            <a:endParaRPr/>
          </a:p>
        </p:txBody>
      </p:sp>
      <p:sp>
        <p:nvSpPr>
          <p:cNvPr id="4214" name="Google Shape;4214;p66"/>
          <p:cNvSpPr txBox="1"/>
          <p:nvPr/>
        </p:nvSpPr>
        <p:spPr>
          <a:xfrm>
            <a:off x="3316574" y="4162280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(M)</a:t>
            </a:r>
            <a:endParaRPr/>
          </a:p>
        </p:txBody>
      </p:sp>
      <p:sp>
        <p:nvSpPr>
          <p:cNvPr id="4215" name="Google Shape;4215;p66"/>
          <p:cNvSpPr txBox="1"/>
          <p:nvPr/>
        </p:nvSpPr>
        <p:spPr>
          <a:xfrm>
            <a:off x="6080778" y="5335683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4216" name="Google Shape;4216;p66"/>
          <p:cNvCxnSpPr/>
          <p:nvPr/>
        </p:nvCxnSpPr>
        <p:spPr>
          <a:xfrm>
            <a:off x="2801355" y="2559635"/>
            <a:ext cx="50234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217" name="Google Shape;4217;p66"/>
          <p:cNvCxnSpPr>
            <a:endCxn id="4209" idx="1"/>
          </p:cNvCxnSpPr>
          <p:nvPr/>
        </p:nvCxnSpPr>
        <p:spPr>
          <a:xfrm>
            <a:off x="5247542" y="2506695"/>
            <a:ext cx="8244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218" name="Google Shape;4218;p66"/>
          <p:cNvCxnSpPr/>
          <p:nvPr/>
        </p:nvCxnSpPr>
        <p:spPr>
          <a:xfrm>
            <a:off x="4906987" y="2059372"/>
            <a:ext cx="8394" cy="78141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219" name="Google Shape;4219;p66"/>
          <p:cNvCxnSpPr>
            <a:stCxn id="4209" idx="1"/>
            <a:endCxn id="4209" idx="3"/>
          </p:cNvCxnSpPr>
          <p:nvPr/>
        </p:nvCxnSpPr>
        <p:spPr>
          <a:xfrm>
            <a:off x="6071942" y="2506695"/>
            <a:ext cx="648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220" name="Google Shape;4220;p66"/>
          <p:cNvSpPr/>
          <p:nvPr/>
        </p:nvSpPr>
        <p:spPr>
          <a:xfrm>
            <a:off x="6066478" y="1166315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4221" name="Google Shape;4221;p66"/>
          <p:cNvCxnSpPr>
            <a:stCxn id="4220" idx="2"/>
            <a:endCxn id="4209" idx="0"/>
          </p:cNvCxnSpPr>
          <p:nvPr/>
        </p:nvCxnSpPr>
        <p:spPr>
          <a:xfrm>
            <a:off x="6390478" y="1814315"/>
            <a:ext cx="5400" cy="368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222" name="Google Shape;4222;p66"/>
          <p:cNvCxnSpPr/>
          <p:nvPr/>
        </p:nvCxnSpPr>
        <p:spPr>
          <a:xfrm>
            <a:off x="2805858" y="4325419"/>
            <a:ext cx="50360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223" name="Google Shape;4223;p66"/>
          <p:cNvCxnSpPr/>
          <p:nvPr/>
        </p:nvCxnSpPr>
        <p:spPr>
          <a:xfrm>
            <a:off x="5231984" y="4337944"/>
            <a:ext cx="85108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224" name="Google Shape;4224;p66"/>
          <p:cNvCxnSpPr>
            <a:stCxn id="4211" idx="1"/>
            <a:endCxn id="4211" idx="3"/>
          </p:cNvCxnSpPr>
          <p:nvPr/>
        </p:nvCxnSpPr>
        <p:spPr>
          <a:xfrm>
            <a:off x="6078589" y="4337944"/>
            <a:ext cx="648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225" name="Google Shape;4225;p66"/>
          <p:cNvCxnSpPr/>
          <p:nvPr/>
        </p:nvCxnSpPr>
        <p:spPr>
          <a:xfrm>
            <a:off x="4906987" y="4025151"/>
            <a:ext cx="0" cy="78362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226" name="Google Shape;4226;p66"/>
          <p:cNvCxnSpPr>
            <a:stCxn id="4211" idx="2"/>
            <a:endCxn id="4203" idx="0"/>
          </p:cNvCxnSpPr>
          <p:nvPr/>
        </p:nvCxnSpPr>
        <p:spPr>
          <a:xfrm>
            <a:off x="6402589" y="4661944"/>
            <a:ext cx="4800" cy="345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227" name="Google Shape;4227;p66"/>
          <p:cNvSpPr txBox="1"/>
          <p:nvPr/>
        </p:nvSpPr>
        <p:spPr>
          <a:xfrm>
            <a:off x="6356204" y="1934732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AN.S1</a:t>
            </a:r>
            <a:endParaRPr/>
          </a:p>
        </p:txBody>
      </p:sp>
      <p:sp>
        <p:nvSpPr>
          <p:cNvPr id="4228" name="Google Shape;4228;p66"/>
          <p:cNvSpPr txBox="1"/>
          <p:nvPr/>
        </p:nvSpPr>
        <p:spPr>
          <a:xfrm>
            <a:off x="6128741" y="413058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AP.W1</a:t>
            </a:r>
            <a:endParaRPr/>
          </a:p>
        </p:txBody>
      </p:sp>
      <p:sp>
        <p:nvSpPr>
          <p:cNvPr id="4229" name="Google Shape;4229;p66"/>
          <p:cNvSpPr txBox="1"/>
          <p:nvPr/>
        </p:nvSpPr>
        <p:spPr>
          <a:xfrm>
            <a:off x="5332719" y="413058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AN.AP</a:t>
            </a:r>
            <a:endParaRPr/>
          </a:p>
        </p:txBody>
      </p:sp>
      <p:sp>
        <p:nvSpPr>
          <p:cNvPr id="4230" name="Google Shape;4230;p66"/>
          <p:cNvSpPr txBox="1"/>
          <p:nvPr/>
        </p:nvSpPr>
        <p:spPr>
          <a:xfrm>
            <a:off x="6467224" y="4742142"/>
            <a:ext cx="52053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AP.S1</a:t>
            </a:r>
            <a:endParaRPr/>
          </a:p>
        </p:txBody>
      </p:sp>
      <p:sp>
        <p:nvSpPr>
          <p:cNvPr id="4231" name="Google Shape;4231;p66"/>
          <p:cNvSpPr txBox="1"/>
          <p:nvPr/>
        </p:nvSpPr>
        <p:spPr>
          <a:xfrm>
            <a:off x="2756337" y="409109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DN.AN</a:t>
            </a:r>
            <a:endParaRPr/>
          </a:p>
        </p:txBody>
      </p:sp>
      <p:sp>
        <p:nvSpPr>
          <p:cNvPr id="4232" name="Google Shape;4232;p66"/>
          <p:cNvSpPr txBox="1"/>
          <p:nvPr/>
        </p:nvSpPr>
        <p:spPr>
          <a:xfrm>
            <a:off x="4876843" y="449481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AN.WM</a:t>
            </a:r>
            <a:endParaRPr/>
          </a:p>
        </p:txBody>
      </p:sp>
      <p:cxnSp>
        <p:nvCxnSpPr>
          <p:cNvPr id="4233" name="Google Shape;4233;p66"/>
          <p:cNvCxnSpPr/>
          <p:nvPr/>
        </p:nvCxnSpPr>
        <p:spPr>
          <a:xfrm>
            <a:off x="4906987" y="1650660"/>
            <a:ext cx="0" cy="40871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234" name="Google Shape;4234;p66"/>
          <p:cNvSpPr txBox="1"/>
          <p:nvPr/>
        </p:nvSpPr>
        <p:spPr>
          <a:xfrm>
            <a:off x="4899534" y="490842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AN.S1</a:t>
            </a:r>
            <a:endParaRPr/>
          </a:p>
        </p:txBody>
      </p:sp>
      <p:cxnSp>
        <p:nvCxnSpPr>
          <p:cNvPr id="4235" name="Google Shape;4235;p66"/>
          <p:cNvCxnSpPr/>
          <p:nvPr/>
        </p:nvCxnSpPr>
        <p:spPr>
          <a:xfrm>
            <a:off x="4906987" y="4808780"/>
            <a:ext cx="0" cy="3589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236" name="Google Shape;4236;p66"/>
          <p:cNvSpPr/>
          <p:nvPr/>
        </p:nvSpPr>
        <p:spPr>
          <a:xfrm>
            <a:off x="4576790" y="3143829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37" name="Google Shape;4237;p66"/>
          <p:cNvSpPr txBox="1"/>
          <p:nvPr/>
        </p:nvSpPr>
        <p:spPr>
          <a:xfrm>
            <a:off x="4461569" y="3249099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</p:txBody>
      </p:sp>
      <p:sp>
        <p:nvSpPr>
          <p:cNvPr id="4238" name="Google Shape;4238;p66"/>
          <p:cNvSpPr/>
          <p:nvPr/>
        </p:nvSpPr>
        <p:spPr>
          <a:xfrm>
            <a:off x="4398611" y="915358"/>
            <a:ext cx="180000" cy="49079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39" name="Google Shape;4239;p66"/>
          <p:cNvSpPr txBox="1"/>
          <p:nvPr/>
        </p:nvSpPr>
        <p:spPr>
          <a:xfrm>
            <a:off x="6064831" y="121665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4240" name="Google Shape;4240;p66"/>
          <p:cNvSpPr txBox="1"/>
          <p:nvPr/>
        </p:nvSpPr>
        <p:spPr>
          <a:xfrm>
            <a:off x="6078589" y="2551198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AN.W1</a:t>
            </a:r>
            <a:endParaRPr/>
          </a:p>
        </p:txBody>
      </p:sp>
      <p:sp>
        <p:nvSpPr>
          <p:cNvPr id="4241" name="Google Shape;4241;p66"/>
          <p:cNvSpPr txBox="1"/>
          <p:nvPr/>
        </p:nvSpPr>
        <p:spPr>
          <a:xfrm>
            <a:off x="4877195" y="2221567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AP.WM</a:t>
            </a:r>
            <a:endParaRPr/>
          </a:p>
        </p:txBody>
      </p:sp>
      <p:sp>
        <p:nvSpPr>
          <p:cNvPr id="4242" name="Google Shape;4242;p66"/>
          <p:cNvSpPr txBox="1"/>
          <p:nvPr/>
        </p:nvSpPr>
        <p:spPr>
          <a:xfrm>
            <a:off x="2758637" y="2611005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DP.AP</a:t>
            </a:r>
            <a:endParaRPr/>
          </a:p>
        </p:txBody>
      </p:sp>
      <p:sp>
        <p:nvSpPr>
          <p:cNvPr id="4243" name="Google Shape;4243;p66"/>
          <p:cNvSpPr txBox="1"/>
          <p:nvPr/>
        </p:nvSpPr>
        <p:spPr>
          <a:xfrm>
            <a:off x="5359410" y="2573110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AP.AN</a:t>
            </a:r>
            <a:endParaRPr/>
          </a:p>
        </p:txBody>
      </p:sp>
      <p:sp>
        <p:nvSpPr>
          <p:cNvPr id="4244" name="Google Shape;4244;p66"/>
          <p:cNvSpPr txBox="1"/>
          <p:nvPr/>
        </p:nvSpPr>
        <p:spPr>
          <a:xfrm>
            <a:off x="4910381" y="1770330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AP.S1</a:t>
            </a:r>
            <a:endParaRPr/>
          </a:p>
        </p:txBody>
      </p:sp>
      <p:sp>
        <p:nvSpPr>
          <p:cNvPr id="4245" name="Google Shape;4245;p66"/>
          <p:cNvSpPr txBox="1"/>
          <p:nvPr/>
        </p:nvSpPr>
        <p:spPr>
          <a:xfrm>
            <a:off x="2435383" y="4715531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DN.S1</a:t>
            </a:r>
            <a:endParaRPr/>
          </a:p>
        </p:txBody>
      </p:sp>
      <p:sp>
        <p:nvSpPr>
          <p:cNvPr id="4246" name="Google Shape;4246;p66"/>
          <p:cNvSpPr/>
          <p:nvPr/>
        </p:nvSpPr>
        <p:spPr>
          <a:xfrm>
            <a:off x="2162160" y="215565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47" name="Google Shape;4247;p66"/>
          <p:cNvSpPr/>
          <p:nvPr/>
        </p:nvSpPr>
        <p:spPr>
          <a:xfrm>
            <a:off x="2162160" y="116270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48" name="Google Shape;4248;p66"/>
          <p:cNvSpPr txBox="1"/>
          <p:nvPr/>
        </p:nvSpPr>
        <p:spPr>
          <a:xfrm>
            <a:off x="2156017" y="2200667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(D)</a:t>
            </a:r>
            <a:endParaRPr/>
          </a:p>
        </p:txBody>
      </p:sp>
      <p:cxnSp>
        <p:nvCxnSpPr>
          <p:cNvPr id="4249" name="Google Shape;4249;p66"/>
          <p:cNvCxnSpPr/>
          <p:nvPr/>
        </p:nvCxnSpPr>
        <p:spPr>
          <a:xfrm>
            <a:off x="2162160" y="1486706"/>
            <a:ext cx="648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250" name="Google Shape;4250;p66"/>
          <p:cNvCxnSpPr/>
          <p:nvPr/>
        </p:nvCxnSpPr>
        <p:spPr>
          <a:xfrm>
            <a:off x="2483831" y="1810706"/>
            <a:ext cx="0" cy="34495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251" name="Google Shape;4251;p66"/>
          <p:cNvSpPr txBox="1"/>
          <p:nvPr/>
        </p:nvSpPr>
        <p:spPr>
          <a:xfrm>
            <a:off x="2175645" y="127934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DP.W1</a:t>
            </a:r>
            <a:endParaRPr/>
          </a:p>
        </p:txBody>
      </p:sp>
      <p:sp>
        <p:nvSpPr>
          <p:cNvPr id="4252" name="Google Shape;4252;p66"/>
          <p:cNvSpPr txBox="1"/>
          <p:nvPr/>
        </p:nvSpPr>
        <p:spPr>
          <a:xfrm>
            <a:off x="2539479" y="1890904"/>
            <a:ext cx="520531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DP.S1</a:t>
            </a:r>
            <a:endParaRPr/>
          </a:p>
        </p:txBody>
      </p:sp>
      <p:sp>
        <p:nvSpPr>
          <p:cNvPr id="4253" name="Google Shape;4253;p66"/>
          <p:cNvSpPr/>
          <p:nvPr/>
        </p:nvSpPr>
        <p:spPr>
          <a:xfrm>
            <a:off x="2162160" y="4991791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54" name="Google Shape;4254;p66"/>
          <p:cNvSpPr/>
          <p:nvPr/>
        </p:nvSpPr>
        <p:spPr>
          <a:xfrm>
            <a:off x="2162160" y="3998841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4255" name="Google Shape;4255;p66"/>
          <p:cNvCxnSpPr/>
          <p:nvPr/>
        </p:nvCxnSpPr>
        <p:spPr>
          <a:xfrm>
            <a:off x="2162160" y="5326018"/>
            <a:ext cx="648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256" name="Google Shape;4256;p66"/>
          <p:cNvCxnSpPr/>
          <p:nvPr/>
        </p:nvCxnSpPr>
        <p:spPr>
          <a:xfrm>
            <a:off x="2483831" y="4646841"/>
            <a:ext cx="0" cy="34495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257" name="Google Shape;4257;p66"/>
          <p:cNvSpPr txBox="1"/>
          <p:nvPr/>
        </p:nvSpPr>
        <p:spPr>
          <a:xfrm>
            <a:off x="2175645" y="511865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DN.W1</a:t>
            </a:r>
            <a:endParaRPr/>
          </a:p>
        </p:txBody>
      </p:sp>
      <p:sp>
        <p:nvSpPr>
          <p:cNvPr id="4258" name="Google Shape;4258;p66"/>
          <p:cNvSpPr txBox="1"/>
          <p:nvPr/>
        </p:nvSpPr>
        <p:spPr>
          <a:xfrm>
            <a:off x="2155501" y="4043336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(D)</a:t>
            </a:r>
            <a:endParaRPr/>
          </a:p>
        </p:txBody>
      </p:sp>
      <p:sp>
        <p:nvSpPr>
          <p:cNvPr id="4259" name="Google Shape;4259;p66"/>
          <p:cNvSpPr txBox="1"/>
          <p:nvPr/>
        </p:nvSpPr>
        <p:spPr>
          <a:xfrm>
            <a:off x="-1" y="7376"/>
            <a:ext cx="56397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Cat-3: MOS transistor related</a:t>
            </a:r>
            <a:endParaRPr/>
          </a:p>
        </p:txBody>
      </p:sp>
      <p:sp>
        <p:nvSpPr>
          <p:cNvPr id="4260" name="Google Shape;4260;p66"/>
          <p:cNvSpPr/>
          <p:nvPr/>
        </p:nvSpPr>
        <p:spPr>
          <a:xfrm>
            <a:off x="1014109" y="2171960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61" name="Google Shape;4261;p66"/>
          <p:cNvSpPr txBox="1"/>
          <p:nvPr/>
        </p:nvSpPr>
        <p:spPr>
          <a:xfrm>
            <a:off x="1012462" y="2222303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4262" name="Google Shape;4262;p66"/>
          <p:cNvCxnSpPr/>
          <p:nvPr/>
        </p:nvCxnSpPr>
        <p:spPr>
          <a:xfrm>
            <a:off x="1667673" y="2507766"/>
            <a:ext cx="50234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263" name="Google Shape;4263;p66"/>
          <p:cNvSpPr txBox="1"/>
          <p:nvPr/>
        </p:nvSpPr>
        <p:spPr>
          <a:xfrm>
            <a:off x="1624955" y="2559136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DP.AN</a:t>
            </a:r>
            <a:endParaRPr/>
          </a:p>
        </p:txBody>
      </p:sp>
      <p:sp>
        <p:nvSpPr>
          <p:cNvPr id="4264" name="Google Shape;4264;p66"/>
          <p:cNvSpPr/>
          <p:nvPr/>
        </p:nvSpPr>
        <p:spPr>
          <a:xfrm>
            <a:off x="1027787" y="3991249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65" name="Google Shape;4265;p66"/>
          <p:cNvSpPr txBox="1"/>
          <p:nvPr/>
        </p:nvSpPr>
        <p:spPr>
          <a:xfrm>
            <a:off x="1025317" y="432003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4266" name="Google Shape;4266;p66"/>
          <p:cNvCxnSpPr/>
          <p:nvPr/>
        </p:nvCxnSpPr>
        <p:spPr>
          <a:xfrm>
            <a:off x="1671106" y="4313767"/>
            <a:ext cx="50360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267" name="Google Shape;4267;p66"/>
          <p:cNvSpPr txBox="1"/>
          <p:nvPr/>
        </p:nvSpPr>
        <p:spPr>
          <a:xfrm>
            <a:off x="1621585" y="407944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DN.AP</a:t>
            </a:r>
            <a:endParaRPr/>
          </a:p>
        </p:txBody>
      </p:sp>
      <p:cxnSp>
        <p:nvCxnSpPr>
          <p:cNvPr id="4268" name="Google Shape;4268;p66"/>
          <p:cNvCxnSpPr/>
          <p:nvPr/>
        </p:nvCxnSpPr>
        <p:spPr>
          <a:xfrm>
            <a:off x="4398611" y="2551198"/>
            <a:ext cx="174399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269" name="Google Shape;4269;p66"/>
          <p:cNvSpPr txBox="1"/>
          <p:nvPr/>
        </p:nvSpPr>
        <p:spPr>
          <a:xfrm>
            <a:off x="4112926" y="2283317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AP.LM</a:t>
            </a:r>
            <a:endParaRPr/>
          </a:p>
        </p:txBody>
      </p:sp>
      <p:cxnSp>
        <p:nvCxnSpPr>
          <p:cNvPr id="4270" name="Google Shape;4270;p66"/>
          <p:cNvCxnSpPr/>
          <p:nvPr/>
        </p:nvCxnSpPr>
        <p:spPr>
          <a:xfrm>
            <a:off x="4400671" y="4597914"/>
            <a:ext cx="174399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271" name="Google Shape;4271;p66"/>
          <p:cNvSpPr txBox="1"/>
          <p:nvPr/>
        </p:nvSpPr>
        <p:spPr>
          <a:xfrm>
            <a:off x="4114986" y="4330033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AN.LM</a:t>
            </a:r>
            <a:endParaRPr/>
          </a:p>
        </p:txBody>
      </p:sp>
      <p:sp>
        <p:nvSpPr>
          <p:cNvPr id="4272" name="Google Shape;4272;p66"/>
          <p:cNvSpPr txBox="1"/>
          <p:nvPr/>
        </p:nvSpPr>
        <p:spPr>
          <a:xfrm>
            <a:off x="2984297" y="3012906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AP.WN</a:t>
            </a:r>
            <a:endParaRPr/>
          </a:p>
        </p:txBody>
      </p:sp>
      <p:cxnSp>
        <p:nvCxnSpPr>
          <p:cNvPr id="4273" name="Google Shape;4273;p66"/>
          <p:cNvCxnSpPr/>
          <p:nvPr/>
        </p:nvCxnSpPr>
        <p:spPr>
          <a:xfrm>
            <a:off x="3632007" y="2819960"/>
            <a:ext cx="0" cy="62726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274" name="Google Shape;4274;p66"/>
          <p:cNvSpPr txBox="1"/>
          <p:nvPr/>
        </p:nvSpPr>
        <p:spPr>
          <a:xfrm>
            <a:off x="1824815" y="3013645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AP.WN</a:t>
            </a:r>
            <a:endParaRPr/>
          </a:p>
        </p:txBody>
      </p:sp>
      <p:cxnSp>
        <p:nvCxnSpPr>
          <p:cNvPr id="4275" name="Google Shape;4275;p66"/>
          <p:cNvCxnSpPr/>
          <p:nvPr/>
        </p:nvCxnSpPr>
        <p:spPr>
          <a:xfrm>
            <a:off x="2472525" y="2820699"/>
            <a:ext cx="0" cy="62726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276" name="Google Shape;4276;p66"/>
          <p:cNvCxnSpPr/>
          <p:nvPr/>
        </p:nvCxnSpPr>
        <p:spPr>
          <a:xfrm>
            <a:off x="6402589" y="2830975"/>
            <a:ext cx="0" cy="59615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277" name="Google Shape;4277;p66"/>
          <p:cNvSpPr txBox="1"/>
          <p:nvPr/>
        </p:nvSpPr>
        <p:spPr>
          <a:xfrm>
            <a:off x="6285456" y="3027857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AN.WN</a:t>
            </a:r>
            <a:endParaRPr/>
          </a:p>
        </p:txBody>
      </p:sp>
      <p:sp>
        <p:nvSpPr>
          <p:cNvPr id="4278" name="Google Shape;4278;p66"/>
          <p:cNvSpPr txBox="1"/>
          <p:nvPr/>
        </p:nvSpPr>
        <p:spPr>
          <a:xfrm>
            <a:off x="7714948" y="5016437"/>
            <a:ext cx="4116711" cy="7386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AN(M)：AN-DN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AP(M)：AP-DP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WN(M)：WN overlapped AN/AP</a:t>
            </a:r>
            <a:endParaRPr/>
          </a:p>
        </p:txBody>
      </p:sp>
      <p:graphicFrame>
        <p:nvGraphicFramePr>
          <p:cNvPr id="4279" name="Google Shape;4279;p66"/>
          <p:cNvGraphicFramePr/>
          <p:nvPr/>
        </p:nvGraphicFramePr>
        <p:xfrm>
          <a:off x="7629834" y="5148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{01C53A63-FCD8-45D1-99B7-E1A805D13903}</a:tableStyleId>
              </a:tblPr>
              <a:tblGrid>
                <a:gridCol w="659375"/>
                <a:gridCol w="659375"/>
                <a:gridCol w="1023150"/>
                <a:gridCol w="780625"/>
                <a:gridCol w="598725"/>
                <a:gridCol w="598725"/>
              </a:tblGrid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Rule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L1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L2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Func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MIN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MAX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AP.W1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AP.S1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AP.AN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2.8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AP.WM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PMOS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AP-GC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Wmin/max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3.4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60.0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AP.LM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PMOS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GC-AN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Lmin/max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30.0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AP.WN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Emin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7.0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DP.W1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DP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2.8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DP.S1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DP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DP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DP.AP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DP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AP(M)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2.8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DP.AN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DP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2.8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AN.W1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AN.S1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AN.AP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2.8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AN.WM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NMOS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AN-GC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Wmin/max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3.4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60.0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AN.LM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NMOS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GC-AN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Lmin/max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30.0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AN.WN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WN(M)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Emin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5.0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DN.W1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DN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2.8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DN.S1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DN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DN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DN.AP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DN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2.8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  <a:tr h="202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DN.AN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DN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AN(M)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2.8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7600" marB="0" marR="7600" marL="7600" anchor="ctr"/>
                </a:tc>
              </a:tr>
            </a:tbl>
          </a:graphicData>
        </a:graphic>
      </p:graphicFrame>
      <p:sp>
        <p:nvSpPr>
          <p:cNvPr id="4280" name="Google Shape;4280;p66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4" name="Shape 4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5" name="Google Shape;4285;p67"/>
          <p:cNvSpPr/>
          <p:nvPr/>
        </p:nvSpPr>
        <p:spPr>
          <a:xfrm>
            <a:off x="672663" y="540000"/>
            <a:ext cx="6558454" cy="2898938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6" name="Google Shape;4286;p67"/>
          <p:cNvSpPr/>
          <p:nvPr/>
        </p:nvSpPr>
        <p:spPr>
          <a:xfrm>
            <a:off x="2620949" y="3996620"/>
            <a:ext cx="1943845" cy="16160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87" name="Google Shape;4287;p67"/>
          <p:cNvSpPr/>
          <p:nvPr/>
        </p:nvSpPr>
        <p:spPr>
          <a:xfrm>
            <a:off x="2620949" y="1178924"/>
            <a:ext cx="1943845" cy="16471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88" name="Google Shape;4288;p67"/>
          <p:cNvSpPr/>
          <p:nvPr/>
        </p:nvSpPr>
        <p:spPr>
          <a:xfrm>
            <a:off x="5389190" y="1174701"/>
            <a:ext cx="648000" cy="16471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89" name="Google Shape;4289;p67"/>
          <p:cNvSpPr/>
          <p:nvPr/>
        </p:nvSpPr>
        <p:spPr>
          <a:xfrm>
            <a:off x="3232950" y="906179"/>
            <a:ext cx="180000" cy="49788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90" name="Google Shape;4290;p67"/>
          <p:cNvSpPr/>
          <p:nvPr/>
        </p:nvSpPr>
        <p:spPr>
          <a:xfrm>
            <a:off x="5395837" y="4013943"/>
            <a:ext cx="648000" cy="159873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91" name="Google Shape;4291;p67"/>
          <p:cNvSpPr txBox="1"/>
          <p:nvPr/>
        </p:nvSpPr>
        <p:spPr>
          <a:xfrm>
            <a:off x="3890258" y="121665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4292" name="Google Shape;4292;p67"/>
          <p:cNvSpPr txBox="1"/>
          <p:nvPr/>
        </p:nvSpPr>
        <p:spPr>
          <a:xfrm>
            <a:off x="3915265" y="5335683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4293" name="Google Shape;4293;p67"/>
          <p:cNvSpPr txBox="1"/>
          <p:nvPr/>
        </p:nvSpPr>
        <p:spPr>
          <a:xfrm>
            <a:off x="5398026" y="5335683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4294" name="Google Shape;4294;p67"/>
          <p:cNvCxnSpPr>
            <a:stCxn id="4289" idx="0"/>
          </p:cNvCxnSpPr>
          <p:nvPr/>
        </p:nvCxnSpPr>
        <p:spPr>
          <a:xfrm>
            <a:off x="3322950" y="906179"/>
            <a:ext cx="5700" cy="273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295" name="Google Shape;4295;p67"/>
          <p:cNvSpPr/>
          <p:nvPr/>
        </p:nvSpPr>
        <p:spPr>
          <a:xfrm>
            <a:off x="3894038" y="3143829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96" name="Google Shape;4296;p67"/>
          <p:cNvSpPr txBox="1"/>
          <p:nvPr/>
        </p:nvSpPr>
        <p:spPr>
          <a:xfrm>
            <a:off x="3778817" y="3249099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</p:txBody>
      </p:sp>
      <p:sp>
        <p:nvSpPr>
          <p:cNvPr id="4297" name="Google Shape;4297;p67"/>
          <p:cNvSpPr/>
          <p:nvPr/>
        </p:nvSpPr>
        <p:spPr>
          <a:xfrm>
            <a:off x="3715859" y="915358"/>
            <a:ext cx="180000" cy="49695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298" name="Google Shape;4298;p67"/>
          <p:cNvSpPr txBox="1"/>
          <p:nvPr/>
        </p:nvSpPr>
        <p:spPr>
          <a:xfrm>
            <a:off x="5382079" y="1216658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4299" name="Google Shape;4299;p67"/>
          <p:cNvSpPr txBox="1"/>
          <p:nvPr/>
        </p:nvSpPr>
        <p:spPr>
          <a:xfrm flipH="1">
            <a:off x="2587039" y="936695"/>
            <a:ext cx="611277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GC.EP</a:t>
            </a:r>
            <a:endParaRPr/>
          </a:p>
        </p:txBody>
      </p:sp>
      <p:sp>
        <p:nvSpPr>
          <p:cNvPr id="4300" name="Google Shape;4300;p67"/>
          <p:cNvSpPr/>
          <p:nvPr/>
        </p:nvSpPr>
        <p:spPr>
          <a:xfrm>
            <a:off x="4871369" y="3334855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1" name="Google Shape;4301;p67"/>
          <p:cNvSpPr/>
          <p:nvPr/>
        </p:nvSpPr>
        <p:spPr>
          <a:xfrm>
            <a:off x="4153792" y="2325452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2" name="Google Shape;4302;p67"/>
          <p:cNvSpPr/>
          <p:nvPr/>
        </p:nvSpPr>
        <p:spPr>
          <a:xfrm>
            <a:off x="4153792" y="1771340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3" name="Google Shape;4303;p67"/>
          <p:cNvSpPr/>
          <p:nvPr/>
        </p:nvSpPr>
        <p:spPr>
          <a:xfrm>
            <a:off x="5622813" y="2325452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4" name="Google Shape;4304;p67"/>
          <p:cNvSpPr/>
          <p:nvPr/>
        </p:nvSpPr>
        <p:spPr>
          <a:xfrm>
            <a:off x="5622093" y="1771340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05" name="Google Shape;4305;p67"/>
          <p:cNvCxnSpPr/>
          <p:nvPr/>
        </p:nvCxnSpPr>
        <p:spPr>
          <a:xfrm rot="10800000">
            <a:off x="5389190" y="2415452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306" name="Google Shape;4306;p67"/>
          <p:cNvCxnSpPr/>
          <p:nvPr/>
        </p:nvCxnSpPr>
        <p:spPr>
          <a:xfrm rot="10800000">
            <a:off x="5622093" y="2415452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307" name="Google Shape;4307;p67"/>
          <p:cNvSpPr txBox="1"/>
          <p:nvPr/>
        </p:nvSpPr>
        <p:spPr>
          <a:xfrm>
            <a:off x="5533782" y="254589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CO.W1</a:t>
            </a:r>
            <a:endParaRPr/>
          </a:p>
        </p:txBody>
      </p:sp>
      <p:cxnSp>
        <p:nvCxnSpPr>
          <p:cNvPr id="4308" name="Google Shape;4308;p67"/>
          <p:cNvCxnSpPr/>
          <p:nvPr/>
        </p:nvCxnSpPr>
        <p:spPr>
          <a:xfrm>
            <a:off x="5712093" y="1979967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309" name="Google Shape;4309;p67"/>
          <p:cNvSpPr txBox="1"/>
          <p:nvPr/>
        </p:nvSpPr>
        <p:spPr>
          <a:xfrm>
            <a:off x="5724127" y="208932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CO.S1</a:t>
            </a:r>
            <a:endParaRPr/>
          </a:p>
        </p:txBody>
      </p:sp>
      <p:sp>
        <p:nvSpPr>
          <p:cNvPr id="4310" name="Google Shape;4310;p67"/>
          <p:cNvSpPr txBox="1"/>
          <p:nvPr/>
        </p:nvSpPr>
        <p:spPr>
          <a:xfrm>
            <a:off x="4835560" y="232599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CO.AN</a:t>
            </a:r>
            <a:endParaRPr/>
          </a:p>
        </p:txBody>
      </p:sp>
      <p:cxnSp>
        <p:nvCxnSpPr>
          <p:cNvPr id="4311" name="Google Shape;4311;p67"/>
          <p:cNvCxnSpPr/>
          <p:nvPr/>
        </p:nvCxnSpPr>
        <p:spPr>
          <a:xfrm rot="10800000">
            <a:off x="3905060" y="2415048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312" name="Google Shape;4312;p67"/>
          <p:cNvCxnSpPr/>
          <p:nvPr/>
        </p:nvCxnSpPr>
        <p:spPr>
          <a:xfrm rot="10800000">
            <a:off x="4154533" y="1856648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313" name="Google Shape;4313;p67"/>
          <p:cNvCxnSpPr/>
          <p:nvPr/>
        </p:nvCxnSpPr>
        <p:spPr>
          <a:xfrm rot="10800000">
            <a:off x="4326089" y="1866895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314" name="Google Shape;4314;p67"/>
          <p:cNvCxnSpPr/>
          <p:nvPr/>
        </p:nvCxnSpPr>
        <p:spPr>
          <a:xfrm>
            <a:off x="4241387" y="1970710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315" name="Google Shape;4315;p67"/>
          <p:cNvSpPr txBox="1"/>
          <p:nvPr/>
        </p:nvSpPr>
        <p:spPr>
          <a:xfrm>
            <a:off x="4261390" y="206550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CO.S1</a:t>
            </a:r>
            <a:endParaRPr/>
          </a:p>
        </p:txBody>
      </p:sp>
      <p:sp>
        <p:nvSpPr>
          <p:cNvPr id="4316" name="Google Shape;4316;p67"/>
          <p:cNvSpPr txBox="1"/>
          <p:nvPr/>
        </p:nvSpPr>
        <p:spPr>
          <a:xfrm>
            <a:off x="4530495" y="177801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CO.AP</a:t>
            </a:r>
            <a:endParaRPr/>
          </a:p>
        </p:txBody>
      </p:sp>
      <p:sp>
        <p:nvSpPr>
          <p:cNvPr id="4317" name="Google Shape;4317;p67"/>
          <p:cNvSpPr txBox="1"/>
          <p:nvPr/>
        </p:nvSpPr>
        <p:spPr>
          <a:xfrm>
            <a:off x="4219030" y="156948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CO.W1</a:t>
            </a:r>
            <a:endParaRPr/>
          </a:p>
        </p:txBody>
      </p:sp>
      <p:sp>
        <p:nvSpPr>
          <p:cNvPr id="4318" name="Google Shape;4318;p67"/>
          <p:cNvSpPr txBox="1"/>
          <p:nvPr/>
        </p:nvSpPr>
        <p:spPr>
          <a:xfrm>
            <a:off x="3870364" y="258097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CO.GG</a:t>
            </a:r>
            <a:endParaRPr/>
          </a:p>
        </p:txBody>
      </p:sp>
      <p:sp>
        <p:nvSpPr>
          <p:cNvPr id="4319" name="Google Shape;4319;p67"/>
          <p:cNvSpPr/>
          <p:nvPr/>
        </p:nvSpPr>
        <p:spPr>
          <a:xfrm>
            <a:off x="4153792" y="4832111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0" name="Google Shape;4320;p67"/>
          <p:cNvSpPr/>
          <p:nvPr/>
        </p:nvSpPr>
        <p:spPr>
          <a:xfrm>
            <a:off x="4153792" y="4277999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1" name="Google Shape;4321;p67"/>
          <p:cNvSpPr/>
          <p:nvPr/>
        </p:nvSpPr>
        <p:spPr>
          <a:xfrm>
            <a:off x="5622813" y="483211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2" name="Google Shape;4322;p67"/>
          <p:cNvSpPr/>
          <p:nvPr/>
        </p:nvSpPr>
        <p:spPr>
          <a:xfrm>
            <a:off x="5622093" y="4277999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23" name="Google Shape;4323;p67"/>
          <p:cNvCxnSpPr/>
          <p:nvPr/>
        </p:nvCxnSpPr>
        <p:spPr>
          <a:xfrm rot="10800000">
            <a:off x="5389190" y="4922111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324" name="Google Shape;4324;p67"/>
          <p:cNvCxnSpPr/>
          <p:nvPr/>
        </p:nvCxnSpPr>
        <p:spPr>
          <a:xfrm rot="10800000">
            <a:off x="5622093" y="4922111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325" name="Google Shape;4325;p67"/>
          <p:cNvSpPr txBox="1"/>
          <p:nvPr/>
        </p:nvSpPr>
        <p:spPr>
          <a:xfrm>
            <a:off x="5533782" y="505255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CO.W1</a:t>
            </a:r>
            <a:endParaRPr/>
          </a:p>
        </p:txBody>
      </p:sp>
      <p:cxnSp>
        <p:nvCxnSpPr>
          <p:cNvPr id="4326" name="Google Shape;4326;p67"/>
          <p:cNvCxnSpPr/>
          <p:nvPr/>
        </p:nvCxnSpPr>
        <p:spPr>
          <a:xfrm>
            <a:off x="5712093" y="4486626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327" name="Google Shape;4327;p67"/>
          <p:cNvSpPr txBox="1"/>
          <p:nvPr/>
        </p:nvSpPr>
        <p:spPr>
          <a:xfrm>
            <a:off x="5724127" y="459598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CO.S1</a:t>
            </a:r>
            <a:endParaRPr/>
          </a:p>
        </p:txBody>
      </p:sp>
      <p:sp>
        <p:nvSpPr>
          <p:cNvPr id="4328" name="Google Shape;4328;p67"/>
          <p:cNvSpPr txBox="1"/>
          <p:nvPr/>
        </p:nvSpPr>
        <p:spPr>
          <a:xfrm>
            <a:off x="4835560" y="483265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CO.AP</a:t>
            </a:r>
            <a:endParaRPr/>
          </a:p>
        </p:txBody>
      </p:sp>
      <p:cxnSp>
        <p:nvCxnSpPr>
          <p:cNvPr id="4329" name="Google Shape;4329;p67"/>
          <p:cNvCxnSpPr/>
          <p:nvPr/>
        </p:nvCxnSpPr>
        <p:spPr>
          <a:xfrm rot="10800000">
            <a:off x="3905060" y="4921707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330" name="Google Shape;4330;p67"/>
          <p:cNvCxnSpPr/>
          <p:nvPr/>
        </p:nvCxnSpPr>
        <p:spPr>
          <a:xfrm rot="10800000">
            <a:off x="4154533" y="4363307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331" name="Google Shape;4331;p67"/>
          <p:cNvCxnSpPr/>
          <p:nvPr/>
        </p:nvCxnSpPr>
        <p:spPr>
          <a:xfrm rot="10800000">
            <a:off x="4326089" y="4373554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332" name="Google Shape;4332;p67"/>
          <p:cNvCxnSpPr/>
          <p:nvPr/>
        </p:nvCxnSpPr>
        <p:spPr>
          <a:xfrm>
            <a:off x="4241387" y="4477369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333" name="Google Shape;4333;p67"/>
          <p:cNvSpPr txBox="1"/>
          <p:nvPr/>
        </p:nvSpPr>
        <p:spPr>
          <a:xfrm>
            <a:off x="4261390" y="457216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CO.S1</a:t>
            </a:r>
            <a:endParaRPr/>
          </a:p>
        </p:txBody>
      </p:sp>
      <p:sp>
        <p:nvSpPr>
          <p:cNvPr id="4334" name="Google Shape;4334;p67"/>
          <p:cNvSpPr txBox="1"/>
          <p:nvPr/>
        </p:nvSpPr>
        <p:spPr>
          <a:xfrm>
            <a:off x="4530495" y="428467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CO.AN</a:t>
            </a:r>
            <a:endParaRPr/>
          </a:p>
        </p:txBody>
      </p:sp>
      <p:sp>
        <p:nvSpPr>
          <p:cNvPr id="4335" name="Google Shape;4335;p67"/>
          <p:cNvSpPr txBox="1"/>
          <p:nvPr/>
        </p:nvSpPr>
        <p:spPr>
          <a:xfrm>
            <a:off x="4219030" y="407614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CO.W1</a:t>
            </a:r>
            <a:endParaRPr/>
          </a:p>
        </p:txBody>
      </p:sp>
      <p:sp>
        <p:nvSpPr>
          <p:cNvPr id="4336" name="Google Shape;4336;p67"/>
          <p:cNvSpPr txBox="1"/>
          <p:nvPr/>
        </p:nvSpPr>
        <p:spPr>
          <a:xfrm>
            <a:off x="3870364" y="508763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CO.GG</a:t>
            </a:r>
            <a:endParaRPr/>
          </a:p>
        </p:txBody>
      </p:sp>
      <p:cxnSp>
        <p:nvCxnSpPr>
          <p:cNvPr id="4337" name="Google Shape;4337;p67"/>
          <p:cNvCxnSpPr/>
          <p:nvPr/>
        </p:nvCxnSpPr>
        <p:spPr>
          <a:xfrm>
            <a:off x="3305999" y="5611837"/>
            <a:ext cx="5765" cy="273036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338" name="Google Shape;4338;p67"/>
          <p:cNvSpPr txBox="1"/>
          <p:nvPr/>
        </p:nvSpPr>
        <p:spPr>
          <a:xfrm flipH="1">
            <a:off x="2570088" y="5642353"/>
            <a:ext cx="611277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GC.EN</a:t>
            </a:r>
            <a:endParaRPr/>
          </a:p>
        </p:txBody>
      </p:sp>
      <p:cxnSp>
        <p:nvCxnSpPr>
          <p:cNvPr id="4339" name="Google Shape;4339;p67"/>
          <p:cNvCxnSpPr/>
          <p:nvPr/>
        </p:nvCxnSpPr>
        <p:spPr>
          <a:xfrm flipH="1">
            <a:off x="4858875" y="3424807"/>
            <a:ext cx="176064" cy="1030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340" name="Google Shape;4340;p67"/>
          <p:cNvCxnSpPr>
            <a:endCxn id="4300" idx="0"/>
          </p:cNvCxnSpPr>
          <p:nvPr/>
        </p:nvCxnSpPr>
        <p:spPr>
          <a:xfrm>
            <a:off x="4961369" y="3143755"/>
            <a:ext cx="0" cy="191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341" name="Google Shape;4341;p67"/>
          <p:cNvSpPr txBox="1"/>
          <p:nvPr/>
        </p:nvSpPr>
        <p:spPr>
          <a:xfrm>
            <a:off x="4705241" y="354892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CO.W1</a:t>
            </a:r>
            <a:endParaRPr/>
          </a:p>
        </p:txBody>
      </p:sp>
      <p:sp>
        <p:nvSpPr>
          <p:cNvPr id="4342" name="Google Shape;4342;p67"/>
          <p:cNvSpPr txBox="1"/>
          <p:nvPr/>
        </p:nvSpPr>
        <p:spPr>
          <a:xfrm>
            <a:off x="4783778" y="296537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CO.GC</a:t>
            </a:r>
            <a:endParaRPr/>
          </a:p>
        </p:txBody>
      </p:sp>
      <p:sp>
        <p:nvSpPr>
          <p:cNvPr id="4343" name="Google Shape;4343;p67"/>
          <p:cNvSpPr/>
          <p:nvPr/>
        </p:nvSpPr>
        <p:spPr>
          <a:xfrm>
            <a:off x="4433709" y="3334855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44" name="Google Shape;4344;p67"/>
          <p:cNvCxnSpPr/>
          <p:nvPr/>
        </p:nvCxnSpPr>
        <p:spPr>
          <a:xfrm rot="10800000">
            <a:off x="4624324" y="3429959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345" name="Google Shape;4345;p67"/>
          <p:cNvSpPr txBox="1"/>
          <p:nvPr/>
        </p:nvSpPr>
        <p:spPr>
          <a:xfrm>
            <a:off x="4240030" y="313133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CO.S1</a:t>
            </a:r>
            <a:endParaRPr/>
          </a:p>
        </p:txBody>
      </p:sp>
      <p:sp>
        <p:nvSpPr>
          <p:cNvPr id="4346" name="Google Shape;4346;p67"/>
          <p:cNvSpPr/>
          <p:nvPr/>
        </p:nvSpPr>
        <p:spPr>
          <a:xfrm>
            <a:off x="1905161" y="3171020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4347" name="Google Shape;4347;p67"/>
          <p:cNvCxnSpPr/>
          <p:nvPr/>
        </p:nvCxnSpPr>
        <p:spPr>
          <a:xfrm>
            <a:off x="3045101" y="2817762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348" name="Google Shape;4348;p67"/>
          <p:cNvSpPr txBox="1"/>
          <p:nvPr/>
        </p:nvSpPr>
        <p:spPr>
          <a:xfrm>
            <a:off x="2402231" y="291292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GC.AP</a:t>
            </a:r>
            <a:endParaRPr/>
          </a:p>
        </p:txBody>
      </p:sp>
      <p:cxnSp>
        <p:nvCxnSpPr>
          <p:cNvPr id="4349" name="Google Shape;4349;p67"/>
          <p:cNvCxnSpPr/>
          <p:nvPr/>
        </p:nvCxnSpPr>
        <p:spPr>
          <a:xfrm>
            <a:off x="3027192" y="3665849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350" name="Google Shape;4350;p67"/>
          <p:cNvSpPr txBox="1"/>
          <p:nvPr/>
        </p:nvSpPr>
        <p:spPr>
          <a:xfrm>
            <a:off x="2402231" y="375096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GC.AN</a:t>
            </a:r>
            <a:endParaRPr/>
          </a:p>
        </p:txBody>
      </p:sp>
      <p:cxnSp>
        <p:nvCxnSpPr>
          <p:cNvPr id="4351" name="Google Shape;4351;p67"/>
          <p:cNvCxnSpPr/>
          <p:nvPr/>
        </p:nvCxnSpPr>
        <p:spPr>
          <a:xfrm rot="10800000">
            <a:off x="3232950" y="1982526"/>
            <a:ext cx="18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352" name="Google Shape;4352;p67"/>
          <p:cNvCxnSpPr/>
          <p:nvPr/>
        </p:nvCxnSpPr>
        <p:spPr>
          <a:xfrm rot="10800000">
            <a:off x="3412950" y="1982526"/>
            <a:ext cx="302909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353" name="Google Shape;4353;p67"/>
          <p:cNvSpPr txBox="1"/>
          <p:nvPr/>
        </p:nvSpPr>
        <p:spPr>
          <a:xfrm>
            <a:off x="3265202" y="206550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GC.S1</a:t>
            </a:r>
            <a:endParaRPr/>
          </a:p>
        </p:txBody>
      </p:sp>
      <p:sp>
        <p:nvSpPr>
          <p:cNvPr id="4354" name="Google Shape;4354;p67"/>
          <p:cNvSpPr txBox="1"/>
          <p:nvPr/>
        </p:nvSpPr>
        <p:spPr>
          <a:xfrm>
            <a:off x="3006936" y="173535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GC.W1</a:t>
            </a:r>
            <a:endParaRPr/>
          </a:p>
        </p:txBody>
      </p:sp>
      <p:sp>
        <p:nvSpPr>
          <p:cNvPr id="4355" name="Google Shape;4355;p67"/>
          <p:cNvSpPr/>
          <p:nvPr/>
        </p:nvSpPr>
        <p:spPr>
          <a:xfrm>
            <a:off x="1479408" y="215565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356" name="Google Shape;4356;p67"/>
          <p:cNvSpPr/>
          <p:nvPr/>
        </p:nvSpPr>
        <p:spPr>
          <a:xfrm>
            <a:off x="1479408" y="116270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357" name="Google Shape;4357;p67"/>
          <p:cNvSpPr txBox="1"/>
          <p:nvPr/>
        </p:nvSpPr>
        <p:spPr>
          <a:xfrm>
            <a:off x="1473265" y="2200667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(D)</a:t>
            </a:r>
            <a:endParaRPr/>
          </a:p>
        </p:txBody>
      </p:sp>
      <p:sp>
        <p:nvSpPr>
          <p:cNvPr id="4358" name="Google Shape;4358;p67"/>
          <p:cNvSpPr/>
          <p:nvPr/>
        </p:nvSpPr>
        <p:spPr>
          <a:xfrm>
            <a:off x="1479408" y="4991791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359" name="Google Shape;4359;p67"/>
          <p:cNvSpPr/>
          <p:nvPr/>
        </p:nvSpPr>
        <p:spPr>
          <a:xfrm>
            <a:off x="1479408" y="3998841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360" name="Google Shape;4360;p67"/>
          <p:cNvSpPr txBox="1"/>
          <p:nvPr/>
        </p:nvSpPr>
        <p:spPr>
          <a:xfrm>
            <a:off x="1473265" y="5051640"/>
            <a:ext cx="660287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(D)</a:t>
            </a:r>
            <a:endParaRPr/>
          </a:p>
        </p:txBody>
      </p:sp>
      <p:sp>
        <p:nvSpPr>
          <p:cNvPr id="4361" name="Google Shape;4361;p67"/>
          <p:cNvSpPr/>
          <p:nvPr/>
        </p:nvSpPr>
        <p:spPr>
          <a:xfrm>
            <a:off x="1713408" y="4227737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62" name="Google Shape;4362;p67"/>
          <p:cNvCxnSpPr/>
          <p:nvPr/>
        </p:nvCxnSpPr>
        <p:spPr>
          <a:xfrm rot="10800000">
            <a:off x="1479234" y="4322841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363" name="Google Shape;4363;p67"/>
          <p:cNvCxnSpPr/>
          <p:nvPr/>
        </p:nvCxnSpPr>
        <p:spPr>
          <a:xfrm rot="10800000">
            <a:off x="1716554" y="4322841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364" name="Google Shape;4364;p67"/>
          <p:cNvSpPr txBox="1"/>
          <p:nvPr/>
        </p:nvSpPr>
        <p:spPr>
          <a:xfrm>
            <a:off x="1623826" y="444078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CO.WD</a:t>
            </a:r>
            <a:endParaRPr/>
          </a:p>
        </p:txBody>
      </p:sp>
      <p:sp>
        <p:nvSpPr>
          <p:cNvPr id="4365" name="Google Shape;4365;p67"/>
          <p:cNvSpPr txBox="1"/>
          <p:nvPr/>
        </p:nvSpPr>
        <p:spPr>
          <a:xfrm>
            <a:off x="925604" y="423050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CO.AD</a:t>
            </a:r>
            <a:endParaRPr/>
          </a:p>
        </p:txBody>
      </p:sp>
      <p:sp>
        <p:nvSpPr>
          <p:cNvPr id="4366" name="Google Shape;4366;p67"/>
          <p:cNvSpPr/>
          <p:nvPr/>
        </p:nvSpPr>
        <p:spPr>
          <a:xfrm>
            <a:off x="1713408" y="1391602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67" name="Google Shape;4367;p67"/>
          <p:cNvCxnSpPr/>
          <p:nvPr/>
        </p:nvCxnSpPr>
        <p:spPr>
          <a:xfrm rot="10800000">
            <a:off x="1478810" y="1486706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368" name="Google Shape;4368;p67"/>
          <p:cNvCxnSpPr/>
          <p:nvPr/>
        </p:nvCxnSpPr>
        <p:spPr>
          <a:xfrm rot="10800000">
            <a:off x="1716554" y="1486706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369" name="Google Shape;4369;p67"/>
          <p:cNvSpPr txBox="1"/>
          <p:nvPr/>
        </p:nvSpPr>
        <p:spPr>
          <a:xfrm>
            <a:off x="1623402" y="160556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CO.WD</a:t>
            </a:r>
            <a:endParaRPr/>
          </a:p>
        </p:txBody>
      </p:sp>
      <p:sp>
        <p:nvSpPr>
          <p:cNvPr id="4370" name="Google Shape;4370;p67"/>
          <p:cNvSpPr txBox="1"/>
          <p:nvPr/>
        </p:nvSpPr>
        <p:spPr>
          <a:xfrm>
            <a:off x="925180" y="139437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CO.AD</a:t>
            </a:r>
            <a:endParaRPr/>
          </a:p>
        </p:txBody>
      </p:sp>
      <p:sp>
        <p:nvSpPr>
          <p:cNvPr id="4371" name="Google Shape;4371;p67"/>
          <p:cNvSpPr txBox="1"/>
          <p:nvPr/>
        </p:nvSpPr>
        <p:spPr>
          <a:xfrm>
            <a:off x="672663" y="666687"/>
            <a:ext cx="12198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4372" name="Google Shape;4372;p67"/>
          <p:cNvSpPr txBox="1"/>
          <p:nvPr/>
        </p:nvSpPr>
        <p:spPr>
          <a:xfrm>
            <a:off x="-1" y="7376"/>
            <a:ext cx="56397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Cat-4: Contact and Poly related</a:t>
            </a:r>
            <a:endParaRPr/>
          </a:p>
        </p:txBody>
      </p:sp>
      <p:sp>
        <p:nvSpPr>
          <p:cNvPr id="4373" name="Google Shape;4373;p67"/>
          <p:cNvSpPr txBox="1"/>
          <p:nvPr/>
        </p:nvSpPr>
        <p:spPr>
          <a:xfrm>
            <a:off x="1236135" y="4024037"/>
            <a:ext cx="113454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CO(D)</a:t>
            </a:r>
            <a:endParaRPr/>
          </a:p>
        </p:txBody>
      </p:sp>
      <p:sp>
        <p:nvSpPr>
          <p:cNvPr id="4374" name="Google Shape;4374;p67"/>
          <p:cNvSpPr txBox="1"/>
          <p:nvPr/>
        </p:nvSpPr>
        <p:spPr>
          <a:xfrm rot="-5400000">
            <a:off x="3381496" y="2478817"/>
            <a:ext cx="882149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1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GC(G)</a:t>
            </a:r>
            <a:endParaRPr/>
          </a:p>
        </p:txBody>
      </p:sp>
      <p:sp>
        <p:nvSpPr>
          <p:cNvPr id="4375" name="Google Shape;4375;p67"/>
          <p:cNvSpPr txBox="1"/>
          <p:nvPr/>
        </p:nvSpPr>
        <p:spPr>
          <a:xfrm>
            <a:off x="7563556" y="4502857"/>
            <a:ext cx="4116711" cy="116955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AP(D)：AP not interacted GC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AN(D)：AN not interacted GC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CO(D)：CO on AP(D)/AN(D)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GC(G)：GC for PMOS/NMOS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76" name="Google Shape;4376;p67"/>
          <p:cNvSpPr txBox="1"/>
          <p:nvPr/>
        </p:nvSpPr>
        <p:spPr>
          <a:xfrm rot="-5400000">
            <a:off x="3390585" y="4882691"/>
            <a:ext cx="882149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1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GC(G)</a:t>
            </a:r>
            <a:endParaRPr/>
          </a:p>
        </p:txBody>
      </p:sp>
      <p:graphicFrame>
        <p:nvGraphicFramePr>
          <p:cNvPr id="4377" name="Google Shape;4377;p67"/>
          <p:cNvGraphicFramePr/>
          <p:nvPr/>
        </p:nvGraphicFramePr>
        <p:xfrm>
          <a:off x="7457131" y="2477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{01C53A63-FCD8-45D1-99B7-E1A805D13903}</a:tableStyleId>
              </a:tblPr>
              <a:tblGrid>
                <a:gridCol w="659375"/>
                <a:gridCol w="659375"/>
                <a:gridCol w="1023150"/>
                <a:gridCol w="780625"/>
                <a:gridCol w="598725"/>
                <a:gridCol w="598725"/>
              </a:tblGrid>
              <a:tr h="245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Rule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L1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L2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Func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MIN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MAX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45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GC.W1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GC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45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GC.S1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GC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GC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45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GC.AP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GC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0.4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45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GC.AN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GC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0.4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45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GC.EP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PMOS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GC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ECmin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45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GC.EN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NMOS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GC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ECmin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45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CO.W1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Wfix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45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CO.S1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45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CO.WD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CO(D)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Wfix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45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CO.AD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CO(D)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AP+AN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Emin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45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CO.AP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Emin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0.8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45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CO.AN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Emin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0.8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45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CO.GG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GC(G)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45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CO.GC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GC+GR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Emin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0.8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sp>
        <p:nvSpPr>
          <p:cNvPr id="4378" name="Google Shape;4378;p67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3" name="Shape 4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4" name="Google Shape;4384;p68"/>
          <p:cNvSpPr/>
          <p:nvPr/>
        </p:nvSpPr>
        <p:spPr>
          <a:xfrm>
            <a:off x="1473910" y="3899640"/>
            <a:ext cx="2340000" cy="234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385" name="Google Shape;4385;p68"/>
          <p:cNvSpPr/>
          <p:nvPr/>
        </p:nvSpPr>
        <p:spPr>
          <a:xfrm rot="-5400000">
            <a:off x="1880418" y="4349640"/>
            <a:ext cx="1440000" cy="14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386" name="Google Shape;4386;p68"/>
          <p:cNvSpPr/>
          <p:nvPr/>
        </p:nvSpPr>
        <p:spPr>
          <a:xfrm rot="-5400000">
            <a:off x="1031931" y="999469"/>
            <a:ext cx="1980000" cy="198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387" name="Google Shape;4387;p68"/>
          <p:cNvSpPr/>
          <p:nvPr/>
        </p:nvSpPr>
        <p:spPr>
          <a:xfrm rot="-5400000">
            <a:off x="1301931" y="1269469"/>
            <a:ext cx="1440000" cy="14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388" name="Google Shape;4388;p68"/>
          <p:cNvSpPr/>
          <p:nvPr/>
        </p:nvSpPr>
        <p:spPr>
          <a:xfrm>
            <a:off x="1481931" y="1449469"/>
            <a:ext cx="1080000" cy="108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389" name="Google Shape;4389;p68"/>
          <p:cNvSpPr txBox="1"/>
          <p:nvPr/>
        </p:nvSpPr>
        <p:spPr>
          <a:xfrm>
            <a:off x="695347" y="629122"/>
            <a:ext cx="12198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WN(R)</a:t>
            </a:r>
            <a:endParaRPr/>
          </a:p>
        </p:txBody>
      </p:sp>
      <p:sp>
        <p:nvSpPr>
          <p:cNvPr id="4390" name="Google Shape;4390;p68"/>
          <p:cNvSpPr txBox="1"/>
          <p:nvPr/>
        </p:nvSpPr>
        <p:spPr>
          <a:xfrm>
            <a:off x="1424159" y="1456018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AR</a:t>
            </a:r>
            <a:endParaRPr/>
          </a:p>
        </p:txBody>
      </p:sp>
      <p:sp>
        <p:nvSpPr>
          <p:cNvPr id="4391" name="Google Shape;4391;p68"/>
          <p:cNvSpPr/>
          <p:nvPr/>
        </p:nvSpPr>
        <p:spPr>
          <a:xfrm>
            <a:off x="660267" y="3709912"/>
            <a:ext cx="3577845" cy="2675463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2" name="Google Shape;4392;p68"/>
          <p:cNvSpPr/>
          <p:nvPr/>
        </p:nvSpPr>
        <p:spPr>
          <a:xfrm>
            <a:off x="2060418" y="4529640"/>
            <a:ext cx="1080000" cy="108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393" name="Google Shape;4393;p68"/>
          <p:cNvSpPr txBox="1"/>
          <p:nvPr/>
        </p:nvSpPr>
        <p:spPr>
          <a:xfrm>
            <a:off x="675457" y="3770151"/>
            <a:ext cx="60992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(C)</a:t>
            </a:r>
            <a:endParaRPr/>
          </a:p>
        </p:txBody>
      </p:sp>
      <p:sp>
        <p:nvSpPr>
          <p:cNvPr id="4394" name="Google Shape;4394;p68"/>
          <p:cNvSpPr txBox="1"/>
          <p:nvPr/>
        </p:nvSpPr>
        <p:spPr>
          <a:xfrm>
            <a:off x="2086606" y="4601632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4395" name="Google Shape;4395;p68"/>
          <p:cNvSpPr/>
          <p:nvPr/>
        </p:nvSpPr>
        <p:spPr>
          <a:xfrm>
            <a:off x="3396898" y="1438767"/>
            <a:ext cx="540000" cy="110140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396" name="Google Shape;4396;p68"/>
          <p:cNvSpPr txBox="1"/>
          <p:nvPr/>
        </p:nvSpPr>
        <p:spPr>
          <a:xfrm>
            <a:off x="3405540" y="1496099"/>
            <a:ext cx="510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cxnSp>
        <p:nvCxnSpPr>
          <p:cNvPr id="4397" name="Google Shape;4397;p68"/>
          <p:cNvCxnSpPr/>
          <p:nvPr/>
        </p:nvCxnSpPr>
        <p:spPr>
          <a:xfrm>
            <a:off x="3026946" y="1526078"/>
            <a:ext cx="384967" cy="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398" name="Google Shape;4398;p68"/>
          <p:cNvSpPr txBox="1"/>
          <p:nvPr/>
        </p:nvSpPr>
        <p:spPr>
          <a:xfrm>
            <a:off x="3056003" y="126263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GC.AN</a:t>
            </a:r>
            <a:endParaRPr/>
          </a:p>
        </p:txBody>
      </p:sp>
      <p:cxnSp>
        <p:nvCxnSpPr>
          <p:cNvPr id="4399" name="Google Shape;4399;p68"/>
          <p:cNvCxnSpPr/>
          <p:nvPr/>
        </p:nvCxnSpPr>
        <p:spPr>
          <a:xfrm>
            <a:off x="2561931" y="1989469"/>
            <a:ext cx="18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400" name="Google Shape;4400;p68"/>
          <p:cNvSpPr txBox="1"/>
          <p:nvPr/>
        </p:nvSpPr>
        <p:spPr>
          <a:xfrm>
            <a:off x="2412432" y="169540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AR.GC</a:t>
            </a:r>
            <a:endParaRPr/>
          </a:p>
        </p:txBody>
      </p:sp>
      <p:cxnSp>
        <p:nvCxnSpPr>
          <p:cNvPr id="4401" name="Google Shape;4401;p68"/>
          <p:cNvCxnSpPr>
            <a:stCxn id="4387" idx="3"/>
            <a:endCxn id="4386" idx="3"/>
          </p:cNvCxnSpPr>
          <p:nvPr/>
        </p:nvCxnSpPr>
        <p:spPr>
          <a:xfrm rot="10800000">
            <a:off x="2021931" y="999469"/>
            <a:ext cx="0" cy="2700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402" name="Google Shape;4402;p68"/>
          <p:cNvSpPr txBox="1"/>
          <p:nvPr/>
        </p:nvSpPr>
        <p:spPr>
          <a:xfrm>
            <a:off x="1775928" y="81143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AR.PW</a:t>
            </a:r>
            <a:endParaRPr/>
          </a:p>
        </p:txBody>
      </p:sp>
      <p:sp>
        <p:nvSpPr>
          <p:cNvPr id="4403" name="Google Shape;4403;p68"/>
          <p:cNvSpPr/>
          <p:nvPr/>
        </p:nvSpPr>
        <p:spPr>
          <a:xfrm>
            <a:off x="3478210" y="5239317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4" name="Google Shape;4404;p68"/>
          <p:cNvSpPr txBox="1"/>
          <p:nvPr/>
        </p:nvSpPr>
        <p:spPr>
          <a:xfrm>
            <a:off x="3209319" y="4009784"/>
            <a:ext cx="50269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4405" name="Google Shape;4405;p68"/>
          <p:cNvSpPr/>
          <p:nvPr/>
        </p:nvSpPr>
        <p:spPr>
          <a:xfrm>
            <a:off x="3477490" y="4685205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06" name="Google Shape;4406;p68"/>
          <p:cNvCxnSpPr/>
          <p:nvPr/>
        </p:nvCxnSpPr>
        <p:spPr>
          <a:xfrm rot="10800000">
            <a:off x="3652638" y="4778076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407" name="Google Shape;4407;p68"/>
          <p:cNvSpPr txBox="1"/>
          <p:nvPr/>
        </p:nvSpPr>
        <p:spPr>
          <a:xfrm>
            <a:off x="3548153" y="447177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CC.AN</a:t>
            </a:r>
            <a:endParaRPr/>
          </a:p>
        </p:txBody>
      </p:sp>
      <p:cxnSp>
        <p:nvCxnSpPr>
          <p:cNvPr id="4408" name="Google Shape;4408;p68"/>
          <p:cNvCxnSpPr/>
          <p:nvPr/>
        </p:nvCxnSpPr>
        <p:spPr>
          <a:xfrm rot="10800000">
            <a:off x="3478930" y="5330517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409" name="Google Shape;4409;p68"/>
          <p:cNvSpPr txBox="1"/>
          <p:nvPr/>
        </p:nvSpPr>
        <p:spPr>
          <a:xfrm>
            <a:off x="3509613" y="541682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CC.W1</a:t>
            </a:r>
            <a:endParaRPr/>
          </a:p>
        </p:txBody>
      </p:sp>
      <p:cxnSp>
        <p:nvCxnSpPr>
          <p:cNvPr id="4410" name="Google Shape;4410;p68"/>
          <p:cNvCxnSpPr/>
          <p:nvPr/>
        </p:nvCxnSpPr>
        <p:spPr>
          <a:xfrm>
            <a:off x="3574771" y="4882943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411" name="Google Shape;4411;p68"/>
          <p:cNvSpPr txBox="1"/>
          <p:nvPr/>
        </p:nvSpPr>
        <p:spPr>
          <a:xfrm>
            <a:off x="3729329" y="505583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CO.SC</a:t>
            </a:r>
            <a:endParaRPr b="1" sz="12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12" name="Google Shape;4412;p68"/>
          <p:cNvSpPr/>
          <p:nvPr/>
        </p:nvSpPr>
        <p:spPr>
          <a:xfrm>
            <a:off x="2786098" y="5196474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3" name="Google Shape;4413;p68"/>
          <p:cNvSpPr/>
          <p:nvPr/>
        </p:nvSpPr>
        <p:spPr>
          <a:xfrm>
            <a:off x="2785378" y="4642362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14" name="Google Shape;4414;p68"/>
          <p:cNvCxnSpPr/>
          <p:nvPr/>
        </p:nvCxnSpPr>
        <p:spPr>
          <a:xfrm rot="10800000">
            <a:off x="2959790" y="4732681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415" name="Google Shape;4415;p68"/>
          <p:cNvCxnSpPr/>
          <p:nvPr/>
        </p:nvCxnSpPr>
        <p:spPr>
          <a:xfrm rot="10800000">
            <a:off x="2786818" y="5287674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416" name="Google Shape;4416;p68"/>
          <p:cNvSpPr txBox="1"/>
          <p:nvPr/>
        </p:nvSpPr>
        <p:spPr>
          <a:xfrm>
            <a:off x="2848171" y="537824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CC.W1</a:t>
            </a:r>
            <a:endParaRPr/>
          </a:p>
        </p:txBody>
      </p:sp>
      <p:cxnSp>
        <p:nvCxnSpPr>
          <p:cNvPr id="4417" name="Google Shape;4417;p68"/>
          <p:cNvCxnSpPr/>
          <p:nvPr/>
        </p:nvCxnSpPr>
        <p:spPr>
          <a:xfrm>
            <a:off x="2882659" y="4840100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418" name="Google Shape;4418;p68"/>
          <p:cNvSpPr txBox="1"/>
          <p:nvPr/>
        </p:nvSpPr>
        <p:spPr>
          <a:xfrm>
            <a:off x="2848171" y="491887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CC.S1</a:t>
            </a:r>
            <a:endParaRPr/>
          </a:p>
        </p:txBody>
      </p:sp>
      <p:sp>
        <p:nvSpPr>
          <p:cNvPr id="4419" name="Google Shape;4419;p68"/>
          <p:cNvSpPr txBox="1"/>
          <p:nvPr/>
        </p:nvSpPr>
        <p:spPr>
          <a:xfrm>
            <a:off x="2850215" y="447177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CC.AC</a:t>
            </a:r>
            <a:endParaRPr/>
          </a:p>
        </p:txBody>
      </p:sp>
      <p:sp>
        <p:nvSpPr>
          <p:cNvPr id="4420" name="Google Shape;4420;p68"/>
          <p:cNvSpPr/>
          <p:nvPr/>
        </p:nvSpPr>
        <p:spPr>
          <a:xfrm>
            <a:off x="672663" y="540000"/>
            <a:ext cx="3565449" cy="2898938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1" name="Google Shape;4421;p68"/>
          <p:cNvSpPr txBox="1"/>
          <p:nvPr/>
        </p:nvSpPr>
        <p:spPr>
          <a:xfrm>
            <a:off x="1959263" y="1023197"/>
            <a:ext cx="113454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GC(AR)</a:t>
            </a:r>
            <a:endParaRPr/>
          </a:p>
        </p:txBody>
      </p:sp>
      <p:sp>
        <p:nvSpPr>
          <p:cNvPr id="4422" name="Google Shape;4422;p68"/>
          <p:cNvSpPr/>
          <p:nvPr/>
        </p:nvSpPr>
        <p:spPr>
          <a:xfrm rot="-5400000">
            <a:off x="3870075" y="1556724"/>
            <a:ext cx="2898925" cy="8654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423" name="Google Shape;4423;p68"/>
          <p:cNvSpPr/>
          <p:nvPr/>
        </p:nvSpPr>
        <p:spPr>
          <a:xfrm rot="-5400000">
            <a:off x="5319553" y="1646513"/>
            <a:ext cx="2898925" cy="6791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424" name="Google Shape;4424;p68"/>
          <p:cNvSpPr txBox="1"/>
          <p:nvPr/>
        </p:nvSpPr>
        <p:spPr>
          <a:xfrm>
            <a:off x="4304708" y="612285"/>
            <a:ext cx="6688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(R)</a:t>
            </a:r>
            <a:endParaRPr/>
          </a:p>
        </p:txBody>
      </p:sp>
      <p:cxnSp>
        <p:nvCxnSpPr>
          <p:cNvPr id="4425" name="Google Shape;4425;p68"/>
          <p:cNvCxnSpPr/>
          <p:nvPr/>
        </p:nvCxnSpPr>
        <p:spPr>
          <a:xfrm>
            <a:off x="4886801" y="1666306"/>
            <a:ext cx="87244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426" name="Google Shape;4426;p68"/>
          <p:cNvSpPr txBox="1"/>
          <p:nvPr/>
        </p:nvSpPr>
        <p:spPr>
          <a:xfrm>
            <a:off x="4923016" y="173178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GR.W1</a:t>
            </a:r>
            <a:endParaRPr/>
          </a:p>
        </p:txBody>
      </p:sp>
      <p:cxnSp>
        <p:nvCxnSpPr>
          <p:cNvPr id="4427" name="Google Shape;4427;p68"/>
          <p:cNvCxnSpPr/>
          <p:nvPr/>
        </p:nvCxnSpPr>
        <p:spPr>
          <a:xfrm>
            <a:off x="5752274" y="1666306"/>
            <a:ext cx="694392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428" name="Google Shape;4428;p68"/>
          <p:cNvSpPr txBox="1"/>
          <p:nvPr/>
        </p:nvSpPr>
        <p:spPr>
          <a:xfrm>
            <a:off x="5782003" y="173178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GR.S1</a:t>
            </a:r>
            <a:endParaRPr/>
          </a:p>
        </p:txBody>
      </p:sp>
      <p:sp>
        <p:nvSpPr>
          <p:cNvPr id="4429" name="Google Shape;4429;p68"/>
          <p:cNvSpPr txBox="1"/>
          <p:nvPr/>
        </p:nvSpPr>
        <p:spPr>
          <a:xfrm>
            <a:off x="5898745" y="600250"/>
            <a:ext cx="6688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(R)</a:t>
            </a:r>
            <a:endParaRPr/>
          </a:p>
        </p:txBody>
      </p:sp>
      <p:sp>
        <p:nvSpPr>
          <p:cNvPr id="4430" name="Google Shape;4430;p68"/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Cat-5: Resistor(AR/RS) and Capacitor(AC) related</a:t>
            </a:r>
            <a:endParaRPr/>
          </a:p>
        </p:txBody>
      </p:sp>
      <p:sp>
        <p:nvSpPr>
          <p:cNvPr id="4431" name="Google Shape;4431;p68"/>
          <p:cNvSpPr/>
          <p:nvPr/>
        </p:nvSpPr>
        <p:spPr>
          <a:xfrm>
            <a:off x="4783707" y="3767739"/>
            <a:ext cx="1440000" cy="2230407"/>
          </a:xfrm>
          <a:prstGeom prst="snip2SameRect">
            <a:avLst>
              <a:gd fmla="val 23682" name="adj1"/>
              <a:gd fmla="val 0" name="adj2"/>
            </a:avLst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2" name="Google Shape;4432;p68"/>
          <p:cNvSpPr/>
          <p:nvPr/>
        </p:nvSpPr>
        <p:spPr>
          <a:xfrm>
            <a:off x="5215707" y="4318569"/>
            <a:ext cx="576000" cy="36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33" name="Google Shape;4433;p68"/>
          <p:cNvCxnSpPr/>
          <p:nvPr/>
        </p:nvCxnSpPr>
        <p:spPr>
          <a:xfrm>
            <a:off x="5789283" y="4317815"/>
            <a:ext cx="432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434" name="Google Shape;4434;p68"/>
          <p:cNvCxnSpPr/>
          <p:nvPr/>
        </p:nvCxnSpPr>
        <p:spPr>
          <a:xfrm>
            <a:off x="5863707" y="3767740"/>
            <a:ext cx="360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435" name="Google Shape;4435;p68"/>
          <p:cNvCxnSpPr/>
          <p:nvPr/>
        </p:nvCxnSpPr>
        <p:spPr>
          <a:xfrm>
            <a:off x="6223707" y="3767740"/>
            <a:ext cx="0" cy="35894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436" name="Google Shape;4436;p68"/>
          <p:cNvCxnSpPr/>
          <p:nvPr/>
        </p:nvCxnSpPr>
        <p:spPr>
          <a:xfrm>
            <a:off x="5518413" y="3767740"/>
            <a:ext cx="0" cy="54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437" name="Google Shape;4437;p68"/>
          <p:cNvCxnSpPr/>
          <p:nvPr/>
        </p:nvCxnSpPr>
        <p:spPr>
          <a:xfrm>
            <a:off x="5215707" y="4416795"/>
            <a:ext cx="576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438" name="Google Shape;4438;p68"/>
          <p:cNvCxnSpPr/>
          <p:nvPr/>
        </p:nvCxnSpPr>
        <p:spPr>
          <a:xfrm>
            <a:off x="5119002" y="4319629"/>
            <a:ext cx="0" cy="35894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439" name="Google Shape;4439;p68"/>
          <p:cNvSpPr txBox="1"/>
          <p:nvPr/>
        </p:nvSpPr>
        <p:spPr>
          <a:xfrm>
            <a:off x="4804677" y="5499401"/>
            <a:ext cx="8707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</a:t>
            </a:r>
            <a:endParaRPr/>
          </a:p>
        </p:txBody>
      </p:sp>
      <p:sp>
        <p:nvSpPr>
          <p:cNvPr id="4440" name="Google Shape;4440;p68"/>
          <p:cNvSpPr txBox="1"/>
          <p:nvPr/>
        </p:nvSpPr>
        <p:spPr>
          <a:xfrm>
            <a:off x="6242537" y="385896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AR.XY</a:t>
            </a:r>
            <a:endParaRPr/>
          </a:p>
        </p:txBody>
      </p:sp>
      <p:sp>
        <p:nvSpPr>
          <p:cNvPr id="4441" name="Google Shape;4441;p68"/>
          <p:cNvSpPr txBox="1"/>
          <p:nvPr/>
        </p:nvSpPr>
        <p:spPr>
          <a:xfrm>
            <a:off x="4922748" y="371256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CR.AT</a:t>
            </a:r>
            <a:endParaRPr/>
          </a:p>
        </p:txBody>
      </p:sp>
      <p:sp>
        <p:nvSpPr>
          <p:cNvPr id="4442" name="Google Shape;4442;p68"/>
          <p:cNvSpPr txBox="1"/>
          <p:nvPr/>
        </p:nvSpPr>
        <p:spPr>
          <a:xfrm>
            <a:off x="4380691" y="439813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CR.W1</a:t>
            </a:r>
            <a:endParaRPr/>
          </a:p>
        </p:txBody>
      </p:sp>
      <p:sp>
        <p:nvSpPr>
          <p:cNvPr id="4443" name="Google Shape;4443;p68"/>
          <p:cNvSpPr txBox="1"/>
          <p:nvPr/>
        </p:nvSpPr>
        <p:spPr>
          <a:xfrm>
            <a:off x="5817465" y="438145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CR.AS</a:t>
            </a:r>
            <a:endParaRPr/>
          </a:p>
        </p:txBody>
      </p:sp>
      <p:sp>
        <p:nvSpPr>
          <p:cNvPr id="4444" name="Google Shape;4444;p68"/>
          <p:cNvSpPr txBox="1"/>
          <p:nvPr/>
        </p:nvSpPr>
        <p:spPr>
          <a:xfrm>
            <a:off x="5910768" y="351481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AR.XY</a:t>
            </a:r>
            <a:endParaRPr/>
          </a:p>
        </p:txBody>
      </p:sp>
      <p:sp>
        <p:nvSpPr>
          <p:cNvPr id="4445" name="Google Shape;4445;p68"/>
          <p:cNvSpPr txBox="1"/>
          <p:nvPr/>
        </p:nvSpPr>
        <p:spPr>
          <a:xfrm>
            <a:off x="5205423" y="444479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CR.W2</a:t>
            </a:r>
            <a:endParaRPr/>
          </a:p>
        </p:txBody>
      </p:sp>
      <p:sp>
        <p:nvSpPr>
          <p:cNvPr id="4446" name="Google Shape;4446;p68"/>
          <p:cNvSpPr/>
          <p:nvPr/>
        </p:nvSpPr>
        <p:spPr>
          <a:xfrm>
            <a:off x="5049627" y="751904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447" name="Google Shape;4447;p68"/>
          <p:cNvSpPr/>
          <p:nvPr/>
        </p:nvSpPr>
        <p:spPr>
          <a:xfrm>
            <a:off x="6672540" y="743823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448" name="Google Shape;4448;p68"/>
          <p:cNvSpPr/>
          <p:nvPr/>
        </p:nvSpPr>
        <p:spPr>
          <a:xfrm>
            <a:off x="5049627" y="2999233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449" name="Google Shape;4449;p68"/>
          <p:cNvSpPr/>
          <p:nvPr/>
        </p:nvSpPr>
        <p:spPr>
          <a:xfrm>
            <a:off x="6685308" y="2991152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450" name="Google Shape;4450;p68"/>
          <p:cNvSpPr txBox="1"/>
          <p:nvPr/>
        </p:nvSpPr>
        <p:spPr>
          <a:xfrm>
            <a:off x="5468166" y="216792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GR.L1</a:t>
            </a:r>
            <a:endParaRPr/>
          </a:p>
        </p:txBody>
      </p:sp>
      <p:sp>
        <p:nvSpPr>
          <p:cNvPr id="4451" name="Google Shape;4451;p68"/>
          <p:cNvSpPr/>
          <p:nvPr/>
        </p:nvSpPr>
        <p:spPr>
          <a:xfrm>
            <a:off x="1939812" y="1513038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452" name="Google Shape;4452;p68"/>
          <p:cNvSpPr/>
          <p:nvPr/>
        </p:nvSpPr>
        <p:spPr>
          <a:xfrm>
            <a:off x="1922748" y="2259086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id="4453" name="Google Shape;4453;p68"/>
          <p:cNvCxnSpPr/>
          <p:nvPr/>
        </p:nvCxnSpPr>
        <p:spPr>
          <a:xfrm rot="10800000">
            <a:off x="2041412" y="1719460"/>
            <a:ext cx="0" cy="539626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454" name="Google Shape;4454;p68"/>
          <p:cNvSpPr txBox="1"/>
          <p:nvPr/>
        </p:nvSpPr>
        <p:spPr>
          <a:xfrm>
            <a:off x="1356424" y="197989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AR.L1</a:t>
            </a:r>
            <a:endParaRPr/>
          </a:p>
        </p:txBody>
      </p:sp>
      <p:cxnSp>
        <p:nvCxnSpPr>
          <p:cNvPr id="4455" name="Google Shape;4455;p68"/>
          <p:cNvCxnSpPr>
            <a:stCxn id="4456" idx="1"/>
            <a:endCxn id="4456" idx="3"/>
          </p:cNvCxnSpPr>
          <p:nvPr/>
        </p:nvCxnSpPr>
        <p:spPr>
          <a:xfrm>
            <a:off x="4783707" y="5341668"/>
            <a:ext cx="14469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457" name="Google Shape;4457;p68"/>
          <p:cNvSpPr txBox="1"/>
          <p:nvPr/>
        </p:nvSpPr>
        <p:spPr>
          <a:xfrm>
            <a:off x="5215707" y="540951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AR.W1</a:t>
            </a:r>
            <a:endParaRPr/>
          </a:p>
        </p:txBody>
      </p:sp>
      <p:sp>
        <p:nvSpPr>
          <p:cNvPr id="4458" name="Google Shape;4458;p68"/>
          <p:cNvSpPr/>
          <p:nvPr/>
        </p:nvSpPr>
        <p:spPr>
          <a:xfrm>
            <a:off x="4886801" y="966361"/>
            <a:ext cx="872447" cy="202479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9" name="Google Shape;4459;p68"/>
          <p:cNvSpPr/>
          <p:nvPr/>
        </p:nvSpPr>
        <p:spPr>
          <a:xfrm>
            <a:off x="6429440" y="959723"/>
            <a:ext cx="679151" cy="202479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0" name="Google Shape;4460;p68"/>
          <p:cNvSpPr/>
          <p:nvPr/>
        </p:nvSpPr>
        <p:spPr>
          <a:xfrm>
            <a:off x="1490786" y="1723495"/>
            <a:ext cx="1043898" cy="51893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6" name="Google Shape;4456;p68"/>
          <p:cNvSpPr/>
          <p:nvPr/>
        </p:nvSpPr>
        <p:spPr>
          <a:xfrm>
            <a:off x="4783707" y="4685204"/>
            <a:ext cx="1446767" cy="131292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1" name="Google Shape;4461;p68"/>
          <p:cNvSpPr txBox="1"/>
          <p:nvPr/>
        </p:nvSpPr>
        <p:spPr>
          <a:xfrm>
            <a:off x="1458784" y="2476302"/>
            <a:ext cx="113454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CO(RR)</a:t>
            </a:r>
            <a:endParaRPr/>
          </a:p>
        </p:txBody>
      </p:sp>
      <p:sp>
        <p:nvSpPr>
          <p:cNvPr id="4462" name="Google Shape;4462;p68"/>
          <p:cNvSpPr txBox="1"/>
          <p:nvPr/>
        </p:nvSpPr>
        <p:spPr>
          <a:xfrm>
            <a:off x="4936434" y="4760251"/>
            <a:ext cx="113454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CL(RR)</a:t>
            </a:r>
            <a:endParaRPr/>
          </a:p>
        </p:txBody>
      </p:sp>
      <p:sp>
        <p:nvSpPr>
          <p:cNvPr id="4463" name="Google Shape;4463;p68"/>
          <p:cNvSpPr txBox="1"/>
          <p:nvPr/>
        </p:nvSpPr>
        <p:spPr>
          <a:xfrm>
            <a:off x="5847040" y="2588550"/>
            <a:ext cx="494607" cy="3608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72000" lIns="0" spcFirstLastPara="1" rIns="0" wrap="square" tIns="72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RS</a:t>
            </a:r>
            <a:endParaRPr/>
          </a:p>
        </p:txBody>
      </p:sp>
      <p:sp>
        <p:nvSpPr>
          <p:cNvPr id="4464" name="Google Shape;4464;p68"/>
          <p:cNvSpPr txBox="1"/>
          <p:nvPr/>
        </p:nvSpPr>
        <p:spPr>
          <a:xfrm>
            <a:off x="6320340" y="4694988"/>
            <a:ext cx="494607" cy="3608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72000" lIns="0" spcFirstLastPara="1" rIns="0" wrap="square" tIns="72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RR</a:t>
            </a:r>
            <a:endParaRPr/>
          </a:p>
        </p:txBody>
      </p:sp>
      <p:sp>
        <p:nvSpPr>
          <p:cNvPr id="4465" name="Google Shape;4465;p68"/>
          <p:cNvSpPr txBox="1"/>
          <p:nvPr/>
        </p:nvSpPr>
        <p:spPr>
          <a:xfrm>
            <a:off x="5379011" y="6183679"/>
            <a:ext cx="1728863" cy="3608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72000" lIns="0" spcFirstLastPara="1" rIns="0" wrap="square" tIns="720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R.Effective region</a:t>
            </a:r>
            <a:endParaRPr/>
          </a:p>
        </p:txBody>
      </p:sp>
      <p:sp>
        <p:nvSpPr>
          <p:cNvPr id="4466" name="Google Shape;4466;p68"/>
          <p:cNvSpPr txBox="1"/>
          <p:nvPr/>
        </p:nvSpPr>
        <p:spPr>
          <a:xfrm>
            <a:off x="7543636" y="5541370"/>
            <a:ext cx="2378031" cy="13388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GC(AR)：GC in WN(R)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RS(L) ：Length of AR effective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RS(W) ：Width of AR effective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CO(RR)：CO short side on AR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CL(RR)：CO long  side on AR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AR(T) ：AR top fringe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AR(S) ：AR side fringe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AR.W1 ：allow only 2.8,4,6,12,20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GR.W1 ：allow only 4,6,12,20</a:t>
            </a:r>
            <a:endParaRPr/>
          </a:p>
        </p:txBody>
      </p:sp>
      <p:graphicFrame>
        <p:nvGraphicFramePr>
          <p:cNvPr id="4467" name="Google Shape;4467;p68"/>
          <p:cNvGraphicFramePr/>
          <p:nvPr/>
        </p:nvGraphicFramePr>
        <p:xfrm>
          <a:off x="7586075" y="3988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{01C53A63-FCD8-45D1-99B7-E1A805D13903}</a:tableStyleId>
              </a:tblPr>
              <a:tblGrid>
                <a:gridCol w="659375"/>
                <a:gridCol w="659375"/>
                <a:gridCol w="1023150"/>
                <a:gridCol w="780625"/>
                <a:gridCol w="598725"/>
                <a:gridCol w="598725"/>
              </a:tblGrid>
              <a:tr h="19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Rule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L1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L2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Func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MIN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MAX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</a:tr>
              <a:tr h="19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AR.W1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RR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RR(L)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Wmin/max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2.8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20.0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</a:tr>
              <a:tr h="19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JP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AR.WF</a:t>
                      </a:r>
                      <a:endParaRPr/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JP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</a:t>
                      </a:r>
                      <a:endParaRPr/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JP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ARF</a:t>
                      </a:r>
                      <a:endParaRPr/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n-JP" sz="9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</a:t>
                      </a:r>
                      <a:endParaRPr/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</a:tr>
              <a:tr h="19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AR.L1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RR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RR(W)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Lmin/max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13.0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100.0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</a:tr>
              <a:tr h="19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AR.GC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GC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AR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Smin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</a:tr>
              <a:tr h="19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AR.PW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GC(R)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Wmin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2.0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</a:tr>
              <a:tr h="19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AR.XY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AR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Bevel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XYmin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</a:tr>
              <a:tr h="19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GC.AN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GC(R)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Smin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???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???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</a:tr>
              <a:tr h="19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GC.R1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AR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GC(R)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Donut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</a:tr>
              <a:tr h="19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GC.R2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GC(R)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WN(R)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TieDown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0.0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</a:tr>
              <a:tr h="19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GR.W1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RS(L)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Wmin/max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4.0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20.0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</a:tr>
              <a:tr h="19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GR.L1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RS(W)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Lmin/max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20.0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100.0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</a:tr>
              <a:tr h="19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GR.S1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Smin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2.0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</a:tr>
              <a:tr h="19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CR.W1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CO(RR)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Wmin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</a:tr>
              <a:tr h="19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CR.W2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CL(RR)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Wmin/max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5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20.0</a:t>
                      </a:r>
                      <a:endParaRPr b="1" i="0" sz="900" u="none" cap="none" strike="noStrike">
                        <a:solidFill>
                          <a:srgbClr val="00B05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</a:tr>
              <a:tr h="19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CR.AR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CO(RR)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Emin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</a:tr>
              <a:tr h="19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CR.AT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CO(RR)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AR(T)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Emin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1.5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</a:tr>
              <a:tr h="19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CR.AS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CO(RR)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AR(S)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Efix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0.9@W=2.8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1.2@W=&gt;4 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</a:tr>
              <a:tr h="19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CC.W1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CO(C)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Wfix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1.2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1.2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</a:tr>
              <a:tr h="19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CC.S1/CO.SC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CO(C)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CO(C)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Sfix/Smin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1.2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1.2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</a:tr>
              <a:tr h="19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CC.AC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CO(C)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AC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Emin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2.9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</a:tr>
              <a:tr h="19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CC.AN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CO(C)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Emin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1.2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JP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</a:tr>
              <a:tr h="19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CO.WS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CO(S)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Wfix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</a:tr>
              <a:tr h="19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CS.S1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CO(RS)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CO(RS)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Sfix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</a:tr>
              <a:tr h="19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GR.AT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CO(RS)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GR(T)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Efix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0.8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</a:tr>
              <a:tr h="199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GR.AS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CO(RS)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GR(S)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Efix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F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JP" sz="900" u="none" cap="none" strike="noStrike">
                          <a:solidFill>
                            <a:srgbClr val="00B0F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1.5</a:t>
                      </a:r>
                      <a:endParaRPr b="1" i="0" sz="900" u="none" cap="none" strike="noStrike">
                        <a:solidFill>
                          <a:srgbClr val="00B0F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150" marB="0" marR="8150" marL="8150" anchor="ctr"/>
                </a:tc>
              </a:tr>
            </a:tbl>
          </a:graphicData>
        </a:graphic>
      </p:graphicFrame>
      <p:cxnSp>
        <p:nvCxnSpPr>
          <p:cNvPr id="4468" name="Google Shape;4468;p68"/>
          <p:cNvCxnSpPr>
            <a:stCxn id="4447" idx="3"/>
          </p:cNvCxnSpPr>
          <p:nvPr/>
        </p:nvCxnSpPr>
        <p:spPr>
          <a:xfrm>
            <a:off x="6875740" y="851773"/>
            <a:ext cx="232200" cy="0"/>
          </a:xfrm>
          <a:prstGeom prst="straightConnector1">
            <a:avLst/>
          </a:prstGeom>
          <a:noFill/>
          <a:ln cap="flat" cmpd="sng" w="19050">
            <a:solidFill>
              <a:srgbClr val="00B0F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469" name="Google Shape;4469;p68"/>
          <p:cNvSpPr txBox="1"/>
          <p:nvPr/>
        </p:nvSpPr>
        <p:spPr>
          <a:xfrm>
            <a:off x="6906828" y="96369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GR.AS</a:t>
            </a:r>
            <a:endParaRPr/>
          </a:p>
        </p:txBody>
      </p:sp>
      <p:cxnSp>
        <p:nvCxnSpPr>
          <p:cNvPr id="4470" name="Google Shape;4470;p68"/>
          <p:cNvCxnSpPr>
            <a:stCxn id="4423" idx="3"/>
            <a:endCxn id="4447" idx="0"/>
          </p:cNvCxnSpPr>
          <p:nvPr/>
        </p:nvCxnSpPr>
        <p:spPr>
          <a:xfrm>
            <a:off x="6769016" y="536626"/>
            <a:ext cx="5100" cy="207300"/>
          </a:xfrm>
          <a:prstGeom prst="straightConnector1">
            <a:avLst/>
          </a:prstGeom>
          <a:noFill/>
          <a:ln cap="flat" cmpd="sng" w="19050">
            <a:solidFill>
              <a:srgbClr val="00B0F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471" name="Google Shape;4471;p68"/>
          <p:cNvSpPr txBox="1"/>
          <p:nvPr/>
        </p:nvSpPr>
        <p:spPr>
          <a:xfrm>
            <a:off x="6905587" y="55559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GR.AT</a:t>
            </a:r>
            <a:endParaRPr b="1" sz="12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72" name="Google Shape;4472;p68"/>
          <p:cNvSpPr txBox="1"/>
          <p:nvPr/>
        </p:nvSpPr>
        <p:spPr>
          <a:xfrm>
            <a:off x="5360576" y="52796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CO.WS</a:t>
            </a:r>
            <a:endParaRPr b="1" sz="12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73" name="Google Shape;4473;p68"/>
          <p:cNvSpPr/>
          <p:nvPr/>
        </p:nvSpPr>
        <p:spPr>
          <a:xfrm>
            <a:off x="5414012" y="749707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474" name="Google Shape;4474;p68"/>
          <p:cNvSpPr/>
          <p:nvPr/>
        </p:nvSpPr>
        <p:spPr>
          <a:xfrm>
            <a:off x="5414012" y="2997036"/>
            <a:ext cx="20320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id="4475" name="Google Shape;4475;p68"/>
          <p:cNvCxnSpPr>
            <a:stCxn id="4473" idx="2"/>
            <a:endCxn id="4474" idx="0"/>
          </p:cNvCxnSpPr>
          <p:nvPr/>
        </p:nvCxnSpPr>
        <p:spPr>
          <a:xfrm>
            <a:off x="5515612" y="965607"/>
            <a:ext cx="0" cy="2031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476" name="Google Shape;4476;p68"/>
          <p:cNvCxnSpPr>
            <a:stCxn id="4473" idx="1"/>
            <a:endCxn id="4473" idx="3"/>
          </p:cNvCxnSpPr>
          <p:nvPr/>
        </p:nvCxnSpPr>
        <p:spPr>
          <a:xfrm>
            <a:off x="5414012" y="857657"/>
            <a:ext cx="203100" cy="0"/>
          </a:xfrm>
          <a:prstGeom prst="straightConnector1">
            <a:avLst/>
          </a:prstGeom>
          <a:noFill/>
          <a:ln cap="flat" cmpd="sng" w="19050">
            <a:solidFill>
              <a:srgbClr val="00B0F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477" name="Google Shape;4477;p68"/>
          <p:cNvCxnSpPr>
            <a:stCxn id="4446" idx="3"/>
            <a:endCxn id="4473" idx="1"/>
          </p:cNvCxnSpPr>
          <p:nvPr/>
        </p:nvCxnSpPr>
        <p:spPr>
          <a:xfrm flipH="1" rot="10800000">
            <a:off x="5252827" y="857754"/>
            <a:ext cx="161100" cy="2100"/>
          </a:xfrm>
          <a:prstGeom prst="straightConnector1">
            <a:avLst/>
          </a:prstGeom>
          <a:noFill/>
          <a:ln cap="flat" cmpd="sng" w="19050">
            <a:solidFill>
              <a:srgbClr val="00B0F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478" name="Google Shape;4478;p68"/>
          <p:cNvSpPr txBox="1"/>
          <p:nvPr/>
        </p:nvSpPr>
        <p:spPr>
          <a:xfrm>
            <a:off x="4955745" y="958847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CS.S1</a:t>
            </a:r>
            <a:endParaRPr b="1" sz="12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79" name="Google Shape;4479;p68"/>
          <p:cNvSpPr txBox="1"/>
          <p:nvPr/>
        </p:nvSpPr>
        <p:spPr>
          <a:xfrm>
            <a:off x="9746074" y="5621881"/>
            <a:ext cx="2378031" cy="9233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CO(C) ：CO on AC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CO(S) ：Small(1um□) CO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CO(RS)：CO on GR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GR(T) ：GR top fringe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GR(S) ：GR side fringe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4480" name="Google Shape;4480;p68"/>
          <p:cNvCxnSpPr/>
          <p:nvPr/>
        </p:nvCxnSpPr>
        <p:spPr>
          <a:xfrm>
            <a:off x="4908392" y="4005959"/>
            <a:ext cx="307315" cy="354261"/>
          </a:xfrm>
          <a:prstGeom prst="straightConnector1">
            <a:avLst/>
          </a:prstGeom>
          <a:noFill/>
          <a:ln cap="flat" cmpd="sng" w="19050">
            <a:solidFill>
              <a:srgbClr val="00B0F0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481" name="Google Shape;4481;p68"/>
          <p:cNvSpPr txBox="1"/>
          <p:nvPr/>
        </p:nvSpPr>
        <p:spPr>
          <a:xfrm>
            <a:off x="4359135" y="384251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CR.AR</a:t>
            </a:r>
            <a:endParaRPr b="1" sz="1200">
              <a:solidFill>
                <a:srgbClr val="00B0F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82" name="Google Shape;4482;p68"/>
          <p:cNvSpPr txBox="1"/>
          <p:nvPr/>
        </p:nvSpPr>
        <p:spPr>
          <a:xfrm>
            <a:off x="3726089" y="491790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200" strike="sng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CC.S1</a:t>
            </a:r>
            <a:endParaRPr/>
          </a:p>
        </p:txBody>
      </p:sp>
      <p:sp>
        <p:nvSpPr>
          <p:cNvPr id="4483" name="Google Shape;4483;p68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7" name="Shape 4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8" name="Google Shape;4488;p69"/>
          <p:cNvSpPr/>
          <p:nvPr/>
        </p:nvSpPr>
        <p:spPr>
          <a:xfrm rot="-5400000">
            <a:off x="6003403" y="4954897"/>
            <a:ext cx="1954443" cy="49765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489" name="Google Shape;4489;p69"/>
          <p:cNvSpPr/>
          <p:nvPr/>
        </p:nvSpPr>
        <p:spPr>
          <a:xfrm flipH="1" rot="-5400000">
            <a:off x="3238778" y="2719455"/>
            <a:ext cx="1327921" cy="77973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490" name="Google Shape;4490;p69"/>
          <p:cNvSpPr/>
          <p:nvPr/>
        </p:nvSpPr>
        <p:spPr>
          <a:xfrm rot="-5400000">
            <a:off x="2446513" y="2064162"/>
            <a:ext cx="2920585" cy="49765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491" name="Google Shape;4491;p69"/>
          <p:cNvSpPr/>
          <p:nvPr/>
        </p:nvSpPr>
        <p:spPr>
          <a:xfrm rot="-5400000">
            <a:off x="2776744" y="3134826"/>
            <a:ext cx="5343989" cy="779736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492" name="Google Shape;4492;p69"/>
          <p:cNvSpPr/>
          <p:nvPr/>
        </p:nvSpPr>
        <p:spPr>
          <a:xfrm>
            <a:off x="3816494" y="2754669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93" name="Google Shape;4493;p69"/>
          <p:cNvCxnSpPr/>
          <p:nvPr/>
        </p:nvCxnSpPr>
        <p:spPr>
          <a:xfrm rot="10800000">
            <a:off x="3819640" y="2858138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494" name="Google Shape;4494;p69"/>
          <p:cNvSpPr txBox="1"/>
          <p:nvPr/>
        </p:nvSpPr>
        <p:spPr>
          <a:xfrm>
            <a:off x="3762954" y="253569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V1.W1</a:t>
            </a:r>
            <a:endParaRPr/>
          </a:p>
        </p:txBody>
      </p:sp>
      <p:sp>
        <p:nvSpPr>
          <p:cNvPr id="4495" name="Google Shape;4495;p69"/>
          <p:cNvSpPr/>
          <p:nvPr/>
        </p:nvSpPr>
        <p:spPr>
          <a:xfrm>
            <a:off x="3816494" y="3311478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96" name="Google Shape;4496;p69"/>
          <p:cNvCxnSpPr/>
          <p:nvPr/>
        </p:nvCxnSpPr>
        <p:spPr>
          <a:xfrm rot="10800000">
            <a:off x="3900894" y="3501686"/>
            <a:ext cx="1" cy="271597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497" name="Google Shape;4497;p69"/>
          <p:cNvCxnSpPr/>
          <p:nvPr/>
        </p:nvCxnSpPr>
        <p:spPr>
          <a:xfrm>
            <a:off x="3906494" y="2963632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498" name="Google Shape;4498;p69"/>
          <p:cNvSpPr txBox="1"/>
          <p:nvPr/>
        </p:nvSpPr>
        <p:spPr>
          <a:xfrm>
            <a:off x="3865733" y="306215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V1.S1</a:t>
            </a:r>
            <a:endParaRPr/>
          </a:p>
        </p:txBody>
      </p:sp>
      <p:sp>
        <p:nvSpPr>
          <p:cNvPr id="4499" name="Google Shape;4499;p69"/>
          <p:cNvSpPr txBox="1"/>
          <p:nvPr/>
        </p:nvSpPr>
        <p:spPr>
          <a:xfrm>
            <a:off x="3916010" y="356634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V1.M1</a:t>
            </a:r>
            <a:endParaRPr/>
          </a:p>
        </p:txBody>
      </p:sp>
      <p:sp>
        <p:nvSpPr>
          <p:cNvPr id="4500" name="Google Shape;4500;p69"/>
          <p:cNvSpPr txBox="1"/>
          <p:nvPr/>
        </p:nvSpPr>
        <p:spPr>
          <a:xfrm>
            <a:off x="3651606" y="890796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4501" name="Google Shape;4501;p69"/>
          <p:cNvSpPr/>
          <p:nvPr/>
        </p:nvSpPr>
        <p:spPr>
          <a:xfrm rot="-5400000">
            <a:off x="1205029" y="2064161"/>
            <a:ext cx="2920585" cy="49765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4502" name="Google Shape;4502;p69"/>
          <p:cNvCxnSpPr/>
          <p:nvPr/>
        </p:nvCxnSpPr>
        <p:spPr>
          <a:xfrm>
            <a:off x="2416493" y="3251524"/>
            <a:ext cx="47427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503" name="Google Shape;4503;p69"/>
          <p:cNvSpPr txBox="1"/>
          <p:nvPr/>
        </p:nvSpPr>
        <p:spPr>
          <a:xfrm>
            <a:off x="2366131" y="300140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M1.W1</a:t>
            </a:r>
            <a:endParaRPr/>
          </a:p>
        </p:txBody>
      </p:sp>
      <p:cxnSp>
        <p:nvCxnSpPr>
          <p:cNvPr id="4504" name="Google Shape;4504;p69"/>
          <p:cNvCxnSpPr/>
          <p:nvPr/>
        </p:nvCxnSpPr>
        <p:spPr>
          <a:xfrm>
            <a:off x="2905734" y="3251524"/>
            <a:ext cx="60713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505" name="Google Shape;4505;p69"/>
          <p:cNvSpPr txBox="1"/>
          <p:nvPr/>
        </p:nvSpPr>
        <p:spPr>
          <a:xfrm>
            <a:off x="2921846" y="300140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M1.S1</a:t>
            </a:r>
            <a:endParaRPr/>
          </a:p>
        </p:txBody>
      </p:sp>
      <p:sp>
        <p:nvSpPr>
          <p:cNvPr id="4506" name="Google Shape;4506;p69"/>
          <p:cNvSpPr/>
          <p:nvPr/>
        </p:nvSpPr>
        <p:spPr>
          <a:xfrm rot="-5400000">
            <a:off x="5508885" y="1923120"/>
            <a:ext cx="2920586" cy="779738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507" name="Google Shape;4507;p69"/>
          <p:cNvSpPr/>
          <p:nvPr/>
        </p:nvSpPr>
        <p:spPr>
          <a:xfrm>
            <a:off x="5366839" y="151606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8" name="Google Shape;4508;p69"/>
          <p:cNvSpPr/>
          <p:nvPr/>
        </p:nvSpPr>
        <p:spPr>
          <a:xfrm>
            <a:off x="5366839" y="2072870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9" name="Google Shape;4509;p69"/>
          <p:cNvSpPr txBox="1"/>
          <p:nvPr/>
        </p:nvSpPr>
        <p:spPr>
          <a:xfrm>
            <a:off x="2389253" y="890796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4510" name="Google Shape;4510;p69"/>
          <p:cNvSpPr txBox="1"/>
          <p:nvPr/>
        </p:nvSpPr>
        <p:spPr>
          <a:xfrm>
            <a:off x="6713978" y="918078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</a:t>
            </a:r>
            <a:endParaRPr/>
          </a:p>
        </p:txBody>
      </p:sp>
      <p:sp>
        <p:nvSpPr>
          <p:cNvPr id="4511" name="Google Shape;4511;p69"/>
          <p:cNvSpPr txBox="1"/>
          <p:nvPr/>
        </p:nvSpPr>
        <p:spPr>
          <a:xfrm>
            <a:off x="5193539" y="918078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</a:t>
            </a:r>
            <a:endParaRPr/>
          </a:p>
        </p:txBody>
      </p:sp>
      <p:cxnSp>
        <p:nvCxnSpPr>
          <p:cNvPr id="4512" name="Google Shape;4512;p69"/>
          <p:cNvCxnSpPr/>
          <p:nvPr/>
        </p:nvCxnSpPr>
        <p:spPr>
          <a:xfrm>
            <a:off x="5058871" y="3242680"/>
            <a:ext cx="77811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513" name="Google Shape;4513;p69"/>
          <p:cNvSpPr txBox="1"/>
          <p:nvPr/>
        </p:nvSpPr>
        <p:spPr>
          <a:xfrm>
            <a:off x="5143836" y="330815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M2.W1</a:t>
            </a:r>
            <a:endParaRPr/>
          </a:p>
        </p:txBody>
      </p:sp>
      <p:cxnSp>
        <p:nvCxnSpPr>
          <p:cNvPr id="4514" name="Google Shape;4514;p69"/>
          <p:cNvCxnSpPr/>
          <p:nvPr/>
        </p:nvCxnSpPr>
        <p:spPr>
          <a:xfrm>
            <a:off x="5845253" y="3242680"/>
            <a:ext cx="734056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515" name="Google Shape;4515;p69"/>
          <p:cNvSpPr txBox="1"/>
          <p:nvPr/>
        </p:nvSpPr>
        <p:spPr>
          <a:xfrm>
            <a:off x="5917267" y="330815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M2.S1</a:t>
            </a:r>
            <a:endParaRPr/>
          </a:p>
        </p:txBody>
      </p:sp>
      <p:cxnSp>
        <p:nvCxnSpPr>
          <p:cNvPr id="4516" name="Google Shape;4516;p69"/>
          <p:cNvCxnSpPr/>
          <p:nvPr/>
        </p:nvCxnSpPr>
        <p:spPr>
          <a:xfrm rot="10800000">
            <a:off x="5557701" y="1609823"/>
            <a:ext cx="287552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517" name="Google Shape;4517;p69"/>
          <p:cNvSpPr txBox="1"/>
          <p:nvPr/>
        </p:nvSpPr>
        <p:spPr>
          <a:xfrm>
            <a:off x="5393424" y="130607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M2.V1</a:t>
            </a:r>
            <a:endParaRPr/>
          </a:p>
        </p:txBody>
      </p:sp>
      <p:sp>
        <p:nvSpPr>
          <p:cNvPr id="4518" name="Google Shape;4518;p69"/>
          <p:cNvSpPr/>
          <p:nvPr/>
        </p:nvSpPr>
        <p:spPr>
          <a:xfrm rot="-5400000">
            <a:off x="2926009" y="4882055"/>
            <a:ext cx="1980000" cy="6688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519" name="Google Shape;4519;p69"/>
          <p:cNvSpPr txBox="1"/>
          <p:nvPr/>
        </p:nvSpPr>
        <p:spPr>
          <a:xfrm>
            <a:off x="3588535" y="5023175"/>
            <a:ext cx="6688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</p:txBody>
      </p:sp>
      <p:cxnSp>
        <p:nvCxnSpPr>
          <p:cNvPr id="4520" name="Google Shape;4520;p69"/>
          <p:cNvCxnSpPr>
            <a:stCxn id="4521" idx="3"/>
            <a:endCxn id="4522" idx="1"/>
          </p:cNvCxnSpPr>
          <p:nvPr/>
        </p:nvCxnSpPr>
        <p:spPr>
          <a:xfrm>
            <a:off x="5541862" y="4638371"/>
            <a:ext cx="1337400" cy="6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523" name="Google Shape;4523;p69"/>
          <p:cNvSpPr txBox="1"/>
          <p:nvPr/>
        </p:nvSpPr>
        <p:spPr>
          <a:xfrm>
            <a:off x="5852304" y="4361372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V1.CO</a:t>
            </a:r>
            <a:endParaRPr/>
          </a:p>
        </p:txBody>
      </p:sp>
      <p:sp>
        <p:nvSpPr>
          <p:cNvPr id="4521" name="Google Shape;4521;p69"/>
          <p:cNvSpPr/>
          <p:nvPr/>
        </p:nvSpPr>
        <p:spPr>
          <a:xfrm>
            <a:off x="5361862" y="4543267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4" name="Google Shape;4524;p69"/>
          <p:cNvSpPr/>
          <p:nvPr/>
        </p:nvSpPr>
        <p:spPr>
          <a:xfrm>
            <a:off x="5361862" y="5100076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5" name="Google Shape;4525;p69"/>
          <p:cNvSpPr/>
          <p:nvPr/>
        </p:nvSpPr>
        <p:spPr>
          <a:xfrm>
            <a:off x="5366839" y="5663137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6" name="Google Shape;4526;p69"/>
          <p:cNvCxnSpPr>
            <a:endCxn id="4524" idx="1"/>
          </p:cNvCxnSpPr>
          <p:nvPr/>
        </p:nvCxnSpPr>
        <p:spPr>
          <a:xfrm>
            <a:off x="4226662" y="5195180"/>
            <a:ext cx="11352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527" name="Google Shape;4527;p69"/>
          <p:cNvSpPr txBox="1"/>
          <p:nvPr/>
        </p:nvSpPr>
        <p:spPr>
          <a:xfrm>
            <a:off x="4281869" y="4939505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V1.GC</a:t>
            </a:r>
            <a:endParaRPr/>
          </a:p>
        </p:txBody>
      </p:sp>
      <p:sp>
        <p:nvSpPr>
          <p:cNvPr id="4528" name="Google Shape;4528;p69"/>
          <p:cNvSpPr txBox="1"/>
          <p:nvPr/>
        </p:nvSpPr>
        <p:spPr>
          <a:xfrm>
            <a:off x="6741843" y="4859145"/>
            <a:ext cx="5104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</a:t>
            </a:r>
            <a:endParaRPr/>
          </a:p>
        </p:txBody>
      </p:sp>
      <p:sp>
        <p:nvSpPr>
          <p:cNvPr id="4522" name="Google Shape;4522;p69"/>
          <p:cNvSpPr/>
          <p:nvPr/>
        </p:nvSpPr>
        <p:spPr>
          <a:xfrm>
            <a:off x="6879178" y="454945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9" name="Google Shape;4529;p69"/>
          <p:cNvCxnSpPr>
            <a:stCxn id="4525" idx="3"/>
            <a:endCxn id="4530" idx="1"/>
          </p:cNvCxnSpPr>
          <p:nvPr/>
        </p:nvCxnSpPr>
        <p:spPr>
          <a:xfrm flipH="1" rot="10800000">
            <a:off x="5546839" y="5756141"/>
            <a:ext cx="1332300" cy="2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531" name="Google Shape;4531;p69"/>
          <p:cNvSpPr txBox="1"/>
          <p:nvPr/>
        </p:nvSpPr>
        <p:spPr>
          <a:xfrm>
            <a:off x="5852304" y="5500159"/>
            <a:ext cx="78773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V1.CL</a:t>
            </a:r>
            <a:endParaRPr/>
          </a:p>
        </p:txBody>
      </p:sp>
      <p:sp>
        <p:nvSpPr>
          <p:cNvPr id="4530" name="Google Shape;4530;p69"/>
          <p:cNvSpPr/>
          <p:nvPr/>
        </p:nvSpPr>
        <p:spPr>
          <a:xfrm>
            <a:off x="6879178" y="5523136"/>
            <a:ext cx="180000" cy="465843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2" name="Google Shape;4532;p69"/>
          <p:cNvSpPr/>
          <p:nvPr/>
        </p:nvSpPr>
        <p:spPr>
          <a:xfrm rot="-5400000">
            <a:off x="-412008" y="1724519"/>
            <a:ext cx="2920585" cy="1176939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4533" name="Google Shape;4533;p69"/>
          <p:cNvCxnSpPr/>
          <p:nvPr/>
        </p:nvCxnSpPr>
        <p:spPr>
          <a:xfrm rot="10800000">
            <a:off x="441962" y="3246874"/>
            <a:ext cx="1176939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534" name="Google Shape;4534;p69"/>
          <p:cNvSpPr txBox="1"/>
          <p:nvPr/>
        </p:nvSpPr>
        <p:spPr>
          <a:xfrm flipH="1">
            <a:off x="417335" y="3312370"/>
            <a:ext cx="1161975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M1.W2</a:t>
            </a:r>
            <a:endParaRPr/>
          </a:p>
        </p:txBody>
      </p:sp>
      <p:sp>
        <p:nvSpPr>
          <p:cNvPr id="4535" name="Google Shape;4535;p69"/>
          <p:cNvSpPr txBox="1"/>
          <p:nvPr/>
        </p:nvSpPr>
        <p:spPr>
          <a:xfrm>
            <a:off x="573025" y="922380"/>
            <a:ext cx="85059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M1(W)</a:t>
            </a:r>
            <a:endParaRPr/>
          </a:p>
        </p:txBody>
      </p:sp>
      <p:cxnSp>
        <p:nvCxnSpPr>
          <p:cNvPr id="4536" name="Google Shape;4536;p69"/>
          <p:cNvCxnSpPr/>
          <p:nvPr/>
        </p:nvCxnSpPr>
        <p:spPr>
          <a:xfrm>
            <a:off x="1618901" y="3251524"/>
            <a:ext cx="809417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537" name="Google Shape;4537;p69"/>
          <p:cNvSpPr txBox="1"/>
          <p:nvPr/>
        </p:nvSpPr>
        <p:spPr>
          <a:xfrm>
            <a:off x="1745101" y="333151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M1.SW</a:t>
            </a:r>
            <a:endParaRPr/>
          </a:p>
        </p:txBody>
      </p:sp>
      <p:sp>
        <p:nvSpPr>
          <p:cNvPr id="4538" name="Google Shape;4538;p69"/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Cat-6: M1/V1/M2 related</a:t>
            </a:r>
            <a:endParaRPr/>
          </a:p>
        </p:txBody>
      </p:sp>
      <p:sp>
        <p:nvSpPr>
          <p:cNvPr id="4539" name="Google Shape;4539;p69"/>
          <p:cNvSpPr/>
          <p:nvPr/>
        </p:nvSpPr>
        <p:spPr>
          <a:xfrm>
            <a:off x="3789370" y="1386813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40" name="Google Shape;4540;p69"/>
          <p:cNvCxnSpPr/>
          <p:nvPr/>
        </p:nvCxnSpPr>
        <p:spPr>
          <a:xfrm rot="10800000">
            <a:off x="3964848" y="1477132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541" name="Google Shape;4541;p69"/>
          <p:cNvSpPr txBox="1"/>
          <p:nvPr/>
        </p:nvSpPr>
        <p:spPr>
          <a:xfrm>
            <a:off x="3800571" y="117337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M1.CO</a:t>
            </a:r>
            <a:endParaRPr/>
          </a:p>
        </p:txBody>
      </p:sp>
      <p:sp>
        <p:nvSpPr>
          <p:cNvPr id="4542" name="Google Shape;4542;p69"/>
          <p:cNvSpPr/>
          <p:nvPr/>
        </p:nvSpPr>
        <p:spPr>
          <a:xfrm rot="-5400000">
            <a:off x="786874" y="4283475"/>
            <a:ext cx="1980000" cy="19800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543" name="Google Shape;4543;p69"/>
          <p:cNvSpPr/>
          <p:nvPr/>
        </p:nvSpPr>
        <p:spPr>
          <a:xfrm rot="-5400000">
            <a:off x="1056874" y="4553475"/>
            <a:ext cx="1440000" cy="144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544" name="Google Shape;4544;p69"/>
          <p:cNvSpPr/>
          <p:nvPr/>
        </p:nvSpPr>
        <p:spPr>
          <a:xfrm>
            <a:off x="1236874" y="4733475"/>
            <a:ext cx="1080000" cy="1080000"/>
          </a:xfrm>
          <a:prstGeom prst="rect">
            <a:avLst/>
          </a:prstGeom>
          <a:solidFill>
            <a:srgbClr val="E59D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545" name="Google Shape;4545;p69"/>
          <p:cNvSpPr/>
          <p:nvPr/>
        </p:nvSpPr>
        <p:spPr>
          <a:xfrm>
            <a:off x="681463" y="4867979"/>
            <a:ext cx="508113" cy="84461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6" name="Google Shape;4546;p69"/>
          <p:cNvSpPr/>
          <p:nvPr/>
        </p:nvSpPr>
        <p:spPr>
          <a:xfrm rot="-5400000">
            <a:off x="1386694" y="4883627"/>
            <a:ext cx="795158" cy="77969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547" name="Google Shape;4547;p69"/>
          <p:cNvSpPr txBox="1"/>
          <p:nvPr/>
        </p:nvSpPr>
        <p:spPr>
          <a:xfrm>
            <a:off x="1088290" y="4588034"/>
            <a:ext cx="362160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AC</a:t>
            </a:r>
            <a:endParaRPr/>
          </a:p>
        </p:txBody>
      </p:sp>
      <p:sp>
        <p:nvSpPr>
          <p:cNvPr id="4548" name="Google Shape;4548;p69"/>
          <p:cNvSpPr txBox="1"/>
          <p:nvPr/>
        </p:nvSpPr>
        <p:spPr>
          <a:xfrm>
            <a:off x="1853343" y="554879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M1.CC</a:t>
            </a:r>
            <a:endParaRPr/>
          </a:p>
        </p:txBody>
      </p:sp>
      <p:sp>
        <p:nvSpPr>
          <p:cNvPr id="4549" name="Google Shape;4549;p69"/>
          <p:cNvSpPr/>
          <p:nvPr/>
        </p:nvSpPr>
        <p:spPr>
          <a:xfrm>
            <a:off x="1851628" y="5333443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50" name="Google Shape;4550;p69"/>
          <p:cNvCxnSpPr/>
          <p:nvPr/>
        </p:nvCxnSpPr>
        <p:spPr>
          <a:xfrm rot="10800000">
            <a:off x="2026036" y="5431513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551" name="Google Shape;4551;p69"/>
          <p:cNvSpPr/>
          <p:nvPr/>
        </p:nvSpPr>
        <p:spPr>
          <a:xfrm rot="-5400000">
            <a:off x="886101" y="4883627"/>
            <a:ext cx="274662" cy="77969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4552" name="Google Shape;4552;p69"/>
          <p:cNvCxnSpPr>
            <a:stCxn id="4545" idx="2"/>
            <a:endCxn id="4545" idx="0"/>
          </p:cNvCxnSpPr>
          <p:nvPr/>
        </p:nvCxnSpPr>
        <p:spPr>
          <a:xfrm rot="10800000">
            <a:off x="935520" y="4868089"/>
            <a:ext cx="0" cy="844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553" name="Google Shape;4553;p69"/>
          <p:cNvSpPr txBox="1"/>
          <p:nvPr/>
        </p:nvSpPr>
        <p:spPr>
          <a:xfrm>
            <a:off x="377292" y="495771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M1.SC</a:t>
            </a:r>
            <a:endParaRPr/>
          </a:p>
        </p:txBody>
      </p:sp>
      <p:sp>
        <p:nvSpPr>
          <p:cNvPr id="4554" name="Google Shape;4554;p69"/>
          <p:cNvSpPr/>
          <p:nvPr/>
        </p:nvSpPr>
        <p:spPr>
          <a:xfrm>
            <a:off x="2575322" y="1390534"/>
            <a:ext cx="180000" cy="465843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55" name="Google Shape;4555;p69"/>
          <p:cNvCxnSpPr/>
          <p:nvPr/>
        </p:nvCxnSpPr>
        <p:spPr>
          <a:xfrm rot="10800000">
            <a:off x="2747013" y="1524312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556" name="Google Shape;4556;p69"/>
          <p:cNvSpPr txBox="1"/>
          <p:nvPr/>
        </p:nvSpPr>
        <p:spPr>
          <a:xfrm>
            <a:off x="2582736" y="122055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M1.CL</a:t>
            </a:r>
            <a:endParaRPr/>
          </a:p>
        </p:txBody>
      </p:sp>
      <p:sp>
        <p:nvSpPr>
          <p:cNvPr id="4557" name="Google Shape;4557;p69"/>
          <p:cNvSpPr txBox="1"/>
          <p:nvPr/>
        </p:nvSpPr>
        <p:spPr>
          <a:xfrm>
            <a:off x="1548875" y="4312840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M1(C)</a:t>
            </a:r>
            <a:endParaRPr/>
          </a:p>
        </p:txBody>
      </p:sp>
      <p:sp>
        <p:nvSpPr>
          <p:cNvPr id="4558" name="Google Shape;4558;p69"/>
          <p:cNvSpPr txBox="1"/>
          <p:nvPr/>
        </p:nvSpPr>
        <p:spPr>
          <a:xfrm>
            <a:off x="6527158" y="4304770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CO(S)</a:t>
            </a:r>
            <a:endParaRPr/>
          </a:p>
        </p:txBody>
      </p:sp>
      <p:sp>
        <p:nvSpPr>
          <p:cNvPr id="4559" name="Google Shape;4559;p69"/>
          <p:cNvSpPr txBox="1"/>
          <p:nvPr/>
        </p:nvSpPr>
        <p:spPr>
          <a:xfrm>
            <a:off x="6517586" y="5307257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CO(L)</a:t>
            </a:r>
            <a:endParaRPr/>
          </a:p>
        </p:txBody>
      </p:sp>
      <p:sp>
        <p:nvSpPr>
          <p:cNvPr id="4560" name="Google Shape;4560;p69"/>
          <p:cNvSpPr txBox="1"/>
          <p:nvPr/>
        </p:nvSpPr>
        <p:spPr>
          <a:xfrm>
            <a:off x="1580036" y="5125685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CO(C)</a:t>
            </a:r>
            <a:endParaRPr/>
          </a:p>
        </p:txBody>
      </p:sp>
      <p:sp>
        <p:nvSpPr>
          <p:cNvPr id="4561" name="Google Shape;4561;p69"/>
          <p:cNvSpPr txBox="1"/>
          <p:nvPr/>
        </p:nvSpPr>
        <p:spPr>
          <a:xfrm>
            <a:off x="7679550" y="5203724"/>
            <a:ext cx="4116711" cy="116955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M1(C)：M1 in WN(C)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CO(C)：CO on AC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CO(S)：CO small contact 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CO(L)：CO large contact (only on AR)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M1(W)：Wide M1</a:t>
            </a:r>
            <a:endParaRPr/>
          </a:p>
        </p:txBody>
      </p:sp>
      <p:graphicFrame>
        <p:nvGraphicFramePr>
          <p:cNvPr id="4562" name="Google Shape;4562;p69"/>
          <p:cNvGraphicFramePr/>
          <p:nvPr/>
        </p:nvGraphicFramePr>
        <p:xfrm>
          <a:off x="7634979" y="606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{01C53A63-FCD8-45D1-99B7-E1A805D13903}</a:tableStyleId>
              </a:tblPr>
              <a:tblGrid>
                <a:gridCol w="659375"/>
                <a:gridCol w="659375"/>
                <a:gridCol w="1023150"/>
                <a:gridCol w="780625"/>
                <a:gridCol w="598725"/>
                <a:gridCol w="598725"/>
              </a:tblGrid>
              <a:tr h="24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Rule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L1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L2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Func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MIN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MAX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</a:tr>
              <a:tr h="24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M1.W1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Wmin/max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10.0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</a:tr>
              <a:tr h="24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M1.W2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M1(W)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10.0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</a:tr>
              <a:tr h="24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M1.S1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</a:tr>
              <a:tr h="24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M1.SC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M1(C)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M1(C)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Sfix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10.0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10.0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</a:tr>
              <a:tr h="24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M1.CO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CO(S)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Fmin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0.8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</a:tr>
              <a:tr h="24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M1.CC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CO(C)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Fmin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1.3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</a:tr>
              <a:tr h="24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M1.CL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CO(L)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Fmin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</a:tr>
              <a:tr h="24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M1.SW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M1(W)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2.0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</a:tr>
              <a:tr h="24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V1.W1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V1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Wfix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</a:tr>
              <a:tr h="24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V1.S1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V1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V1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</a:tr>
              <a:tr h="24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V1.M1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V1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Emin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</a:tr>
              <a:tr h="24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V1.GC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V1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GC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</a:tr>
              <a:tr h="24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V1.CO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V1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</a:tr>
              <a:tr h="24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V1.CL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V1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CO(L)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</a:tr>
              <a:tr h="24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M2.W1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3.0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</a:tr>
              <a:tr h="24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M2.S1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2.0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</a:tr>
              <a:tr h="24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M2.V1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V1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Fmin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075" marB="0" marR="9075" marL="9075" anchor="ctr"/>
                </a:tc>
              </a:tr>
            </a:tbl>
          </a:graphicData>
        </a:graphic>
      </p:graphicFrame>
      <p:sp>
        <p:nvSpPr>
          <p:cNvPr id="4563" name="Google Shape;4563;p69"/>
          <p:cNvSpPr/>
          <p:nvPr/>
        </p:nvSpPr>
        <p:spPr>
          <a:xfrm>
            <a:off x="2542317" y="5025761"/>
            <a:ext cx="180000" cy="190208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64" name="Google Shape;4564;p69"/>
          <p:cNvCxnSpPr/>
          <p:nvPr/>
        </p:nvCxnSpPr>
        <p:spPr>
          <a:xfrm>
            <a:off x="2562247" y="4929930"/>
            <a:ext cx="16007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4565" name="Google Shape;4565;p69"/>
          <p:cNvCxnSpPr/>
          <p:nvPr/>
        </p:nvCxnSpPr>
        <p:spPr>
          <a:xfrm rot="10800000">
            <a:off x="2766874" y="4929930"/>
            <a:ext cx="167082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4566" name="Google Shape;4566;p69"/>
          <p:cNvCxnSpPr>
            <a:endCxn id="4563" idx="3"/>
          </p:cNvCxnSpPr>
          <p:nvPr/>
        </p:nvCxnSpPr>
        <p:spPr>
          <a:xfrm>
            <a:off x="2722317" y="4914165"/>
            <a:ext cx="0" cy="20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miter lim="8000"/>
            <a:headEnd len="sm" w="sm" type="none"/>
            <a:tailEnd len="sm" w="sm" type="none"/>
          </a:ln>
        </p:spPr>
      </p:cxnSp>
      <p:cxnSp>
        <p:nvCxnSpPr>
          <p:cNvPr id="4567" name="Google Shape;4567;p69"/>
          <p:cNvCxnSpPr/>
          <p:nvPr/>
        </p:nvCxnSpPr>
        <p:spPr>
          <a:xfrm>
            <a:off x="2768216" y="4816475"/>
            <a:ext cx="0" cy="20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miter lim="8000"/>
            <a:headEnd len="sm" w="sm" type="none"/>
            <a:tailEnd len="sm" w="sm" type="none"/>
          </a:ln>
        </p:spPr>
      </p:cxnSp>
      <p:sp>
        <p:nvSpPr>
          <p:cNvPr id="4568" name="Google Shape;4568;p69"/>
          <p:cNvSpPr txBox="1"/>
          <p:nvPr/>
        </p:nvSpPr>
        <p:spPr>
          <a:xfrm>
            <a:off x="2609474" y="5040144"/>
            <a:ext cx="90318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CO(C)</a:t>
            </a:r>
            <a:endParaRPr/>
          </a:p>
        </p:txBody>
      </p:sp>
      <p:sp>
        <p:nvSpPr>
          <p:cNvPr id="4569" name="Google Shape;4569;p69"/>
          <p:cNvSpPr txBox="1"/>
          <p:nvPr/>
        </p:nvSpPr>
        <p:spPr>
          <a:xfrm>
            <a:off x="2542585" y="526702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M1.CL</a:t>
            </a:r>
            <a:endParaRPr b="1"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70" name="Google Shape;4570;p69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4" name="Shape 4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5" name="Google Shape;4575;p70"/>
          <p:cNvGrpSpPr/>
          <p:nvPr/>
        </p:nvGrpSpPr>
        <p:grpSpPr>
          <a:xfrm>
            <a:off x="2716755" y="3961905"/>
            <a:ext cx="3459093" cy="1688920"/>
            <a:chOff x="2716754" y="1145009"/>
            <a:chExt cx="3459093" cy="1688920"/>
          </a:xfrm>
        </p:grpSpPr>
        <p:sp>
          <p:nvSpPr>
            <p:cNvPr id="4576" name="Google Shape;4576;p70"/>
            <p:cNvSpPr/>
            <p:nvPr/>
          </p:nvSpPr>
          <p:spPr>
            <a:xfrm flipH="1" rot="5400000">
              <a:off x="4444604" y="1102686"/>
              <a:ext cx="1688920" cy="1773565"/>
            </a:xfrm>
            <a:prstGeom prst="snip2SameRect">
              <a:avLst>
                <a:gd fmla="val 11411" name="adj1"/>
                <a:gd fmla="val 0" name="adj2"/>
              </a:avLst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7" name="Google Shape;4577;p70"/>
            <p:cNvSpPr/>
            <p:nvPr/>
          </p:nvSpPr>
          <p:spPr>
            <a:xfrm rot="-5400000">
              <a:off x="2724145" y="1137618"/>
              <a:ext cx="1688920" cy="1703702"/>
            </a:xfrm>
            <a:prstGeom prst="snip2SameRect">
              <a:avLst>
                <a:gd fmla="val 11411" name="adj1"/>
                <a:gd fmla="val 0" name="adj2"/>
              </a:avLst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78" name="Google Shape;4578;p70"/>
          <p:cNvGrpSpPr/>
          <p:nvPr/>
        </p:nvGrpSpPr>
        <p:grpSpPr>
          <a:xfrm>
            <a:off x="2716754" y="1145009"/>
            <a:ext cx="3459093" cy="1688920"/>
            <a:chOff x="2716754" y="1145009"/>
            <a:chExt cx="3459093" cy="1688920"/>
          </a:xfrm>
        </p:grpSpPr>
        <p:sp>
          <p:nvSpPr>
            <p:cNvPr id="4579" name="Google Shape;4579;p70"/>
            <p:cNvSpPr/>
            <p:nvPr/>
          </p:nvSpPr>
          <p:spPr>
            <a:xfrm flipH="1" rot="5400000">
              <a:off x="4444604" y="1102686"/>
              <a:ext cx="1688920" cy="1773565"/>
            </a:xfrm>
            <a:prstGeom prst="snip2SameRect">
              <a:avLst>
                <a:gd fmla="val 11411" name="adj1"/>
                <a:gd fmla="val 0" name="adj2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0" name="Google Shape;4580;p70"/>
            <p:cNvSpPr/>
            <p:nvPr/>
          </p:nvSpPr>
          <p:spPr>
            <a:xfrm rot="-5400000">
              <a:off x="2724145" y="1137618"/>
              <a:ext cx="1688920" cy="1703702"/>
            </a:xfrm>
            <a:prstGeom prst="snip2SameRect">
              <a:avLst>
                <a:gd fmla="val 11411" name="adj1"/>
                <a:gd fmla="val 0" name="adj2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81" name="Google Shape;4581;p70"/>
          <p:cNvSpPr/>
          <p:nvPr/>
        </p:nvSpPr>
        <p:spPr>
          <a:xfrm>
            <a:off x="672663" y="540000"/>
            <a:ext cx="6558454" cy="2898938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2" name="Google Shape;4582;p70"/>
          <p:cNvSpPr/>
          <p:nvPr/>
        </p:nvSpPr>
        <p:spPr>
          <a:xfrm>
            <a:off x="1223486" y="1137104"/>
            <a:ext cx="648000" cy="166201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583" name="Google Shape;4583;p70"/>
          <p:cNvSpPr/>
          <p:nvPr/>
        </p:nvSpPr>
        <p:spPr>
          <a:xfrm>
            <a:off x="3903420" y="906178"/>
            <a:ext cx="192282" cy="49786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584" name="Google Shape;4584;p70"/>
          <p:cNvSpPr/>
          <p:nvPr/>
        </p:nvSpPr>
        <p:spPr>
          <a:xfrm>
            <a:off x="1230133" y="4029504"/>
            <a:ext cx="648000" cy="162946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585" name="Google Shape;4585;p70"/>
          <p:cNvSpPr txBox="1"/>
          <p:nvPr/>
        </p:nvSpPr>
        <p:spPr>
          <a:xfrm>
            <a:off x="672663" y="666687"/>
            <a:ext cx="59136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WN</a:t>
            </a:r>
            <a:endParaRPr/>
          </a:p>
        </p:txBody>
      </p:sp>
      <p:sp>
        <p:nvSpPr>
          <p:cNvPr id="4586" name="Google Shape;4586;p70"/>
          <p:cNvSpPr txBox="1"/>
          <p:nvPr/>
        </p:nvSpPr>
        <p:spPr>
          <a:xfrm>
            <a:off x="4585237" y="917221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sp>
        <p:nvSpPr>
          <p:cNvPr id="4587" name="Google Shape;4587;p70"/>
          <p:cNvSpPr txBox="1"/>
          <p:nvPr/>
        </p:nvSpPr>
        <p:spPr>
          <a:xfrm>
            <a:off x="1232322" y="5351244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AP</a:t>
            </a:r>
            <a:endParaRPr/>
          </a:p>
        </p:txBody>
      </p:sp>
      <p:cxnSp>
        <p:nvCxnSpPr>
          <p:cNvPr id="4588" name="Google Shape;4588;p70"/>
          <p:cNvCxnSpPr/>
          <p:nvPr/>
        </p:nvCxnSpPr>
        <p:spPr>
          <a:xfrm>
            <a:off x="1866860" y="2469815"/>
            <a:ext cx="824396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589" name="Google Shape;4589;p70"/>
          <p:cNvCxnSpPr/>
          <p:nvPr/>
        </p:nvCxnSpPr>
        <p:spPr>
          <a:xfrm>
            <a:off x="1869733" y="4352280"/>
            <a:ext cx="85108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590" name="Google Shape;4590;p70"/>
          <p:cNvSpPr txBox="1"/>
          <p:nvPr/>
        </p:nvSpPr>
        <p:spPr>
          <a:xfrm>
            <a:off x="1970468" y="414491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ANE.AP</a:t>
            </a:r>
            <a:endParaRPr/>
          </a:p>
        </p:txBody>
      </p:sp>
      <p:sp>
        <p:nvSpPr>
          <p:cNvPr id="4591" name="Google Shape;4591;p70"/>
          <p:cNvSpPr/>
          <p:nvPr/>
        </p:nvSpPr>
        <p:spPr>
          <a:xfrm>
            <a:off x="4092470" y="3166356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592" name="Google Shape;4592;p70"/>
          <p:cNvSpPr txBox="1"/>
          <p:nvPr/>
        </p:nvSpPr>
        <p:spPr>
          <a:xfrm>
            <a:off x="4124628" y="3247677"/>
            <a:ext cx="6602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GC</a:t>
            </a:r>
            <a:endParaRPr/>
          </a:p>
        </p:txBody>
      </p:sp>
      <p:sp>
        <p:nvSpPr>
          <p:cNvPr id="4593" name="Google Shape;4593;p70"/>
          <p:cNvSpPr txBox="1"/>
          <p:nvPr/>
        </p:nvSpPr>
        <p:spPr>
          <a:xfrm>
            <a:off x="1216375" y="1185084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AN</a:t>
            </a:r>
            <a:endParaRPr/>
          </a:p>
        </p:txBody>
      </p:sp>
      <p:sp>
        <p:nvSpPr>
          <p:cNvPr id="4594" name="Google Shape;4594;p70"/>
          <p:cNvSpPr txBox="1"/>
          <p:nvPr/>
        </p:nvSpPr>
        <p:spPr>
          <a:xfrm>
            <a:off x="1993705" y="2247838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APE.AN</a:t>
            </a:r>
            <a:endParaRPr/>
          </a:p>
        </p:txBody>
      </p:sp>
      <p:sp>
        <p:nvSpPr>
          <p:cNvPr id="4595" name="Google Shape;4595;p70"/>
          <p:cNvSpPr txBox="1"/>
          <p:nvPr/>
        </p:nvSpPr>
        <p:spPr>
          <a:xfrm>
            <a:off x="-1" y="7376"/>
            <a:ext cx="81613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Cat-7: ESD MOS transistor related</a:t>
            </a:r>
            <a:endParaRPr/>
          </a:p>
        </p:txBody>
      </p:sp>
      <p:cxnSp>
        <p:nvCxnSpPr>
          <p:cNvPr id="4596" name="Google Shape;4596;p70"/>
          <p:cNvCxnSpPr/>
          <p:nvPr/>
        </p:nvCxnSpPr>
        <p:spPr>
          <a:xfrm rot="10800000">
            <a:off x="3119544" y="2434336"/>
            <a:ext cx="76497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597" name="Google Shape;4597;p70"/>
          <p:cNvSpPr txBox="1"/>
          <p:nvPr/>
        </p:nvSpPr>
        <p:spPr>
          <a:xfrm>
            <a:off x="3695158" y="1304580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APE.LM</a:t>
            </a:r>
            <a:endParaRPr/>
          </a:p>
        </p:txBody>
      </p:sp>
      <p:sp>
        <p:nvSpPr>
          <p:cNvPr id="4598" name="Google Shape;4598;p70"/>
          <p:cNvSpPr txBox="1"/>
          <p:nvPr/>
        </p:nvSpPr>
        <p:spPr>
          <a:xfrm>
            <a:off x="4239650" y="4223248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ANE.WM</a:t>
            </a:r>
            <a:endParaRPr/>
          </a:p>
        </p:txBody>
      </p:sp>
      <p:sp>
        <p:nvSpPr>
          <p:cNvPr id="4599" name="Google Shape;4599;p70"/>
          <p:cNvSpPr/>
          <p:nvPr/>
        </p:nvSpPr>
        <p:spPr>
          <a:xfrm>
            <a:off x="2945095" y="2325452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0" name="Google Shape;4600;p70"/>
          <p:cNvSpPr/>
          <p:nvPr/>
        </p:nvSpPr>
        <p:spPr>
          <a:xfrm>
            <a:off x="2945095" y="1771340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01" name="Google Shape;4601;p70"/>
          <p:cNvCxnSpPr/>
          <p:nvPr/>
        </p:nvCxnSpPr>
        <p:spPr>
          <a:xfrm rot="10800000">
            <a:off x="2695856" y="1853735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602" name="Google Shape;4602;p70"/>
          <p:cNvCxnSpPr/>
          <p:nvPr/>
        </p:nvCxnSpPr>
        <p:spPr>
          <a:xfrm rot="10800000">
            <a:off x="2945836" y="1856648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603" name="Google Shape;4603;p70"/>
          <p:cNvCxnSpPr/>
          <p:nvPr/>
        </p:nvCxnSpPr>
        <p:spPr>
          <a:xfrm>
            <a:off x="3032690" y="1970710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604" name="Google Shape;4604;p70"/>
          <p:cNvSpPr txBox="1"/>
          <p:nvPr/>
        </p:nvSpPr>
        <p:spPr>
          <a:xfrm>
            <a:off x="3052693" y="206550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COE.S1</a:t>
            </a:r>
            <a:endParaRPr/>
          </a:p>
        </p:txBody>
      </p:sp>
      <p:sp>
        <p:nvSpPr>
          <p:cNvPr id="4605" name="Google Shape;4605;p70"/>
          <p:cNvSpPr txBox="1"/>
          <p:nvPr/>
        </p:nvSpPr>
        <p:spPr>
          <a:xfrm>
            <a:off x="3010333" y="1569481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COE.W1</a:t>
            </a:r>
            <a:endParaRPr/>
          </a:p>
        </p:txBody>
      </p:sp>
      <p:sp>
        <p:nvSpPr>
          <p:cNvPr id="4606" name="Google Shape;4606;p70"/>
          <p:cNvSpPr txBox="1"/>
          <p:nvPr/>
        </p:nvSpPr>
        <p:spPr>
          <a:xfrm>
            <a:off x="3169102" y="246400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CSE.GC</a:t>
            </a:r>
            <a:endParaRPr/>
          </a:p>
        </p:txBody>
      </p:sp>
      <p:cxnSp>
        <p:nvCxnSpPr>
          <p:cNvPr id="4607" name="Google Shape;4607;p70"/>
          <p:cNvCxnSpPr/>
          <p:nvPr/>
        </p:nvCxnSpPr>
        <p:spPr>
          <a:xfrm rot="10800000">
            <a:off x="3913537" y="1557984"/>
            <a:ext cx="18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608" name="Google Shape;4608;p70"/>
          <p:cNvCxnSpPr/>
          <p:nvPr/>
        </p:nvCxnSpPr>
        <p:spPr>
          <a:xfrm>
            <a:off x="4284839" y="1145696"/>
            <a:ext cx="0" cy="1674264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609" name="Google Shape;4609;p70"/>
          <p:cNvSpPr txBox="1"/>
          <p:nvPr/>
        </p:nvSpPr>
        <p:spPr>
          <a:xfrm>
            <a:off x="4272449" y="1730375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APE.WM</a:t>
            </a:r>
            <a:endParaRPr/>
          </a:p>
        </p:txBody>
      </p:sp>
      <p:cxnSp>
        <p:nvCxnSpPr>
          <p:cNvPr id="4610" name="Google Shape;4610;p70"/>
          <p:cNvCxnSpPr/>
          <p:nvPr/>
        </p:nvCxnSpPr>
        <p:spPr>
          <a:xfrm>
            <a:off x="4239650" y="3942749"/>
            <a:ext cx="6680" cy="171622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611" name="Google Shape;4611;p70"/>
          <p:cNvCxnSpPr/>
          <p:nvPr/>
        </p:nvCxnSpPr>
        <p:spPr>
          <a:xfrm rot="10800000">
            <a:off x="3126548" y="5158000"/>
            <a:ext cx="75797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612" name="Google Shape;4612;p70"/>
          <p:cNvSpPr/>
          <p:nvPr/>
        </p:nvSpPr>
        <p:spPr>
          <a:xfrm>
            <a:off x="2952099" y="5049116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3" name="Google Shape;4613;p70"/>
          <p:cNvSpPr/>
          <p:nvPr/>
        </p:nvSpPr>
        <p:spPr>
          <a:xfrm>
            <a:off x="2952099" y="4495004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14" name="Google Shape;4614;p70"/>
          <p:cNvCxnSpPr/>
          <p:nvPr/>
        </p:nvCxnSpPr>
        <p:spPr>
          <a:xfrm rot="10800000">
            <a:off x="2952840" y="4580312"/>
            <a:ext cx="17370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615" name="Google Shape;4615;p70"/>
          <p:cNvCxnSpPr/>
          <p:nvPr/>
        </p:nvCxnSpPr>
        <p:spPr>
          <a:xfrm>
            <a:off x="3039694" y="4694374"/>
            <a:ext cx="0" cy="34548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616" name="Google Shape;4616;p70"/>
          <p:cNvSpPr txBox="1"/>
          <p:nvPr/>
        </p:nvSpPr>
        <p:spPr>
          <a:xfrm>
            <a:off x="3059697" y="4789166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COE.S1</a:t>
            </a:r>
            <a:endParaRPr/>
          </a:p>
        </p:txBody>
      </p:sp>
      <p:sp>
        <p:nvSpPr>
          <p:cNvPr id="4617" name="Google Shape;4617;p70"/>
          <p:cNvSpPr txBox="1"/>
          <p:nvPr/>
        </p:nvSpPr>
        <p:spPr>
          <a:xfrm>
            <a:off x="3017337" y="429314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COE.W1</a:t>
            </a:r>
            <a:endParaRPr/>
          </a:p>
        </p:txBody>
      </p:sp>
      <p:sp>
        <p:nvSpPr>
          <p:cNvPr id="4618" name="Google Shape;4618;p70"/>
          <p:cNvSpPr txBox="1"/>
          <p:nvPr/>
        </p:nvSpPr>
        <p:spPr>
          <a:xfrm>
            <a:off x="3164369" y="518268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CSE.GC</a:t>
            </a:r>
            <a:endParaRPr/>
          </a:p>
        </p:txBody>
      </p:sp>
      <p:sp>
        <p:nvSpPr>
          <p:cNvPr id="4619" name="Google Shape;4619;p70"/>
          <p:cNvSpPr txBox="1"/>
          <p:nvPr/>
        </p:nvSpPr>
        <p:spPr>
          <a:xfrm>
            <a:off x="2307527" y="188332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COE.AP</a:t>
            </a:r>
            <a:endParaRPr/>
          </a:p>
        </p:txBody>
      </p:sp>
      <p:cxnSp>
        <p:nvCxnSpPr>
          <p:cNvPr id="4620" name="Google Shape;4620;p70"/>
          <p:cNvCxnSpPr/>
          <p:nvPr/>
        </p:nvCxnSpPr>
        <p:spPr>
          <a:xfrm rot="10800000">
            <a:off x="2703848" y="4588023"/>
            <a:ext cx="232903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621" name="Google Shape;4621;p70"/>
          <p:cNvSpPr txBox="1"/>
          <p:nvPr/>
        </p:nvSpPr>
        <p:spPr>
          <a:xfrm>
            <a:off x="2324065" y="461760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COE.AN</a:t>
            </a:r>
            <a:endParaRPr/>
          </a:p>
        </p:txBody>
      </p:sp>
      <p:sp>
        <p:nvSpPr>
          <p:cNvPr id="4622" name="Google Shape;4622;p70"/>
          <p:cNvSpPr/>
          <p:nvPr/>
        </p:nvSpPr>
        <p:spPr>
          <a:xfrm>
            <a:off x="5797310" y="5056663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3" name="Google Shape;4623;p70"/>
          <p:cNvSpPr/>
          <p:nvPr/>
        </p:nvSpPr>
        <p:spPr>
          <a:xfrm>
            <a:off x="5797310" y="4502551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24" name="Google Shape;4624;p70"/>
          <p:cNvCxnSpPr>
            <a:stCxn id="4622" idx="1"/>
          </p:cNvCxnSpPr>
          <p:nvPr/>
        </p:nvCxnSpPr>
        <p:spPr>
          <a:xfrm flipH="1">
            <a:off x="4106510" y="5146663"/>
            <a:ext cx="1690800" cy="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625" name="Google Shape;4625;p70"/>
          <p:cNvSpPr txBox="1"/>
          <p:nvPr/>
        </p:nvSpPr>
        <p:spPr>
          <a:xfrm>
            <a:off x="4522180" y="5182685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CDE.GC</a:t>
            </a:r>
            <a:endParaRPr/>
          </a:p>
        </p:txBody>
      </p:sp>
      <p:sp>
        <p:nvSpPr>
          <p:cNvPr id="4626" name="Google Shape;4626;p70"/>
          <p:cNvSpPr txBox="1"/>
          <p:nvPr/>
        </p:nvSpPr>
        <p:spPr>
          <a:xfrm>
            <a:off x="3695158" y="5246624"/>
            <a:ext cx="625576" cy="1864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ANE.LM</a:t>
            </a:r>
            <a:endParaRPr/>
          </a:p>
        </p:txBody>
      </p:sp>
      <p:cxnSp>
        <p:nvCxnSpPr>
          <p:cNvPr id="4627" name="Google Shape;4627;p70"/>
          <p:cNvCxnSpPr/>
          <p:nvPr/>
        </p:nvCxnSpPr>
        <p:spPr>
          <a:xfrm rot="10800000">
            <a:off x="3913537" y="5500028"/>
            <a:ext cx="18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628" name="Google Shape;4628;p70"/>
          <p:cNvSpPr/>
          <p:nvPr/>
        </p:nvSpPr>
        <p:spPr>
          <a:xfrm>
            <a:off x="5797169" y="2308259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9" name="Google Shape;4629;p70"/>
          <p:cNvSpPr/>
          <p:nvPr/>
        </p:nvSpPr>
        <p:spPr>
          <a:xfrm>
            <a:off x="5797169" y="1754147"/>
            <a:ext cx="180000" cy="18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30" name="Google Shape;4630;p70"/>
          <p:cNvCxnSpPr/>
          <p:nvPr/>
        </p:nvCxnSpPr>
        <p:spPr>
          <a:xfrm flipH="1">
            <a:off x="4105163" y="2417780"/>
            <a:ext cx="1682953" cy="14471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631" name="Google Shape;4631;p70"/>
          <p:cNvSpPr txBox="1"/>
          <p:nvPr/>
        </p:nvSpPr>
        <p:spPr>
          <a:xfrm>
            <a:off x="4529994" y="2471840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CDE.GC</a:t>
            </a:r>
            <a:endParaRPr/>
          </a:p>
        </p:txBody>
      </p:sp>
      <p:sp>
        <p:nvSpPr>
          <p:cNvPr id="4632" name="Google Shape;4632;p70"/>
          <p:cNvSpPr/>
          <p:nvPr/>
        </p:nvSpPr>
        <p:spPr>
          <a:xfrm>
            <a:off x="591116" y="456702"/>
            <a:ext cx="6761154" cy="5622821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lgDashDot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3" name="Google Shape;4633;p70"/>
          <p:cNvSpPr txBox="1"/>
          <p:nvPr/>
        </p:nvSpPr>
        <p:spPr>
          <a:xfrm>
            <a:off x="646852" y="5779497"/>
            <a:ext cx="66028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ESD</a:t>
            </a:r>
            <a:endParaRPr/>
          </a:p>
        </p:txBody>
      </p:sp>
      <p:cxnSp>
        <p:nvCxnSpPr>
          <p:cNvPr id="4634" name="Google Shape;4634;p70"/>
          <p:cNvCxnSpPr/>
          <p:nvPr/>
        </p:nvCxnSpPr>
        <p:spPr>
          <a:xfrm>
            <a:off x="5952969" y="3961361"/>
            <a:ext cx="22287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635" name="Google Shape;4635;p70"/>
          <p:cNvCxnSpPr/>
          <p:nvPr/>
        </p:nvCxnSpPr>
        <p:spPr>
          <a:xfrm>
            <a:off x="6175847" y="3961361"/>
            <a:ext cx="0" cy="18355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636" name="Google Shape;4636;p70"/>
          <p:cNvSpPr txBox="1"/>
          <p:nvPr/>
        </p:nvSpPr>
        <p:spPr>
          <a:xfrm>
            <a:off x="6171913" y="394274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ANE.XY</a:t>
            </a:r>
            <a:endParaRPr/>
          </a:p>
        </p:txBody>
      </p:sp>
      <p:sp>
        <p:nvSpPr>
          <p:cNvPr id="4637" name="Google Shape;4637;p70"/>
          <p:cNvSpPr txBox="1"/>
          <p:nvPr/>
        </p:nvSpPr>
        <p:spPr>
          <a:xfrm>
            <a:off x="6023033" y="3751513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ANE.XY</a:t>
            </a:r>
            <a:endParaRPr/>
          </a:p>
        </p:txBody>
      </p:sp>
      <p:cxnSp>
        <p:nvCxnSpPr>
          <p:cNvPr id="4638" name="Google Shape;4638;p70"/>
          <p:cNvCxnSpPr/>
          <p:nvPr/>
        </p:nvCxnSpPr>
        <p:spPr>
          <a:xfrm>
            <a:off x="5974359" y="1152686"/>
            <a:ext cx="222878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639" name="Google Shape;4639;p70"/>
          <p:cNvCxnSpPr/>
          <p:nvPr/>
        </p:nvCxnSpPr>
        <p:spPr>
          <a:xfrm>
            <a:off x="6197237" y="1152686"/>
            <a:ext cx="0" cy="183558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640" name="Google Shape;4640;p70"/>
          <p:cNvSpPr txBox="1"/>
          <p:nvPr/>
        </p:nvSpPr>
        <p:spPr>
          <a:xfrm>
            <a:off x="6193303" y="1134074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APE.XY</a:t>
            </a:r>
            <a:endParaRPr/>
          </a:p>
        </p:txBody>
      </p:sp>
      <p:sp>
        <p:nvSpPr>
          <p:cNvPr id="4641" name="Google Shape;4641;p70"/>
          <p:cNvSpPr txBox="1"/>
          <p:nvPr/>
        </p:nvSpPr>
        <p:spPr>
          <a:xfrm>
            <a:off x="6044423" y="942838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APE.XY</a:t>
            </a:r>
            <a:endParaRPr/>
          </a:p>
        </p:txBody>
      </p:sp>
      <p:sp>
        <p:nvSpPr>
          <p:cNvPr id="4642" name="Google Shape;4642;p70"/>
          <p:cNvSpPr/>
          <p:nvPr/>
        </p:nvSpPr>
        <p:spPr>
          <a:xfrm>
            <a:off x="5042324" y="3319036"/>
            <a:ext cx="203200" cy="20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cxnSp>
        <p:nvCxnSpPr>
          <p:cNvPr id="4643" name="Google Shape;4643;p70"/>
          <p:cNvCxnSpPr/>
          <p:nvPr/>
        </p:nvCxnSpPr>
        <p:spPr>
          <a:xfrm>
            <a:off x="5151024" y="2833929"/>
            <a:ext cx="0" cy="49146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644" name="Google Shape;4644;p70"/>
          <p:cNvCxnSpPr/>
          <p:nvPr/>
        </p:nvCxnSpPr>
        <p:spPr>
          <a:xfrm>
            <a:off x="5143210" y="3498231"/>
            <a:ext cx="0" cy="491462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645" name="Google Shape;4645;p70"/>
          <p:cNvSpPr txBox="1"/>
          <p:nvPr/>
        </p:nvSpPr>
        <p:spPr>
          <a:xfrm>
            <a:off x="5143210" y="2935952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APE.CO</a:t>
            </a:r>
            <a:endParaRPr/>
          </a:p>
        </p:txBody>
      </p:sp>
      <p:sp>
        <p:nvSpPr>
          <p:cNvPr id="4646" name="Google Shape;4646;p70"/>
          <p:cNvSpPr txBox="1"/>
          <p:nvPr/>
        </p:nvSpPr>
        <p:spPr>
          <a:xfrm>
            <a:off x="5151024" y="3738039"/>
            <a:ext cx="62103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ANE.CO</a:t>
            </a:r>
            <a:endParaRPr/>
          </a:p>
        </p:txBody>
      </p:sp>
      <p:sp>
        <p:nvSpPr>
          <p:cNvPr id="4647" name="Google Shape;4647;p70"/>
          <p:cNvSpPr txBox="1"/>
          <p:nvPr/>
        </p:nvSpPr>
        <p:spPr>
          <a:xfrm>
            <a:off x="2857384" y="1276921"/>
            <a:ext cx="621030" cy="184666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SOURCE</a:t>
            </a:r>
            <a:endParaRPr/>
          </a:p>
        </p:txBody>
      </p:sp>
      <p:sp>
        <p:nvSpPr>
          <p:cNvPr id="4648" name="Google Shape;4648;p70"/>
          <p:cNvSpPr txBox="1"/>
          <p:nvPr/>
        </p:nvSpPr>
        <p:spPr>
          <a:xfrm>
            <a:off x="5408899" y="1276921"/>
            <a:ext cx="621030" cy="184666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DRAIN</a:t>
            </a:r>
            <a:endParaRPr/>
          </a:p>
        </p:txBody>
      </p:sp>
      <p:sp>
        <p:nvSpPr>
          <p:cNvPr id="4649" name="Google Shape;4649;p70"/>
          <p:cNvSpPr txBox="1"/>
          <p:nvPr/>
        </p:nvSpPr>
        <p:spPr>
          <a:xfrm>
            <a:off x="2857384" y="5409737"/>
            <a:ext cx="621030" cy="184666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SOURCE</a:t>
            </a:r>
            <a:endParaRPr/>
          </a:p>
        </p:txBody>
      </p:sp>
      <p:sp>
        <p:nvSpPr>
          <p:cNvPr id="4650" name="Google Shape;4650;p70"/>
          <p:cNvSpPr txBox="1"/>
          <p:nvPr/>
        </p:nvSpPr>
        <p:spPr>
          <a:xfrm>
            <a:off x="5408899" y="5409737"/>
            <a:ext cx="621030" cy="184666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DRAIN</a:t>
            </a:r>
            <a:endParaRPr/>
          </a:p>
        </p:txBody>
      </p:sp>
      <p:sp>
        <p:nvSpPr>
          <p:cNvPr id="4651" name="Google Shape;4651;p70"/>
          <p:cNvSpPr txBox="1"/>
          <p:nvPr/>
        </p:nvSpPr>
        <p:spPr>
          <a:xfrm>
            <a:off x="7689896" y="4900465"/>
            <a:ext cx="4116711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APE/ANE)：AP/AN on ESD)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CO(E)：CO on ESD</a:t>
            </a:r>
            <a:endParaRPr/>
          </a:p>
        </p:txBody>
      </p:sp>
      <p:graphicFrame>
        <p:nvGraphicFramePr>
          <p:cNvPr id="4652" name="Google Shape;4652;p70"/>
          <p:cNvGraphicFramePr/>
          <p:nvPr/>
        </p:nvGraphicFramePr>
        <p:xfrm>
          <a:off x="7591768" y="2996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{01C53A63-FCD8-45D1-99B7-E1A805D13903}</a:tableStyleId>
              </a:tblPr>
              <a:tblGrid>
                <a:gridCol w="659375"/>
                <a:gridCol w="659375"/>
                <a:gridCol w="1023150"/>
                <a:gridCol w="780625"/>
                <a:gridCol w="598725"/>
                <a:gridCol w="598725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Rule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L1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L2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Func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MIN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MAX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APE.WM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PMOSE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APE-GC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Wmin/max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11.0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60.0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APE.LM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PMOSE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GC-ANE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Lmin/max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2.0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30.0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APE.AN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10.0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APE.XY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Bevel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XYmin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APE.CO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2.0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ANE.WM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NMOSE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ANE-GC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Wmin/max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11.0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60.0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ANE.LM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NMOSE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GC-ANE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Lmin/max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2.0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30.0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ANE.AP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10.0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ANE.XY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Bevel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XYmin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1.4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ANE.CO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ANE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2.0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COE.W1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CO(E) 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Wfix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3.0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3.0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COE.S1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CO(E) 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CO(E) 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1.6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CDE.GC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CD(E)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GC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7.0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CSE.GC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CS(E)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GC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Smin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3.0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COE.AP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CO(E) 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AP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Emin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4.0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COE.AN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CO(E) 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AN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Emin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4.0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JP" sz="1100" u="none" cap="none" strike="noStrike"/>
                        <a:t> 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sp>
        <p:nvSpPr>
          <p:cNvPr id="4653" name="Google Shape;4653;p70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7" name="Shape 4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8" name="Google Shape;4658;p71"/>
          <p:cNvSpPr/>
          <p:nvPr/>
        </p:nvSpPr>
        <p:spPr>
          <a:xfrm rot="-5400000">
            <a:off x="775004" y="1024670"/>
            <a:ext cx="3600000" cy="3600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59" name="Google Shape;4659;p71"/>
          <p:cNvSpPr/>
          <p:nvPr/>
        </p:nvSpPr>
        <p:spPr>
          <a:xfrm rot="-5400000">
            <a:off x="955004" y="1204670"/>
            <a:ext cx="3240000" cy="3240000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4660" name="Google Shape;4660;p71"/>
          <p:cNvCxnSpPr/>
          <p:nvPr/>
        </p:nvCxnSpPr>
        <p:spPr>
          <a:xfrm rot="10800000">
            <a:off x="775003" y="2004938"/>
            <a:ext cx="54102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661" name="Google Shape;4661;p71"/>
          <p:cNvSpPr txBox="1"/>
          <p:nvPr/>
        </p:nvSpPr>
        <p:spPr>
          <a:xfrm flipH="1">
            <a:off x="483498" y="2070434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M1.PO</a:t>
            </a:r>
            <a:endParaRPr/>
          </a:p>
        </p:txBody>
      </p:sp>
      <p:sp>
        <p:nvSpPr>
          <p:cNvPr id="4662" name="Google Shape;4662;p71"/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Cat-8: PAD related</a:t>
            </a:r>
            <a:endParaRPr/>
          </a:p>
        </p:txBody>
      </p:sp>
      <p:sp>
        <p:nvSpPr>
          <p:cNvPr id="4663" name="Google Shape;4663;p71"/>
          <p:cNvSpPr/>
          <p:nvPr/>
        </p:nvSpPr>
        <p:spPr>
          <a:xfrm rot="-5400000">
            <a:off x="1315004" y="1564670"/>
            <a:ext cx="2520000" cy="252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64" name="Google Shape;4664;p71"/>
          <p:cNvSpPr txBox="1"/>
          <p:nvPr/>
        </p:nvSpPr>
        <p:spPr>
          <a:xfrm>
            <a:off x="920813" y="1274600"/>
            <a:ext cx="103529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M2(P)</a:t>
            </a:r>
            <a:endParaRPr/>
          </a:p>
        </p:txBody>
      </p:sp>
      <p:sp>
        <p:nvSpPr>
          <p:cNvPr id="4665" name="Google Shape;4665;p71"/>
          <p:cNvSpPr txBox="1"/>
          <p:nvPr/>
        </p:nvSpPr>
        <p:spPr>
          <a:xfrm>
            <a:off x="670689" y="802706"/>
            <a:ext cx="103529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M1(P)</a:t>
            </a:r>
            <a:endParaRPr/>
          </a:p>
        </p:txBody>
      </p:sp>
      <p:cxnSp>
        <p:nvCxnSpPr>
          <p:cNvPr id="4666" name="Google Shape;4666;p71"/>
          <p:cNvCxnSpPr/>
          <p:nvPr/>
        </p:nvCxnSpPr>
        <p:spPr>
          <a:xfrm rot="10800000">
            <a:off x="955003" y="2520946"/>
            <a:ext cx="3600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667" name="Google Shape;4667;p71"/>
          <p:cNvSpPr txBox="1"/>
          <p:nvPr/>
        </p:nvSpPr>
        <p:spPr>
          <a:xfrm>
            <a:off x="1330493" y="1672021"/>
            <a:ext cx="6256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PO</a:t>
            </a:r>
            <a:endParaRPr/>
          </a:p>
        </p:txBody>
      </p:sp>
      <p:sp>
        <p:nvSpPr>
          <p:cNvPr id="4668" name="Google Shape;4668;p71"/>
          <p:cNvSpPr/>
          <p:nvPr/>
        </p:nvSpPr>
        <p:spPr>
          <a:xfrm rot="-5400000">
            <a:off x="4014158" y="2037023"/>
            <a:ext cx="3600000" cy="157529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69" name="Google Shape;4669;p71"/>
          <p:cNvSpPr/>
          <p:nvPr/>
        </p:nvSpPr>
        <p:spPr>
          <a:xfrm rot="-5400000">
            <a:off x="4284156" y="2127024"/>
            <a:ext cx="3240000" cy="1395292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70" name="Google Shape;4670;p71"/>
          <p:cNvSpPr/>
          <p:nvPr/>
        </p:nvSpPr>
        <p:spPr>
          <a:xfrm rot="-5400000">
            <a:off x="4824156" y="2307024"/>
            <a:ext cx="2520000" cy="1035291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70C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71" name="Google Shape;4671;p71"/>
          <p:cNvSpPr txBox="1"/>
          <p:nvPr/>
        </p:nvSpPr>
        <p:spPr>
          <a:xfrm>
            <a:off x="5581999" y="1672021"/>
            <a:ext cx="6256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PO</a:t>
            </a:r>
            <a:endParaRPr/>
          </a:p>
        </p:txBody>
      </p:sp>
      <p:cxnSp>
        <p:nvCxnSpPr>
          <p:cNvPr id="4672" name="Google Shape;4672;p71"/>
          <p:cNvCxnSpPr/>
          <p:nvPr/>
        </p:nvCxnSpPr>
        <p:spPr>
          <a:xfrm flipH="1">
            <a:off x="3849518" y="3418116"/>
            <a:ext cx="1731505" cy="5859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673" name="Google Shape;4673;p71"/>
          <p:cNvSpPr/>
          <p:nvPr/>
        </p:nvSpPr>
        <p:spPr>
          <a:xfrm>
            <a:off x="1656467" y="1924669"/>
            <a:ext cx="1800000" cy="180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sp>
        <p:nvSpPr>
          <p:cNvPr id="4674" name="Google Shape;4674;p71"/>
          <p:cNvSpPr/>
          <p:nvPr/>
        </p:nvSpPr>
        <p:spPr>
          <a:xfrm>
            <a:off x="5934254" y="1909476"/>
            <a:ext cx="667548" cy="1800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cxnSp>
        <p:nvCxnSpPr>
          <p:cNvPr id="4675" name="Google Shape;4675;p71"/>
          <p:cNvCxnSpPr/>
          <p:nvPr/>
        </p:nvCxnSpPr>
        <p:spPr>
          <a:xfrm rot="10800000">
            <a:off x="1330493" y="3416715"/>
            <a:ext cx="2504511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676" name="Google Shape;4676;p71"/>
          <p:cNvSpPr txBox="1"/>
          <p:nvPr/>
        </p:nvSpPr>
        <p:spPr>
          <a:xfrm>
            <a:off x="1640678" y="2056372"/>
            <a:ext cx="87392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V1(P)</a:t>
            </a:r>
            <a:endParaRPr/>
          </a:p>
        </p:txBody>
      </p:sp>
      <p:sp>
        <p:nvSpPr>
          <p:cNvPr id="4677" name="Google Shape;4677;p71"/>
          <p:cNvSpPr txBox="1"/>
          <p:nvPr/>
        </p:nvSpPr>
        <p:spPr>
          <a:xfrm flipH="1">
            <a:off x="483498" y="2637404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M2.PO</a:t>
            </a:r>
            <a:endParaRPr/>
          </a:p>
        </p:txBody>
      </p:sp>
      <p:sp>
        <p:nvSpPr>
          <p:cNvPr id="4678" name="Google Shape;4678;p71"/>
          <p:cNvSpPr txBox="1"/>
          <p:nvPr/>
        </p:nvSpPr>
        <p:spPr>
          <a:xfrm flipH="1">
            <a:off x="2078518" y="3454013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PO.W1</a:t>
            </a:r>
            <a:endParaRPr/>
          </a:p>
        </p:txBody>
      </p:sp>
      <p:sp>
        <p:nvSpPr>
          <p:cNvPr id="4679" name="Google Shape;4679;p71"/>
          <p:cNvSpPr txBox="1"/>
          <p:nvPr/>
        </p:nvSpPr>
        <p:spPr>
          <a:xfrm flipH="1">
            <a:off x="4219983" y="3508008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PO.S1</a:t>
            </a:r>
            <a:endParaRPr/>
          </a:p>
        </p:txBody>
      </p:sp>
      <p:cxnSp>
        <p:nvCxnSpPr>
          <p:cNvPr id="4680" name="Google Shape;4680;p71"/>
          <p:cNvCxnSpPr/>
          <p:nvPr/>
        </p:nvCxnSpPr>
        <p:spPr>
          <a:xfrm rot="10800000">
            <a:off x="3456467" y="2255100"/>
            <a:ext cx="353228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681" name="Google Shape;4681;p71"/>
          <p:cNvSpPr txBox="1"/>
          <p:nvPr/>
        </p:nvSpPr>
        <p:spPr>
          <a:xfrm flipH="1">
            <a:off x="3601692" y="2168336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PO.V1</a:t>
            </a:r>
            <a:endParaRPr/>
          </a:p>
        </p:txBody>
      </p:sp>
      <p:sp>
        <p:nvSpPr>
          <p:cNvPr id="4682" name="Google Shape;4682;p71"/>
          <p:cNvSpPr/>
          <p:nvPr/>
        </p:nvSpPr>
        <p:spPr>
          <a:xfrm rot="-5400000">
            <a:off x="1082143" y="4317529"/>
            <a:ext cx="1083346" cy="1337627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83" name="Google Shape;4683;p71"/>
          <p:cNvSpPr/>
          <p:nvPr/>
        </p:nvSpPr>
        <p:spPr>
          <a:xfrm rot="-5400000">
            <a:off x="756169" y="5592204"/>
            <a:ext cx="1083346" cy="685678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84" name="Google Shape;4684;p71"/>
          <p:cNvSpPr/>
          <p:nvPr/>
        </p:nvSpPr>
        <p:spPr>
          <a:xfrm rot="-5400000">
            <a:off x="3026583" y="4353734"/>
            <a:ext cx="999218" cy="133762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685" name="Google Shape;4685;p71"/>
          <p:cNvSpPr/>
          <p:nvPr/>
        </p:nvSpPr>
        <p:spPr>
          <a:xfrm rot="-5400000">
            <a:off x="3307845" y="5592204"/>
            <a:ext cx="1083346" cy="685678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4686" name="Google Shape;4686;p71"/>
          <p:cNvCxnSpPr/>
          <p:nvPr/>
        </p:nvCxnSpPr>
        <p:spPr>
          <a:xfrm rot="10800000">
            <a:off x="935440" y="4874033"/>
            <a:ext cx="135719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687" name="Google Shape;4687;p71"/>
          <p:cNvCxnSpPr/>
          <p:nvPr/>
        </p:nvCxnSpPr>
        <p:spPr>
          <a:xfrm rot="10800000">
            <a:off x="2077639" y="4084670"/>
            <a:ext cx="0" cy="146769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688" name="Google Shape;4688;p71"/>
          <p:cNvCxnSpPr/>
          <p:nvPr/>
        </p:nvCxnSpPr>
        <p:spPr>
          <a:xfrm rot="10800000">
            <a:off x="2862793" y="4874033"/>
            <a:ext cx="135719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cxnSp>
        <p:nvCxnSpPr>
          <p:cNvPr id="4689" name="Google Shape;4689;p71"/>
          <p:cNvCxnSpPr/>
          <p:nvPr/>
        </p:nvCxnSpPr>
        <p:spPr>
          <a:xfrm rot="10800000">
            <a:off x="3071488" y="4084669"/>
            <a:ext cx="0" cy="146769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690" name="Google Shape;4690;p71"/>
          <p:cNvSpPr/>
          <p:nvPr/>
        </p:nvSpPr>
        <p:spPr>
          <a:xfrm>
            <a:off x="4759754" y="5562923"/>
            <a:ext cx="2030019" cy="908512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4691" name="Google Shape;4691;p71"/>
          <p:cNvCxnSpPr/>
          <p:nvPr/>
        </p:nvCxnSpPr>
        <p:spPr>
          <a:xfrm rot="10800000">
            <a:off x="5712445" y="4084669"/>
            <a:ext cx="0" cy="1467695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med" w="med" type="triangle"/>
            <a:tailEnd len="med" w="med" type="triangle"/>
          </a:ln>
        </p:spPr>
      </p:cxnSp>
      <p:sp>
        <p:nvSpPr>
          <p:cNvPr id="4692" name="Google Shape;4692;p71"/>
          <p:cNvSpPr txBox="1"/>
          <p:nvPr/>
        </p:nvSpPr>
        <p:spPr>
          <a:xfrm>
            <a:off x="5000063" y="5894688"/>
            <a:ext cx="162818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AA/GC/M1/M2</a:t>
            </a:r>
            <a:endParaRPr/>
          </a:p>
        </p:txBody>
      </p:sp>
      <p:sp>
        <p:nvSpPr>
          <p:cNvPr id="4693" name="Google Shape;4693;p71"/>
          <p:cNvSpPr txBox="1"/>
          <p:nvPr/>
        </p:nvSpPr>
        <p:spPr>
          <a:xfrm flipH="1">
            <a:off x="5539086" y="4741127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PO.XX</a:t>
            </a:r>
            <a:endParaRPr/>
          </a:p>
        </p:txBody>
      </p:sp>
      <p:sp>
        <p:nvSpPr>
          <p:cNvPr id="4694" name="Google Shape;4694;p71"/>
          <p:cNvSpPr txBox="1"/>
          <p:nvPr/>
        </p:nvSpPr>
        <p:spPr>
          <a:xfrm flipH="1">
            <a:off x="2898039" y="4280297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M1.PE</a:t>
            </a:r>
            <a:endParaRPr/>
          </a:p>
        </p:txBody>
      </p:sp>
      <p:sp>
        <p:nvSpPr>
          <p:cNvPr id="4695" name="Google Shape;4695;p71"/>
          <p:cNvSpPr txBox="1"/>
          <p:nvPr/>
        </p:nvSpPr>
        <p:spPr>
          <a:xfrm flipH="1">
            <a:off x="1237376" y="4337366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M2.PE</a:t>
            </a:r>
            <a:endParaRPr/>
          </a:p>
        </p:txBody>
      </p:sp>
      <p:sp>
        <p:nvSpPr>
          <p:cNvPr id="4696" name="Google Shape;4696;p71"/>
          <p:cNvSpPr txBox="1"/>
          <p:nvPr/>
        </p:nvSpPr>
        <p:spPr>
          <a:xfrm flipH="1">
            <a:off x="1104364" y="4908762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M2.PW</a:t>
            </a:r>
            <a:endParaRPr/>
          </a:p>
        </p:txBody>
      </p:sp>
      <p:sp>
        <p:nvSpPr>
          <p:cNvPr id="4697" name="Google Shape;4697;p71"/>
          <p:cNvSpPr txBox="1"/>
          <p:nvPr/>
        </p:nvSpPr>
        <p:spPr>
          <a:xfrm flipH="1">
            <a:off x="3115311" y="4917283"/>
            <a:ext cx="992970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JP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M1.PW</a:t>
            </a:r>
            <a:endParaRPr/>
          </a:p>
        </p:txBody>
      </p:sp>
      <p:graphicFrame>
        <p:nvGraphicFramePr>
          <p:cNvPr id="4698" name="Google Shape;4698;p71"/>
          <p:cNvGraphicFramePr/>
          <p:nvPr/>
        </p:nvGraphicFramePr>
        <p:xfrm>
          <a:off x="7740000" y="54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{01C53A63-FCD8-45D1-99B7-E1A805D13903}</a:tableStyleId>
              </a:tblPr>
              <a:tblGrid>
                <a:gridCol w="652050"/>
                <a:gridCol w="652050"/>
                <a:gridCol w="1011800"/>
                <a:gridCol w="771950"/>
                <a:gridCol w="592075"/>
                <a:gridCol w="592075"/>
              </a:tblGrid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Rule</a:t>
                      </a:r>
                      <a:endParaRPr b="1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L1</a:t>
                      </a:r>
                      <a:endParaRPr b="1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L2</a:t>
                      </a:r>
                      <a:endParaRPr b="1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Func</a:t>
                      </a:r>
                      <a:endParaRPr b="1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MIN</a:t>
                      </a:r>
                      <a:endParaRPr b="1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MAX</a:t>
                      </a:r>
                      <a:endParaRPr b="1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PO.W1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 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Wmin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70.0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 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PO.S1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 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Smin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64.0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 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M2.PO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M2(P)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Fmin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5.0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 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M1.PO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M1(P)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Fmin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5.0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 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PO.V1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V1(P)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Emin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10.0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 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PO.AP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AP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Smin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14.0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 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PO.AN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AN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Smin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14.0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 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PO.GC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GC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Smin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14.0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 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PO.M1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M1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Smin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14.0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 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PO.M2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PO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M2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Smin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14.0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 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M2.PE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M2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Extention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 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19.0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 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M2.PW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M2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Extention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Wmin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40.0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 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M1.PE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M2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Extention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 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19.0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 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  <a:tr h="254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M1.PW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M2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Extention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Wmin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40.0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ourier New"/>
                        <a:buNone/>
                      </a:pPr>
                      <a:r>
                        <a:rPr lang="en-JP" sz="105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 </a:t>
                      </a:r>
                      <a:endParaRPr b="0" i="0" sz="1050" u="none" cap="none" strike="noStrike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  <p:sp>
        <p:nvSpPr>
          <p:cNvPr id="4699" name="Google Shape;4699;p71"/>
          <p:cNvSpPr/>
          <p:nvPr/>
        </p:nvSpPr>
        <p:spPr>
          <a:xfrm>
            <a:off x="7739997" y="3371784"/>
            <a:ext cx="4271999" cy="965581"/>
          </a:xfrm>
          <a:prstGeom prst="rect">
            <a:avLst/>
          </a:prstGeom>
          <a:noFill/>
          <a:ln cap="flat" cmpd="sng" w="19050">
            <a:solidFill>
              <a:srgbClr val="FFC000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4700" name="Google Shape;4700;p71"/>
          <p:cNvSpPr txBox="1"/>
          <p:nvPr/>
        </p:nvSpPr>
        <p:spPr>
          <a:xfrm>
            <a:off x="7739997" y="4464963"/>
            <a:ext cx="377649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800">
                <a:solidFill>
                  <a:srgbClr val="FFC000"/>
                </a:solidFill>
                <a:latin typeface="Meiryo"/>
                <a:ea typeface="Meiryo"/>
                <a:cs typeface="Meiryo"/>
                <a:sym typeface="Meiryo"/>
              </a:rPr>
              <a:t>** Not yet implemented</a:t>
            </a:r>
            <a:endParaRPr/>
          </a:p>
        </p:txBody>
      </p:sp>
      <p:sp>
        <p:nvSpPr>
          <p:cNvPr id="4701" name="Google Shape;4701;p71"/>
          <p:cNvSpPr txBox="1"/>
          <p:nvPr/>
        </p:nvSpPr>
        <p:spPr>
          <a:xfrm>
            <a:off x="7689896" y="4900465"/>
            <a:ext cx="4116711" cy="73866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M1(P)：M1 on PO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M2(P)：M2 on PO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V1(P)：V1 on PO</a:t>
            </a:r>
            <a:endParaRPr/>
          </a:p>
        </p:txBody>
      </p:sp>
      <p:sp>
        <p:nvSpPr>
          <p:cNvPr id="4702" name="Google Shape;4702;p71"/>
          <p:cNvSpPr txBox="1"/>
          <p:nvPr/>
        </p:nvSpPr>
        <p:spPr>
          <a:xfrm rot="-2742428">
            <a:off x="3681204" y="2322102"/>
            <a:ext cx="4847662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JP" sz="96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Obsolete</a:t>
            </a:r>
            <a:endParaRPr sz="9600">
              <a:solidFill>
                <a:srgbClr val="D8D8D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